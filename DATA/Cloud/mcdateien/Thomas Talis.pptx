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283A90-42E8-4A3E-AB36-2EA7CFE3FEDC}" v="815" dt="2025-12-02T19:27:34.82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12/2/2025</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‹Nr.›</a:t>
            </a:fld>
            <a:endParaRPr lang="en-US"/>
          </a:p>
        </p:txBody>
      </p:sp>
    </p:spTree>
    <p:extLst>
      <p:ext uri="{BB962C8B-B14F-4D97-AF65-F5344CB8AC3E}">
        <p14:creationId xmlns:p14="http://schemas.microsoft.com/office/powerpoint/2010/main" val="3045499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7541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1633732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6473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4898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6564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2169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969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9177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721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12/2/2025</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‹Nr.›</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059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12/2/2025</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‹Nr.›</a:t>
            </a:fld>
            <a:endParaRPr lang="en-US"/>
          </a:p>
        </p:txBody>
      </p:sp>
    </p:spTree>
    <p:extLst>
      <p:ext uri="{BB962C8B-B14F-4D97-AF65-F5344CB8AC3E}">
        <p14:creationId xmlns:p14="http://schemas.microsoft.com/office/powerpoint/2010/main" val="3128623022"/>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hyperlink" Target="https://en.wikipedia.org/wiki/Thomas_Tallis#cite_note-2" TargetMode="External"/><Relationship Id="rId7" Type="http://schemas.openxmlformats.org/officeDocument/2006/relationships/image" Target="../media/image2.png"/><Relationship Id="rId2" Type="http://schemas.openxmlformats.org/officeDocument/2006/relationships/hyperlink" Target="https://en.wikipedia.org/wiki/Help:IPA/English" TargetMode="External"/><Relationship Id="rId1" Type="http://schemas.openxmlformats.org/officeDocument/2006/relationships/slideLayout" Target="../slideLayouts/slideLayout2.xml"/><Relationship Id="rId6" Type="http://schemas.openxmlformats.org/officeDocument/2006/relationships/hyperlink" Target="https://en.wikipedia.org/wiki/Thomas_Tallis#cite_note-FOOTNOTEFarrell2001125-4" TargetMode="External"/><Relationship Id="rId5" Type="http://schemas.openxmlformats.org/officeDocument/2006/relationships/hyperlink" Target="https://en.wikipedia.org/wiki/Choir" TargetMode="External"/><Relationship Id="rId4" Type="http://schemas.openxmlformats.org/officeDocument/2006/relationships/hyperlink" Target="https://en.wikipedia.org/wiki/Renaissance_music"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Chapel_Royal" TargetMode="External"/><Relationship Id="rId13" Type="http://schemas.openxmlformats.org/officeDocument/2006/relationships/hyperlink" Target="https://en.wikipedia.org/wiki/Canterbury_Cathedral" TargetMode="External"/><Relationship Id="rId3" Type="http://schemas.openxmlformats.org/officeDocument/2006/relationships/hyperlink" Target="https://en.wikipedia.org/wiki/Thomas_Tallis#cite_note-FOOTNOTEHarley20151-5" TargetMode="External"/><Relationship Id="rId7" Type="http://schemas.openxmlformats.org/officeDocument/2006/relationships/hyperlink" Target="https://en.wikipedia.org/wiki/Children_of_the_Chapel" TargetMode="External"/><Relationship Id="rId12" Type="http://schemas.openxmlformats.org/officeDocument/2006/relationships/hyperlink" Target="https://en.wikipedia.org/wiki/Dover_Priory" TargetMode="External"/><Relationship Id="rId2" Type="http://schemas.openxmlformats.org/officeDocument/2006/relationships/hyperlink" Target="https://en.wikipedia.org/wiki/Henry_VII_of_England" TargetMode="External"/><Relationship Id="rId1" Type="http://schemas.openxmlformats.org/officeDocument/2006/relationships/slideLayout" Target="../slideLayouts/slideLayout2.xml"/><Relationship Id="rId6" Type="http://schemas.openxmlformats.org/officeDocument/2006/relationships/hyperlink" Target="https://en.wikipedia.org/wiki/Thomas_Tallis#cite_note-FOOTNOTEHarley20151%E2%80%932-6" TargetMode="External"/><Relationship Id="rId11" Type="http://schemas.openxmlformats.org/officeDocument/2006/relationships/hyperlink" Target="https://en.wikipedia.org/wiki/Benedictine" TargetMode="External"/><Relationship Id="rId5" Type="http://schemas.openxmlformats.org/officeDocument/2006/relationships/hyperlink" Target="https://en.wikipedia.org/wiki/Kent" TargetMode="External"/><Relationship Id="rId10" Type="http://schemas.openxmlformats.org/officeDocument/2006/relationships/hyperlink" Target="https://en.wikipedia.org/wiki/Choirboy" TargetMode="External"/><Relationship Id="rId4" Type="http://schemas.openxmlformats.org/officeDocument/2006/relationships/hyperlink" Target="https://en.wikipedia.org/wiki/Surnames" TargetMode="External"/><Relationship Id="rId9" Type="http://schemas.openxmlformats.org/officeDocument/2006/relationships/hyperlink" Target="https://en.wikipedia.org/wiki/Thomas_Tallis#cite_note-FOOTNOTEWalker190734-7" TargetMode="External"/><Relationship Id="rId14" Type="http://schemas.openxmlformats.org/officeDocument/2006/relationships/hyperlink" Target="https://en.wikipedia.org/wiki/Thomas_Tallis#cite_note-FOOTNOTEHarley20152-9"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Thomas_Tallis#cite_note-FOOTNOTEHarley20157-22" TargetMode="External"/><Relationship Id="rId13" Type="http://schemas.openxmlformats.org/officeDocument/2006/relationships/hyperlink" Target="https://en.wikipedia.org/wiki/St_Mary-at-Hill" TargetMode="External"/><Relationship Id="rId3" Type="http://schemas.openxmlformats.org/officeDocument/2006/relationships/hyperlink" Target="https://en.wikipedia.org/wiki/Thomas_Tallis#cite_note-FOOTNOTEHarley20152-9" TargetMode="External"/><Relationship Id="rId7" Type="http://schemas.openxmlformats.org/officeDocument/2006/relationships/hyperlink" Target="https://en.wikipedia.org/wiki/Thomas_Tallis#cite_note-FOOTNOTEHarley20154-18" TargetMode="External"/><Relationship Id="rId12" Type="http://schemas.openxmlformats.org/officeDocument/2006/relationships/hyperlink" Target="https://en.wikipedia.org/wiki/Thomas_Tallis#cite_note-FOOTNOTEHarley20155-20" TargetMode="External"/><Relationship Id="rId2" Type="http://schemas.openxmlformats.org/officeDocument/2006/relationships/hyperlink" Target="https://en.wikipedia.org/wiki/Dover_Priory" TargetMode="External"/><Relationship Id="rId1" Type="http://schemas.openxmlformats.org/officeDocument/2006/relationships/slideLayout" Target="../slideLayouts/slideLayout2.xml"/><Relationship Id="rId6" Type="http://schemas.openxmlformats.org/officeDocument/2006/relationships/hyperlink" Target="https://en.wikipedia.org/wiki/Chant" TargetMode="External"/><Relationship Id="rId11" Type="http://schemas.openxmlformats.org/officeDocument/2006/relationships/hyperlink" Target="https://en.wikipedia.org/wiki/Dissolution_of_the_monasteries" TargetMode="External"/><Relationship Id="rId5" Type="http://schemas.openxmlformats.org/officeDocument/2006/relationships/hyperlink" Target="https://en.wikipedia.org/wiki/Thomas_Tallis#cite_note-FOOTNOTELord2003197-17" TargetMode="External"/><Relationship Id="rId15" Type="http://schemas.openxmlformats.org/officeDocument/2006/relationships/image" Target="../media/image3.jpeg"/><Relationship Id="rId10" Type="http://schemas.openxmlformats.org/officeDocument/2006/relationships/hyperlink" Target="https://en.wikipedia.org/wiki/Thomas_Tallis#cite_note-FOOTNOTEBowers2016-19" TargetMode="External"/><Relationship Id="rId4" Type="http://schemas.openxmlformats.org/officeDocument/2006/relationships/hyperlink" Target="https://en.wikipedia.org/wiki/Organ_(music)" TargetMode="External"/><Relationship Id="rId9" Type="http://schemas.openxmlformats.org/officeDocument/2006/relationships/hyperlink" Target="https://en.wikipedia.org/wiki/Choirboy" TargetMode="External"/><Relationship Id="rId14" Type="http://schemas.openxmlformats.org/officeDocument/2006/relationships/hyperlink" Target="https://en.wikipedia.org/wiki/Billingsgate"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en.wikipedia.org/wiki/Shillings" TargetMode="External"/><Relationship Id="rId13" Type="http://schemas.openxmlformats.org/officeDocument/2006/relationships/hyperlink" Target="https://en.wikipedia.org/wiki/Unison" TargetMode="External"/><Relationship Id="rId18" Type="http://schemas.openxmlformats.org/officeDocument/2006/relationships/hyperlink" Target="https://en.wikipedia.org/wiki/Use_of_Sarum" TargetMode="External"/><Relationship Id="rId3" Type="http://schemas.openxmlformats.org/officeDocument/2006/relationships/hyperlink" Target="https://en.wikipedia.org/wiki/Waltham_Abbey_Church" TargetMode="External"/><Relationship Id="rId7" Type="http://schemas.openxmlformats.org/officeDocument/2006/relationships/hyperlink" Target="https://en.wikipedia.org/wiki/Dissolution_of_the_monasteries" TargetMode="External"/><Relationship Id="rId12" Type="http://schemas.openxmlformats.org/officeDocument/2006/relationships/hyperlink" Target="https://en.wikipedia.org/wiki/Leonel_Power" TargetMode="External"/><Relationship Id="rId17" Type="http://schemas.openxmlformats.org/officeDocument/2006/relationships/hyperlink" Target="https://en.wikipedia.org/wiki/Canterbury_Cathedral" TargetMode="External"/><Relationship Id="rId2" Type="http://schemas.openxmlformats.org/officeDocument/2006/relationships/hyperlink" Target="https://en.wikipedia.org/wiki/Augustinians" TargetMode="External"/><Relationship Id="rId16" Type="http://schemas.openxmlformats.org/officeDocument/2006/relationships/hyperlink" Target="https://en.wikipedia.org/wiki/Secularisation_(church_property)" TargetMode="External"/><Relationship Id="rId20"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en.wikipedia.org/wiki/Thomas_Tallis#cite_note-FOOTNOTEMilsom2008-23" TargetMode="External"/><Relationship Id="rId11" Type="http://schemas.openxmlformats.org/officeDocument/2006/relationships/hyperlink" Target="https://en.wikipedia.org/wiki/Treatise" TargetMode="External"/><Relationship Id="rId5" Type="http://schemas.openxmlformats.org/officeDocument/2006/relationships/hyperlink" Target="https://en.wikipedia.org/wiki/Thomas_Tallis#cite_note-FOOTNOTEHarley20157-22" TargetMode="External"/><Relationship Id="rId15" Type="http://schemas.openxmlformats.org/officeDocument/2006/relationships/hyperlink" Target="https://en.wikipedia.org/wiki/Octave" TargetMode="External"/><Relationship Id="rId10" Type="http://schemas.openxmlformats.org/officeDocument/2006/relationships/hyperlink" Target="https://en.wikipedia.org/wiki/Preceptor" TargetMode="External"/><Relationship Id="rId19" Type="http://schemas.openxmlformats.org/officeDocument/2006/relationships/hyperlink" Target="https://en.wikipedia.org/wiki/Thomas_Tallis#cite_note-hyperion-records.co.uk-24" TargetMode="External"/><Relationship Id="rId4" Type="http://schemas.openxmlformats.org/officeDocument/2006/relationships/hyperlink" Target="https://en.wikipedia.org/wiki/Essex" TargetMode="External"/><Relationship Id="rId9" Type="http://schemas.openxmlformats.org/officeDocument/2006/relationships/hyperlink" Target="https://en.wikipedia.org/w/index.php?title=John_Wylde_(copyist)&amp;action=edit&amp;redlink=1" TargetMode="External"/><Relationship Id="rId14" Type="http://schemas.openxmlformats.org/officeDocument/2006/relationships/hyperlink" Target="https://en.wikipedia.org/wiki/Perfect_fifth"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en.wikipedia.org/wiki/Thomas_Tallis#cite_note-FOOTNOTEMilsom2008-23" TargetMode="External"/><Relationship Id="rId13" Type="http://schemas.openxmlformats.org/officeDocument/2006/relationships/hyperlink" Target="https://en.wikipedia.org/wiki/Thomas_Tallis#cite_note-:2-29" TargetMode="External"/><Relationship Id="rId3" Type="http://schemas.openxmlformats.org/officeDocument/2006/relationships/hyperlink" Target="https://en.wikipedia.org/wiki/Thomas_Tallis#cite_note-FOOTNOTEDoeAllinson2009-12" TargetMode="External"/><Relationship Id="rId7" Type="http://schemas.openxmlformats.org/officeDocument/2006/relationships/hyperlink" Target="https://en.wikipedia.org/wiki/Greenwich" TargetMode="External"/><Relationship Id="rId12" Type="http://schemas.openxmlformats.org/officeDocument/2006/relationships/hyperlink" Target="https://en.wikipedia.org/wiki/Liturgy_of_the_Hours" TargetMode="External"/><Relationship Id="rId2" Type="http://schemas.openxmlformats.org/officeDocument/2006/relationships/hyperlink" Target="https://en.wikipedia.org/wiki/Subsidy_roll" TargetMode="External"/><Relationship Id="rId16" Type="http://schemas.openxmlformats.org/officeDocument/2006/relationships/hyperlink" Target="https://en.wikipedia.org/wiki/Thomas_Tallis#cite_note-FOOTNOTEStainer1898-31" TargetMode="External"/><Relationship Id="rId1" Type="http://schemas.openxmlformats.org/officeDocument/2006/relationships/slideLayout" Target="../slideLayouts/slideLayout2.xml"/><Relationship Id="rId6" Type="http://schemas.openxmlformats.org/officeDocument/2006/relationships/hyperlink" Target="https://en.wikipedia.org/wiki/Thomas_Tallis#cite_note-FOOTNOTEHarley2015-25" TargetMode="External"/><Relationship Id="rId11" Type="http://schemas.openxmlformats.org/officeDocument/2006/relationships/hyperlink" Target="https://en.wikipedia.org/wiki/Thomas_Tallis#cite_note-FOOTNOTEMcCarthy2020-28" TargetMode="External"/><Relationship Id="rId5" Type="http://schemas.openxmlformats.org/officeDocument/2006/relationships/hyperlink" Target="https://en.wikipedia.org/wiki/Master_of_the_Children_of_the_Chapel_Royal" TargetMode="External"/><Relationship Id="rId15" Type="http://schemas.openxmlformats.org/officeDocument/2006/relationships/hyperlink" Target="https://en.wikipedia.org/wiki/Music_for_the_Requiem_Mass" TargetMode="External"/><Relationship Id="rId10" Type="http://schemas.openxmlformats.org/officeDocument/2006/relationships/hyperlink" Target="https://en.wikipedia.org/wiki/Thomas_Tallis#cite_note-FOOTNOTEHarley2010-27" TargetMode="External"/><Relationship Id="rId4" Type="http://schemas.openxmlformats.org/officeDocument/2006/relationships/hyperlink" Target="https://en.wikipedia.org/wiki/Richard_Bower" TargetMode="External"/><Relationship Id="rId9" Type="http://schemas.openxmlformats.org/officeDocument/2006/relationships/hyperlink" Target="https://en.wikipedia.org/wiki/William_Byrd" TargetMode="External"/><Relationship Id="rId14" Type="http://schemas.openxmlformats.org/officeDocument/2006/relationships/hyperlink" Target="https://en.wikipedia.org/wiki/Thomas_Tallis#cite_note-FOOTNOTECole2008b93-30"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en.wikipedia.org/wiki/English_language#Early_Modern_English" TargetMode="External"/><Relationship Id="rId13" Type="http://schemas.openxmlformats.org/officeDocument/2006/relationships/hyperlink" Target="https://en.wikipedia.org/wiki/Orlando_di_Lasso" TargetMode="External"/><Relationship Id="rId18" Type="http://schemas.openxmlformats.org/officeDocument/2006/relationships/hyperlink" Target="https://en.wikipedia.org/wiki/Font" TargetMode="External"/><Relationship Id="rId26" Type="http://schemas.openxmlformats.org/officeDocument/2006/relationships/hyperlink" Target="https://en.wikipedia.org/wiki/Thomas_Paget,_3rd_Baron_Paget" TargetMode="External"/><Relationship Id="rId3" Type="http://schemas.openxmlformats.org/officeDocument/2006/relationships/hyperlink" Target="https://en.wikipedia.org/wiki/Monopoly" TargetMode="External"/><Relationship Id="rId21" Type="http://schemas.openxmlformats.org/officeDocument/2006/relationships/hyperlink" Target="https://en.wikipedia.org/wiki/Thomas_Tallis#cite_note-FOOTNOTEDoeAllinson2009-12" TargetMode="External"/><Relationship Id="rId7" Type="http://schemas.openxmlformats.org/officeDocument/2006/relationships/hyperlink" Target="https://en.wikipedia.org/wiki/Thomas_Tallis#cite_note-FOOTNOTELord200369-35" TargetMode="External"/><Relationship Id="rId12" Type="http://schemas.openxmlformats.org/officeDocument/2006/relationships/hyperlink" Target="https://en.wikipedia.org/wiki/Cantiones_quae_ab_argumento_sacrae_vocantur" TargetMode="External"/><Relationship Id="rId17" Type="http://schemas.openxmlformats.org/officeDocument/2006/relationships/hyperlink" Target="https://en.wikipedia.org/wiki/Catholic_Church" TargetMode="External"/><Relationship Id="rId25" Type="http://schemas.openxmlformats.org/officeDocument/2006/relationships/hyperlink" Target="https://en.wikipedia.org/wiki/Thomas_Tallis#cite_note-FOOTNOTEMcCarthy2020126-37" TargetMode="External"/><Relationship Id="rId2" Type="http://schemas.openxmlformats.org/officeDocument/2006/relationships/hyperlink" Target="https://en.wikipedia.org/wiki/Thomas_Tallis#cite_note-FOOTNOTEMilsom2008-23" TargetMode="External"/><Relationship Id="rId16" Type="http://schemas.openxmlformats.org/officeDocument/2006/relationships/hyperlink" Target="https://en.wikipedia.org/wiki/Thomas_Tallis#cite_note-:4-16" TargetMode="External"/><Relationship Id="rId20" Type="http://schemas.openxmlformats.org/officeDocument/2006/relationships/hyperlink" Target="https://en.wikipedia.org/wiki/Crown_land" TargetMode="External"/><Relationship Id="rId29" Type="http://schemas.openxmlformats.org/officeDocument/2006/relationships/hyperlink" Target="https://en.wikipedia.org/wiki/Thomas_Tallis#cite_note-FOOTNOTEHarley1996-38" TargetMode="External"/><Relationship Id="rId1" Type="http://schemas.openxmlformats.org/officeDocument/2006/relationships/slideLayout" Target="../slideLayouts/slideLayout2.xml"/><Relationship Id="rId6" Type="http://schemas.openxmlformats.org/officeDocument/2006/relationships/hyperlink" Target="https://en.wikipedia.org/wiki/Patent" TargetMode="External"/><Relationship Id="rId11" Type="http://schemas.openxmlformats.org/officeDocument/2006/relationships/hyperlink" Target="https://en.wikipedia.org/wiki/Italian_language" TargetMode="External"/><Relationship Id="rId24" Type="http://schemas.openxmlformats.org/officeDocument/2006/relationships/hyperlink" Target="https://en.wikipedia.org/wiki/Recusancy" TargetMode="External"/><Relationship Id="rId32" Type="http://schemas.openxmlformats.org/officeDocument/2006/relationships/hyperlink" Target="https://en.wikipedia.org/wiki/Thomas_Tallis#cite_note-40" TargetMode="External"/><Relationship Id="rId5" Type="http://schemas.openxmlformats.org/officeDocument/2006/relationships/hyperlink" Target="https://en.wikipedia.org/wiki/Thomas_Tallis#cite_note-FOOTNOTEHolman19991-34" TargetMode="External"/><Relationship Id="rId15" Type="http://schemas.openxmlformats.org/officeDocument/2006/relationships/hyperlink" Target="https://en.wikipedia.org/wiki/Alfonso_Ferrabosco_the_elder" TargetMode="External"/><Relationship Id="rId23" Type="http://schemas.openxmlformats.org/officeDocument/2006/relationships/hyperlink" Target="https://en.wikipedia.org/wiki/Post-Exilic" TargetMode="External"/><Relationship Id="rId28" Type="http://schemas.openxmlformats.org/officeDocument/2006/relationships/hyperlink" Target="https://en.wikipedia.org/wiki/Thomas_Tallis#cite_note-FOOTNOTEMcCarthy2019-26" TargetMode="External"/><Relationship Id="rId10" Type="http://schemas.openxmlformats.org/officeDocument/2006/relationships/hyperlink" Target="https://en.wikipedia.org/wiki/Middle_French" TargetMode="External"/><Relationship Id="rId19" Type="http://schemas.openxmlformats.org/officeDocument/2006/relationships/hyperlink" Target="https://en.wikipedia.org/wiki/Thomas_Tallis#cite_note-FOOTNOTELord200370-36" TargetMode="External"/><Relationship Id="rId31" Type="http://schemas.openxmlformats.org/officeDocument/2006/relationships/hyperlink" Target="https://en.wikipedia.org/wiki/Claviorgan" TargetMode="External"/><Relationship Id="rId4" Type="http://schemas.openxmlformats.org/officeDocument/2006/relationships/hyperlink" Target="https://en.wikipedia.org/wiki/Polyphony" TargetMode="External"/><Relationship Id="rId9" Type="http://schemas.openxmlformats.org/officeDocument/2006/relationships/hyperlink" Target="https://en.wikipedia.org/wiki/Latin" TargetMode="External"/><Relationship Id="rId14" Type="http://schemas.openxmlformats.org/officeDocument/2006/relationships/hyperlink" Target="https://en.wikipedia.org/wiki/Nicolas_Gombert" TargetMode="External"/><Relationship Id="rId22" Type="http://schemas.openxmlformats.org/officeDocument/2006/relationships/hyperlink" Target="https://en.wikipedia.org/wiki/Thomas_Tallis#cite_note-FOOTNOTEHarley20151-5" TargetMode="External"/><Relationship Id="rId27" Type="http://schemas.openxmlformats.org/officeDocument/2006/relationships/hyperlink" Target="https://en.wikipedia.org/wiki/Thomas_Paget,_3rd_Baron_Paget#Attainted" TargetMode="External"/><Relationship Id="rId30" Type="http://schemas.openxmlformats.org/officeDocument/2006/relationships/hyperlink" Target="https://en.wikipedia.org/wiki/Thomas_Mor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hyperlink" Target="https://en.wikipedia.org/wiki/Thomas_Tallis#cite_note-:4-16" TargetMode="External"/><Relationship Id="rId3" Type="http://schemas.openxmlformats.org/officeDocument/2006/relationships/hyperlink" Target="https://en.wikipedia.org/wiki/Palace_of_Placentia" TargetMode="External"/><Relationship Id="rId7" Type="http://schemas.openxmlformats.org/officeDocument/2006/relationships/hyperlink" Target="https://en.wikipedia.org/wiki/Thomas_Tallis#cite_note-FOOTNOTEHarley2015212-42" TargetMode="External"/><Relationship Id="rId2" Type="http://schemas.openxmlformats.org/officeDocument/2006/relationships/hyperlink" Target="https://en.wikipedia.org/wiki/Greenwich" TargetMode="External"/><Relationship Id="rId1" Type="http://schemas.openxmlformats.org/officeDocument/2006/relationships/slideLayout" Target="../slideLayouts/slideLayout7.xml"/><Relationship Id="rId6" Type="http://schemas.openxmlformats.org/officeDocument/2006/relationships/hyperlink" Target="https://en.wikipedia.org/wiki/Thomas_Tallis#cite_note-FOOTNOTEHarley2015211%E2%80%93212-41" TargetMode="External"/><Relationship Id="rId11" Type="http://schemas.openxmlformats.org/officeDocument/2006/relationships/hyperlink" Target="https://en.wikipedia.org/wiki/Thomas_Tallis#cite_note-FOOTNOTEDownes1987110%E2%80%93111-44" TargetMode="External"/><Relationship Id="rId5" Type="http://schemas.openxmlformats.org/officeDocument/2006/relationships/hyperlink" Target="https://en.wikipedia.org/wiki/Will_and_testament" TargetMode="External"/><Relationship Id="rId10" Type="http://schemas.openxmlformats.org/officeDocument/2006/relationships/hyperlink" Target="https://en.wikipedia.org/wiki/ONDB" TargetMode="External"/><Relationship Id="rId4" Type="http://schemas.openxmlformats.org/officeDocument/2006/relationships/hyperlink" Target="https://en.wikipedia.org/wiki/Thomas_Tallis#cite_note-FOOTNOTEDoeAllinson2009-12" TargetMode="External"/><Relationship Id="rId9" Type="http://schemas.openxmlformats.org/officeDocument/2006/relationships/hyperlink" Target="https://en.wikipedia.org/wiki/St_Alfege_Church,_Greenwich"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John_Strype" TargetMode="External"/><Relationship Id="rId2" Type="http://schemas.openxmlformats.org/officeDocument/2006/relationships/hyperlink" Target="https://en.wikipedia.org/wiki/Commemorative_plaque" TargetMode="External"/><Relationship Id="rId1" Type="http://schemas.openxmlformats.org/officeDocument/2006/relationships/slideLayout" Target="../slideLayouts/slideLayout7.xml"/><Relationship Id="rId6" Type="http://schemas.openxmlformats.org/officeDocument/2006/relationships/hyperlink" Target="https://en.wikipedia.org/wiki/Thomas_Tallis#cite_note-:4-16" TargetMode="External"/><Relationship Id="rId5" Type="http://schemas.openxmlformats.org/officeDocument/2006/relationships/hyperlink" Target="https://en.wikipedia.org/wiki/Thomas_Tallis#cite_note-FOOTNOTEDoeAllinson2009-12" TargetMode="External"/><Relationship Id="rId4" Type="http://schemas.openxmlformats.org/officeDocument/2006/relationships/hyperlink" Target="https://en.wikipedia.org/wiki/John_Stow"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Thomas_Tallis#cite_note-FOOTNOTEDoeAllinson2009-12" TargetMode="External"/><Relationship Id="rId2" Type="http://schemas.openxmlformats.org/officeDocument/2006/relationships/hyperlink" Target="https://en.wikipedia.org/wiki/Ye_Sacred_Muses" TargetMode="External"/><Relationship Id="rId1" Type="http://schemas.openxmlformats.org/officeDocument/2006/relationships/slideLayout" Target="../slideLayouts/slideLayout7.xml"/><Relationship Id="rId5" Type="http://schemas.openxmlformats.org/officeDocument/2006/relationships/hyperlink" Target="https://en.wikipedia.org/wiki/Thomas_Tallis#cite_note-FOOTNOTEHarley1996-38" TargetMode="External"/><Relationship Id="rId4" Type="http://schemas.openxmlformats.org/officeDocument/2006/relationships/hyperlink" Target="https://en.wikipedia.org/wiki/Thomas_Tallis#cite_note-FOOTNOTEMcCarthy2019-26" TargetMode="Externa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4.png"/><Relationship Id="rId4" Type="http://schemas.openxmlformats.org/officeDocument/2006/relationships/hyperlink" Target="https://en.wikipedia.org/wiki/List_of_compositions_by_Thomas_Tallis" TargetMode="External"/></Relationships>
</file>

<file path=ppt/slides/_rels/slide15.xml.rels><?xml version="1.0" encoding="UTF-8" standalone="yes"?>
<Relationships xmlns="http://schemas.openxmlformats.org/package/2006/relationships"><Relationship Id="rId13" Type="http://schemas.openxmlformats.org/officeDocument/2006/relationships/hyperlink" Target="https://en.wikipedia.org/wiki/Parody_mass" TargetMode="External"/><Relationship Id="rId18" Type="http://schemas.openxmlformats.org/officeDocument/2006/relationships/hyperlink" Target="https://en.wikipedia.org/wiki/Thomas_Tallis#cite_note-52" TargetMode="External"/><Relationship Id="rId26" Type="http://schemas.openxmlformats.org/officeDocument/2006/relationships/hyperlink" Target="https://en.wikipedia.org/wiki/Thomas_Tallis#cite_note-:3-55" TargetMode="External"/><Relationship Id="rId3" Type="http://schemas.openxmlformats.org/officeDocument/2006/relationships/hyperlink" Target="https://en.wikipedia.org/wiki/Antiphons" TargetMode="External"/><Relationship Id="rId21" Type="http://schemas.openxmlformats.org/officeDocument/2006/relationships/hyperlink" Target="https://en.wikipedia.org/wiki/Thomas_Tallis#cite_note-FOOTNOTESkinner2016-53" TargetMode="External"/><Relationship Id="rId7" Type="http://schemas.openxmlformats.org/officeDocument/2006/relationships/hyperlink" Target="https://en.wikipedia.org/wiki/Compline" TargetMode="External"/><Relationship Id="rId12" Type="http://schemas.openxmlformats.org/officeDocument/2006/relationships/hyperlink" Target="https://en.wikipedia.org/wiki/Musical_quotation" TargetMode="External"/><Relationship Id="rId17" Type="http://schemas.openxmlformats.org/officeDocument/2006/relationships/hyperlink" Target="https://en.wikipedia.org/wiki/William_Mundy_(composer)#Vox_patris_caelestis" TargetMode="External"/><Relationship Id="rId25" Type="http://schemas.openxmlformats.org/officeDocument/2006/relationships/hyperlink" Target="https://en.wikipedia.org/wiki/Boulogne-sur-Mer" TargetMode="External"/><Relationship Id="rId33" Type="http://schemas.openxmlformats.org/officeDocument/2006/relationships/hyperlink" Target="https://en.wikipedia.org/wiki/Thomas_Tallis#cite_note-57" TargetMode="External"/><Relationship Id="rId2" Type="http://schemas.openxmlformats.org/officeDocument/2006/relationships/hyperlink" Target="https://en.wikipedia.org/wiki/Thomas_Tallis#cite_note-FOOTNOTEHarley2015224-46" TargetMode="External"/><Relationship Id="rId16" Type="http://schemas.openxmlformats.org/officeDocument/2006/relationships/hyperlink" Target="https://en.wikipedia.org/wiki/Mary_I_of_England" TargetMode="External"/><Relationship Id="rId20" Type="http://schemas.openxmlformats.org/officeDocument/2006/relationships/hyperlink" Target="https://en.wikipedia.org/wiki/Catherine_Parr" TargetMode="External"/><Relationship Id="rId29" Type="http://schemas.openxmlformats.org/officeDocument/2006/relationships/hyperlink" Target="https://en.wikipedia.org/wiki/Exhortation_and_Litany_(1544)" TargetMode="External"/><Relationship Id="rId1" Type="http://schemas.openxmlformats.org/officeDocument/2006/relationships/slideLayout" Target="../slideLayouts/slideLayout2.xml"/><Relationship Id="rId6" Type="http://schemas.openxmlformats.org/officeDocument/2006/relationships/hyperlink" Target="https://en.wikipedia.org/wiki/Thomas_Tallis#cite_note-FOOTNOTERogers2016-48" TargetMode="External"/><Relationship Id="rId11" Type="http://schemas.openxmlformats.org/officeDocument/2006/relationships/hyperlink" Target="https://en.wikipedia.org/wiki/Thomas_Tallis#cite_note-FOOTNOTEHarley2015222-49" TargetMode="External"/><Relationship Id="rId24" Type="http://schemas.openxmlformats.org/officeDocument/2006/relationships/hyperlink" Target="https://en.wikipedia.org/wiki/Henry_VIII#Second_invasion_of_France_and_the_%22Rough_Wooing%22_of_Scotland" TargetMode="External"/><Relationship Id="rId32" Type="http://schemas.openxmlformats.org/officeDocument/2006/relationships/hyperlink" Target="https://en.wikipedia.org/wiki/Melisma" TargetMode="External"/><Relationship Id="rId5" Type="http://schemas.openxmlformats.org/officeDocument/2006/relationships/hyperlink" Target="https://en.wikipedia.org/wiki/Thomas_Tallis#cite_note-47" TargetMode="External"/><Relationship Id="rId15" Type="http://schemas.openxmlformats.org/officeDocument/2006/relationships/hyperlink" Target="https://en.wikipedia.org/wiki/Thomas_Tallis#cite_note-:6-51" TargetMode="External"/><Relationship Id="rId23" Type="http://schemas.openxmlformats.org/officeDocument/2006/relationships/hyperlink" Target="https://en.wikipedia.org/wiki/Contrafactum" TargetMode="External"/><Relationship Id="rId28" Type="http://schemas.openxmlformats.org/officeDocument/2006/relationships/hyperlink" Target="https://en.wikipedia.org/wiki/Thomas_Tallis#cite_note-:4-16" TargetMode="External"/><Relationship Id="rId10" Type="http://schemas.openxmlformats.org/officeDocument/2006/relationships/hyperlink" Target="https://en.wikipedia.org/wiki/Robert_Fayrfax" TargetMode="External"/><Relationship Id="rId19" Type="http://schemas.openxmlformats.org/officeDocument/2006/relationships/hyperlink" Target="https://en.wikipedia.org/wiki/Corpus_Christi_College,_Oxford" TargetMode="External"/><Relationship Id="rId31" Type="http://schemas.openxmlformats.org/officeDocument/2006/relationships/hyperlink" Target="https://en.wikipedia.org/wiki/Homophony" TargetMode="External"/><Relationship Id="rId4" Type="http://schemas.openxmlformats.org/officeDocument/2006/relationships/hyperlink" Target="https://en.wikipedia.org/wiki/Mary,_mother_of_Jesus" TargetMode="External"/><Relationship Id="rId9" Type="http://schemas.openxmlformats.org/officeDocument/2006/relationships/hyperlink" Target="https://en.wikipedia.org/wiki/John_Taverner" TargetMode="External"/><Relationship Id="rId14" Type="http://schemas.openxmlformats.org/officeDocument/2006/relationships/hyperlink" Target="https://en.wikipedia.org/wiki/Thomas_Tallis#cite_note-50" TargetMode="External"/><Relationship Id="rId22" Type="http://schemas.openxmlformats.org/officeDocument/2006/relationships/hyperlink" Target="https://en.wikipedia.org/wiki/Thomas_Tallis#cite_note-54" TargetMode="External"/><Relationship Id="rId27" Type="http://schemas.openxmlformats.org/officeDocument/2006/relationships/hyperlink" Target="https://en.wikipedia.org/wiki/Thomas_Cranmer" TargetMode="External"/><Relationship Id="rId30" Type="http://schemas.openxmlformats.org/officeDocument/2006/relationships/hyperlink" Target="https://en.wikipedia.org/wiki/Thomas_Tallis#cite_note-FOOTNOTEWillis201652-56" TargetMode="External"/><Relationship Id="rId8" Type="http://schemas.openxmlformats.org/officeDocument/2006/relationships/hyperlink" Target="https://en.wikipedia.org/wiki/English_Votive_Style" TargetMode="External"/></Relationships>
</file>

<file path=ppt/slides/_rels/slide16.xml.rels><?xml version="1.0" encoding="UTF-8" standalone="yes"?>
<Relationships xmlns="http://schemas.openxmlformats.org/package/2006/relationships"><Relationship Id="rId13" Type="http://schemas.openxmlformats.org/officeDocument/2006/relationships/hyperlink" Target="https://en.wikipedia.org/wiki/Thomas_Tallis#cite_note-FOOTNOTEShrock2009148-61" TargetMode="External"/><Relationship Id="rId18" Type="http://schemas.openxmlformats.org/officeDocument/2006/relationships/hyperlink" Target="https://en.wikipedia.org/wiki/Thomas_Tallis#cite_note-:2-29" TargetMode="External"/><Relationship Id="rId26" Type="http://schemas.openxmlformats.org/officeDocument/2006/relationships/hyperlink" Target="https://en.wikipedia.org/wiki/Franco-Flemish_School" TargetMode="External"/><Relationship Id="rId3" Type="http://schemas.openxmlformats.org/officeDocument/2006/relationships/hyperlink" Target="https://en.wikipedia.org/wiki/Thomas_Tallis#cite_note-FOOTNOTELord200375-58" TargetMode="External"/><Relationship Id="rId21" Type="http://schemas.openxmlformats.org/officeDocument/2006/relationships/hyperlink" Target="https://en.wikipedia.org/wiki/Missa_Puer_natus_est_nobis" TargetMode="External"/><Relationship Id="rId34" Type="http://schemas.openxmlformats.org/officeDocument/2006/relationships/hyperlink" Target="https://en.wikipedia.org/wiki/Book_of_Common_Prayer" TargetMode="External"/><Relationship Id="rId7" Type="http://schemas.openxmlformats.org/officeDocument/2006/relationships/hyperlink" Target="https://en.wikipedia.org/wiki/Great_Service_(Byrd)" TargetMode="External"/><Relationship Id="rId12" Type="http://schemas.openxmlformats.org/officeDocument/2006/relationships/hyperlink" Target="https://en.wikipedia.org/wiki/Use_of_Sarum" TargetMode="External"/><Relationship Id="rId17" Type="http://schemas.openxmlformats.org/officeDocument/2006/relationships/hyperlink" Target="https://en.wikipedia.org/wiki/English_Reformation#Marian_Restoration" TargetMode="External"/><Relationship Id="rId25" Type="http://schemas.openxmlformats.org/officeDocument/2006/relationships/hyperlink" Target="https://en.wikipedia.org/wiki/False_relation" TargetMode="External"/><Relationship Id="rId33" Type="http://schemas.openxmlformats.org/officeDocument/2006/relationships/hyperlink" Target="https://en.wikipedia.org/wiki/Thomas_Tallis#cite_note-FOOTNOTEFarrell2001125-4" TargetMode="External"/><Relationship Id="rId2" Type="http://schemas.openxmlformats.org/officeDocument/2006/relationships/hyperlink" Target="https://en.wikipedia.org/wiki/Edward_VI" TargetMode="External"/><Relationship Id="rId16" Type="http://schemas.openxmlformats.org/officeDocument/2006/relationships/hyperlink" Target="https://en.wikipedia.org/wiki/Thomas_Tallis#cite_note-:8-62" TargetMode="External"/><Relationship Id="rId20" Type="http://schemas.openxmlformats.org/officeDocument/2006/relationships/hyperlink" Target="https://en.wikipedia.org/wiki/Prolation_canon" TargetMode="External"/><Relationship Id="rId29" Type="http://schemas.openxmlformats.org/officeDocument/2006/relationships/hyperlink" Target="https://en.wikipedia.org/wiki/Western_esotericism" TargetMode="External"/><Relationship Id="rId1" Type="http://schemas.openxmlformats.org/officeDocument/2006/relationships/slideLayout" Target="../slideLayouts/slideLayout2.xml"/><Relationship Id="rId6" Type="http://schemas.openxmlformats.org/officeDocument/2006/relationships/hyperlink" Target="https://en.wikipedia.org/wiki/Benedictus_(canticle)" TargetMode="External"/><Relationship Id="rId11" Type="http://schemas.openxmlformats.org/officeDocument/2006/relationships/hyperlink" Target="https://en.wikipedia.org/wiki/Mary_I_of_England" TargetMode="External"/><Relationship Id="rId24" Type="http://schemas.openxmlformats.org/officeDocument/2006/relationships/hyperlink" Target="https://en.wikipedia.org/wiki/Thomas_Tallis#cite_note-Whoswho-65" TargetMode="External"/><Relationship Id="rId32" Type="http://schemas.openxmlformats.org/officeDocument/2006/relationships/hyperlink" Target="https://en.wikipedia.org/wiki/Act_of_Uniformity_1558" TargetMode="External"/><Relationship Id="rId5" Type="http://schemas.openxmlformats.org/officeDocument/2006/relationships/hyperlink" Target="https://en.wikipedia.org/wiki/Book_of_Common_Prayer_(1549)" TargetMode="External"/><Relationship Id="rId15" Type="http://schemas.openxmlformats.org/officeDocument/2006/relationships/hyperlink" Target="https://en.wikipedia.org/wiki/Capilla_flamenca_(Spain)" TargetMode="External"/><Relationship Id="rId23" Type="http://schemas.openxmlformats.org/officeDocument/2006/relationships/hyperlink" Target="https://en.wikipedia.org/wiki/Puer_natus_est_nobis" TargetMode="External"/><Relationship Id="rId28" Type="http://schemas.openxmlformats.org/officeDocument/2006/relationships/hyperlink" Target="https://en.wikipedia.org/wiki/Thomas_Tallis#cite_note-FOOTNOTEWulfstan1990-66" TargetMode="External"/><Relationship Id="rId36" Type="http://schemas.openxmlformats.org/officeDocument/2006/relationships/hyperlink" Target="https://en.wikipedia.org/wiki/Thomas_Tallis#cite_note-:6-51" TargetMode="External"/><Relationship Id="rId10" Type="http://schemas.openxmlformats.org/officeDocument/2006/relationships/hyperlink" Target="https://en.wikipedia.org/wiki/Thomas_Tallis#cite_note-60" TargetMode="External"/><Relationship Id="rId19" Type="http://schemas.openxmlformats.org/officeDocument/2006/relationships/hyperlink" Target="https://en.wikipedia.org/wiki/Thomas_Tallis#cite_note-63" TargetMode="External"/><Relationship Id="rId31" Type="http://schemas.openxmlformats.org/officeDocument/2006/relationships/hyperlink" Target="https://en.wikipedia.org/wiki/Thomas_Tallis#cite_note-:7-67" TargetMode="External"/><Relationship Id="rId4" Type="http://schemas.openxmlformats.org/officeDocument/2006/relationships/hyperlink" Target="https://en.wikipedia.org/w/index.php?title=Dorian_Service&amp;action=edit&amp;redlink=1" TargetMode="External"/><Relationship Id="rId9" Type="http://schemas.openxmlformats.org/officeDocument/2006/relationships/hyperlink" Target="https://en.wikipedia.org/w/index.php?title=Wanley_Partbooks&amp;action=edit&amp;redlink=1" TargetMode="External"/><Relationship Id="rId14" Type="http://schemas.openxmlformats.org/officeDocument/2006/relationships/hyperlink" Target="https://en.wikipedia.org/wiki/Philip_II_of_Spain" TargetMode="External"/><Relationship Id="rId22" Type="http://schemas.openxmlformats.org/officeDocument/2006/relationships/hyperlink" Target="https://en.wikipedia.org/wiki/Cantus_firmus" TargetMode="External"/><Relationship Id="rId27" Type="http://schemas.openxmlformats.org/officeDocument/2006/relationships/hyperlink" Target="https://en.wikipedia.org/wiki/Johannes_Ockeghem" TargetMode="External"/><Relationship Id="rId30" Type="http://schemas.openxmlformats.org/officeDocument/2006/relationships/hyperlink" Target="https://en.wikipedia.org/wiki/The_Mulliner_Book" TargetMode="External"/><Relationship Id="rId35" Type="http://schemas.openxmlformats.org/officeDocument/2006/relationships/hyperlink" Target="https://en.wikipedia.org/wiki/Thomas_Tallis#cite_note-FOOTNOTEThomas199889-68" TargetMode="External"/><Relationship Id="rId8" Type="http://schemas.openxmlformats.org/officeDocument/2006/relationships/hyperlink" Target="https://en.wikipedia.org/wiki/If_ye_love_me" TargetMode="External"/></Relationships>
</file>

<file path=ppt/slides/_rels/slide17.xml.rels><?xml version="1.0" encoding="UTF-8" standalone="yes"?>
<Relationships xmlns="http://schemas.openxmlformats.org/package/2006/relationships"><Relationship Id="rId13" Type="http://schemas.openxmlformats.org/officeDocument/2006/relationships/hyperlink" Target="https://en.wikipedia.org/wiki/Thomas_Tallis#cite_note-hymnary-72" TargetMode="External"/><Relationship Id="rId18" Type="http://schemas.openxmlformats.org/officeDocument/2006/relationships/hyperlink" Target="https://en.wikipedia.org/wiki/Thomas_Tallis#cite_note-FOOTNOTEMilsom1998-74" TargetMode="External"/><Relationship Id="rId26" Type="http://schemas.openxmlformats.org/officeDocument/2006/relationships/hyperlink" Target="https://en.wikipedia.org/wiki/Alessandro_Striggio" TargetMode="External"/><Relationship Id="rId21" Type="http://schemas.openxmlformats.org/officeDocument/2006/relationships/hyperlink" Target="https://en.wikipedia.org/wiki/Lamentations_of_Jeremiah_the_Prophet_(Tallis)" TargetMode="External"/><Relationship Id="rId34" Type="http://schemas.openxmlformats.org/officeDocument/2006/relationships/hyperlink" Target="https://en.wikipedia.org/wiki/Nonsuch_Palace" TargetMode="External"/><Relationship Id="rId7" Type="http://schemas.openxmlformats.org/officeDocument/2006/relationships/hyperlink" Target="https://en.wikipedia.org/wiki/Fantasia_on_a_Theme_by_Thomas_Tallis" TargetMode="External"/><Relationship Id="rId12" Type="http://schemas.openxmlformats.org/officeDocument/2006/relationships/hyperlink" Target="https://en.wikipedia.org/wiki/Thomas_Ken" TargetMode="External"/><Relationship Id="rId17" Type="http://schemas.openxmlformats.org/officeDocument/2006/relationships/hyperlink" Target="https://en.wikipedia.org/wiki/Imitative_counterpoint" TargetMode="External"/><Relationship Id="rId25" Type="http://schemas.openxmlformats.org/officeDocument/2006/relationships/hyperlink" Target="https://en.wikipedia.org/wiki/Spem_in_alium" TargetMode="External"/><Relationship Id="rId33" Type="http://schemas.openxmlformats.org/officeDocument/2006/relationships/hyperlink" Target="https://en.wikipedia.org/wiki/Thomas_Tallis#cite_note-FOOTNOTEMilsom2012-77" TargetMode="External"/><Relationship Id="rId38" Type="http://schemas.openxmlformats.org/officeDocument/2006/relationships/hyperlink" Target="https://en.wikipedia.org/wiki/Thomas_Tallis#cite_note-79" TargetMode="External"/><Relationship Id="rId2" Type="http://schemas.openxmlformats.org/officeDocument/2006/relationships/hyperlink" Target="https://en.wikipedia.org/wiki/Elizabethan_Religious_Settlement" TargetMode="External"/><Relationship Id="rId16" Type="http://schemas.openxmlformats.org/officeDocument/2006/relationships/hyperlink" Target="https://en.wikipedia.org/wiki/Thomas_Tallis#cite_note-FOOTNOTEMilsom2003163-73" TargetMode="External"/><Relationship Id="rId20" Type="http://schemas.openxmlformats.org/officeDocument/2006/relationships/hyperlink" Target="https://en.wikipedia.org/wiki/Thomas_Tallis#cite_note-76" TargetMode="External"/><Relationship Id="rId29" Type="http://schemas.openxmlformats.org/officeDocument/2006/relationships/hyperlink" Target="https://en.wikipedia.org/wiki/Holofernes" TargetMode="External"/><Relationship Id="rId1" Type="http://schemas.openxmlformats.org/officeDocument/2006/relationships/slideLayout" Target="../slideLayouts/slideLayout2.xml"/><Relationship Id="rId6" Type="http://schemas.openxmlformats.org/officeDocument/2006/relationships/hyperlink" Target="https://en.wikipedia.org/wiki/Thomas_Tallis#cite_note-FOOTNOTELord200386-70" TargetMode="External"/><Relationship Id="rId11" Type="http://schemas.openxmlformats.org/officeDocument/2006/relationships/hyperlink" Target="https://en.wikipedia.org/wiki/Thomas_Ravenscroft" TargetMode="External"/><Relationship Id="rId24" Type="http://schemas.openxmlformats.org/officeDocument/2006/relationships/hyperlink" Target="https://en.wikipedia.org/wiki/O_nata_lux" TargetMode="External"/><Relationship Id="rId32" Type="http://schemas.openxmlformats.org/officeDocument/2006/relationships/hyperlink" Target="https://en.wikipedia.org/wiki/Assassination" TargetMode="External"/><Relationship Id="rId37" Type="http://schemas.openxmlformats.org/officeDocument/2006/relationships/hyperlink" Target="https://en.wikipedia.org/wiki/Longa_(music)" TargetMode="External"/><Relationship Id="rId5" Type="http://schemas.openxmlformats.org/officeDocument/2006/relationships/hyperlink" Target="https://en.wikipedia.org/wiki/Matthew_Parker" TargetMode="External"/><Relationship Id="rId15" Type="http://schemas.openxmlformats.org/officeDocument/2006/relationships/hyperlink" Target="https://en.wikipedia.org/wiki/Motet" TargetMode="External"/><Relationship Id="rId23" Type="http://schemas.openxmlformats.org/officeDocument/2006/relationships/hyperlink" Target="https://en.wikipedia.org/wiki/Holy_Week" TargetMode="External"/><Relationship Id="rId28" Type="http://schemas.openxmlformats.org/officeDocument/2006/relationships/hyperlink" Target="https://en.wikipedia.org/wiki/Book_of_Judith" TargetMode="External"/><Relationship Id="rId36" Type="http://schemas.openxmlformats.org/officeDocument/2006/relationships/hyperlink" Target="https://en.wikipedia.org/wiki/Temptation_of_Christ" TargetMode="External"/><Relationship Id="rId10" Type="http://schemas.openxmlformats.org/officeDocument/2006/relationships/hyperlink" Target="https://en.wikipedia.org/wiki/Psalm_67" TargetMode="External"/><Relationship Id="rId19" Type="http://schemas.openxmlformats.org/officeDocument/2006/relationships/hyperlink" Target="https://en.wikipedia.org/wiki/Thomas_Tallis#cite_note-75" TargetMode="External"/><Relationship Id="rId31" Type="http://schemas.openxmlformats.org/officeDocument/2006/relationships/hyperlink" Target="https://en.wikipedia.org/wiki/Ridolfi_plot" TargetMode="External"/><Relationship Id="rId4" Type="http://schemas.openxmlformats.org/officeDocument/2006/relationships/hyperlink" Target="https://en.wikipedia.org/wiki/Tunes_for_Archbishop_Parker%27s_Psalter" TargetMode="External"/><Relationship Id="rId9" Type="http://schemas.openxmlformats.org/officeDocument/2006/relationships/hyperlink" Target="https://en.wikipedia.org/wiki/Thomas_Tallis#cite_note-FOOTNOTESteinberg2008291-71" TargetMode="External"/><Relationship Id="rId14" Type="http://schemas.openxmlformats.org/officeDocument/2006/relationships/hyperlink" Target="https://en.wikipedia.org/wiki/Anthem" TargetMode="External"/><Relationship Id="rId22" Type="http://schemas.openxmlformats.org/officeDocument/2006/relationships/hyperlink" Target="https://en.wikipedia.org/wiki/Thomas_Tallis#cite_note-FOOTNOTECole2008b93-30" TargetMode="External"/><Relationship Id="rId27" Type="http://schemas.openxmlformats.org/officeDocument/2006/relationships/hyperlink" Target="https://en.wikipedia.org/wiki/Missa_sopra_Ecco_s%C3%AC_beato_giorno" TargetMode="External"/><Relationship Id="rId30" Type="http://schemas.openxmlformats.org/officeDocument/2006/relationships/hyperlink" Target="https://en.wikipedia.org/wiki/People_of_Israel" TargetMode="External"/><Relationship Id="rId35" Type="http://schemas.openxmlformats.org/officeDocument/2006/relationships/hyperlink" Target="https://en.wikipedia.org/wiki/Thomas_Tallis#cite_note-78" TargetMode="External"/><Relationship Id="rId8" Type="http://schemas.openxmlformats.org/officeDocument/2006/relationships/hyperlink" Target="https://en.wikipedia.org/wiki/Ralph_Vaughan_Williams" TargetMode="External"/><Relationship Id="rId3" Type="http://schemas.openxmlformats.org/officeDocument/2006/relationships/hyperlink" Target="https://en.wikipedia.org/wiki/Thomas_Tallis#cite_note-FOOTNOTEWillis201657-69"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en.wikipedia.org/wiki/Thomas_Tallis#cite_note-FOOTNOTEMilsom1998-74" TargetMode="External"/><Relationship Id="rId13" Type="http://schemas.openxmlformats.org/officeDocument/2006/relationships/hyperlink" Target="https://en.wikipedia.org/wiki/Laudate_Dominum" TargetMode="External"/><Relationship Id="rId18" Type="http://schemas.openxmlformats.org/officeDocument/2006/relationships/hyperlink" Target="https://en.wikipedia.org/wiki/Word-painting" TargetMode="External"/><Relationship Id="rId3" Type="http://schemas.openxmlformats.org/officeDocument/2006/relationships/hyperlink" Target="https://en.wikipedia.org/wiki/Thomas_Tallis#cite_note-80" TargetMode="External"/><Relationship Id="rId21" Type="http://schemas.openxmlformats.org/officeDocument/2006/relationships/hyperlink" Target="https://en.wikipedia.org/wiki/Thomas_Tallis#cite_note-88" TargetMode="External"/><Relationship Id="rId7" Type="http://schemas.openxmlformats.org/officeDocument/2006/relationships/hyperlink" Target="https://en.wikipedia.org/wiki/John_Bull_(composer)" TargetMode="External"/><Relationship Id="rId12" Type="http://schemas.openxmlformats.org/officeDocument/2006/relationships/hyperlink" Target="https://en.wikipedia.org/wiki/Thomas_Tallis#cite_note-83" TargetMode="External"/><Relationship Id="rId17" Type="http://schemas.openxmlformats.org/officeDocument/2006/relationships/hyperlink" Target="https://en.wikipedia.org/wiki/Cantiones_quae_ab_argumento_sacrae_vocantur" TargetMode="External"/><Relationship Id="rId2" Type="http://schemas.openxmlformats.org/officeDocument/2006/relationships/hyperlink" Target="https://en.wikipedia.org/wiki/Fitzwilliam_Virginal_Book" TargetMode="External"/><Relationship Id="rId16" Type="http://schemas.openxmlformats.org/officeDocument/2006/relationships/hyperlink" Target="https://en.wikipedia.org/wiki/English_cadence" TargetMode="External"/><Relationship Id="rId20" Type="http://schemas.openxmlformats.org/officeDocument/2006/relationships/hyperlink" Target="https://en.wikipedia.org/wiki/Thomas_Tallis#cite_note-FOOTNOTEMilsom1984-87" TargetMode="External"/><Relationship Id="rId1" Type="http://schemas.openxmlformats.org/officeDocument/2006/relationships/slideLayout" Target="../slideLayouts/slideLayout2.xml"/><Relationship Id="rId6" Type="http://schemas.openxmlformats.org/officeDocument/2006/relationships/hyperlink" Target="https://en.wikipedia.org/wiki/Solf%C3%A8ge" TargetMode="External"/><Relationship Id="rId11" Type="http://schemas.openxmlformats.org/officeDocument/2006/relationships/hyperlink" Target="https://en.wikipedia.org/wiki/William_Byrd#Cantiones_sacrae_(1575)" TargetMode="External"/><Relationship Id="rId5" Type="http://schemas.openxmlformats.org/officeDocument/2006/relationships/hyperlink" Target="https://en.wikipedia.org/wiki/Fantasia_(musical_form)" TargetMode="External"/><Relationship Id="rId15" Type="http://schemas.openxmlformats.org/officeDocument/2006/relationships/hyperlink" Target="https://en.wikipedia.org/wiki/Thomas_Tallis#cite_note-:5-85" TargetMode="External"/><Relationship Id="rId10" Type="http://schemas.openxmlformats.org/officeDocument/2006/relationships/hyperlink" Target="https://en.wikipedia.org/wiki/Viol" TargetMode="External"/><Relationship Id="rId19" Type="http://schemas.openxmlformats.org/officeDocument/2006/relationships/hyperlink" Target="https://en.wikipedia.org/wiki/Thomas_Tallis#cite_note-86" TargetMode="External"/><Relationship Id="rId4" Type="http://schemas.openxmlformats.org/officeDocument/2006/relationships/hyperlink" Target="https://en.wikipedia.org/wiki/In_Nomine" TargetMode="External"/><Relationship Id="rId9" Type="http://schemas.openxmlformats.org/officeDocument/2006/relationships/hyperlink" Target="https://en.wikipedia.org/wiki/O_sacrum_convivium" TargetMode="External"/><Relationship Id="rId14" Type="http://schemas.openxmlformats.org/officeDocument/2006/relationships/hyperlink" Target="https://en.wikipedia.org/wiki/Thomas_Tallis#cite_note-84" TargetMode="External"/><Relationship Id="rId22" Type="http://schemas.openxmlformats.org/officeDocument/2006/relationships/hyperlink" Target="https://en.wikipedia.org/wiki/Thomas_Tallis#cite_note-89"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3" Type="http://schemas.openxmlformats.org/officeDocument/2006/relationships/hyperlink" Target="https://en.wikipedia.org/wiki/Great_Service_(Byrd)" TargetMode="External"/><Relationship Id="rId18" Type="http://schemas.openxmlformats.org/officeDocument/2006/relationships/hyperlink" Target="https://en.wikipedia.org/wiki/John_Taverner" TargetMode="External"/><Relationship Id="rId26" Type="http://schemas.openxmlformats.org/officeDocument/2006/relationships/hyperlink" Target="https://en.wikipedia.org/wiki/Ernest_Walker_(composer)" TargetMode="External"/><Relationship Id="rId3" Type="http://schemas.openxmlformats.org/officeDocument/2006/relationships/hyperlink" Target="https://en.wikipedia.org/wiki/Thomas_Tallis#cite_note-FOOTNOTEHarley2015227-90" TargetMode="External"/><Relationship Id="rId21" Type="http://schemas.openxmlformats.org/officeDocument/2006/relationships/hyperlink" Target="https://en.wikipedia.org/wiki/William_Parsons_(composer_and_copyist)" TargetMode="External"/><Relationship Id="rId34" Type="http://schemas.openxmlformats.org/officeDocument/2006/relationships/hyperlink" Target="https://en.wikipedia.org/wiki/Thomas_Tallis_School" TargetMode="External"/><Relationship Id="rId7" Type="http://schemas.openxmlformats.org/officeDocument/2006/relationships/hyperlink" Target="https://en.wikipedia.org/w/index.php?title=John_Baldwin_(composer)&amp;action=edit&amp;redlink=1" TargetMode="External"/><Relationship Id="rId12" Type="http://schemas.openxmlformats.org/officeDocument/2006/relationships/hyperlink" Target="https://en.wikipedia.org/wiki/Thomas_Tallis#cite_note-94" TargetMode="External"/><Relationship Id="rId17" Type="http://schemas.openxmlformats.org/officeDocument/2006/relationships/hyperlink" Target="https://en.wikipedia.org/wiki/Robert_Fayrfax" TargetMode="External"/><Relationship Id="rId25" Type="http://schemas.openxmlformats.org/officeDocument/2006/relationships/hyperlink" Target="https://en.wikipedia.org/wiki/Robert_White_(composer)" TargetMode="External"/><Relationship Id="rId33" Type="http://schemas.openxmlformats.org/officeDocument/2006/relationships/hyperlink" Target="https://en.wikipedia.org/wiki/Thomas_Tallis#cite_note-FOOTNOTEKnighton2005-99" TargetMode="External"/><Relationship Id="rId2" Type="http://schemas.openxmlformats.org/officeDocument/2006/relationships/hyperlink" Target="https://en.wikipedia.org/wiki/Sacred_music" TargetMode="External"/><Relationship Id="rId16" Type="http://schemas.openxmlformats.org/officeDocument/2006/relationships/hyperlink" Target="https://en.wikipedia.org/wiki/Thomas_Morley" TargetMode="External"/><Relationship Id="rId20" Type="http://schemas.openxmlformats.org/officeDocument/2006/relationships/hyperlink" Target="https://en.wikipedia.org/wiki/William_White_(composer)" TargetMode="External"/><Relationship Id="rId29" Type="http://schemas.openxmlformats.org/officeDocument/2006/relationships/hyperlink" Target="https://en.wikipedia.org/wiki/Imitative_counterpoint" TargetMode="External"/><Relationship Id="rId1" Type="http://schemas.openxmlformats.org/officeDocument/2006/relationships/slideLayout" Target="../slideLayouts/slideLayout2.xml"/><Relationship Id="rId6" Type="http://schemas.openxmlformats.org/officeDocument/2006/relationships/hyperlink" Target="https://en.wikipedia.org/wiki/Thomas_Tallis#cite_note-FOOTNOTECole2008a-92" TargetMode="External"/><Relationship Id="rId11" Type="http://schemas.openxmlformats.org/officeDocument/2006/relationships/hyperlink" Target="https://en.wikipedia.org/wiki/John_Petre,_1st_Baron_Petre" TargetMode="External"/><Relationship Id="rId24" Type="http://schemas.openxmlformats.org/officeDocument/2006/relationships/hyperlink" Target="https://en.wikipedia.org/wiki/Christopher_Tye" TargetMode="External"/><Relationship Id="rId32" Type="http://schemas.openxmlformats.org/officeDocument/2006/relationships/hyperlink" Target="https://en.wikipedia.org/wiki/Thomas_Tallis#cite_note-98" TargetMode="External"/><Relationship Id="rId5" Type="http://schemas.openxmlformats.org/officeDocument/2006/relationships/hyperlink" Target="https://en.wikipedia.org/wiki/Anglican_church_music" TargetMode="External"/><Relationship Id="rId15" Type="http://schemas.openxmlformats.org/officeDocument/2006/relationships/hyperlink" Target="https://en.wikipedia.org/wiki/English_Madrigal_School" TargetMode="External"/><Relationship Id="rId23" Type="http://schemas.openxmlformats.org/officeDocument/2006/relationships/hyperlink" Target="https://en.wikipedia.org/wiki/Thomas_Tallis#cite_note-FOOTNOTEDomingos2012-95" TargetMode="External"/><Relationship Id="rId28" Type="http://schemas.openxmlformats.org/officeDocument/2006/relationships/hyperlink" Target="https://en.wikipedia.org/wiki/Early_music" TargetMode="External"/><Relationship Id="rId36" Type="http://schemas.openxmlformats.org/officeDocument/2006/relationships/hyperlink" Target="https://en.wikipedia.org/wiki/Comprehensive_school" TargetMode="External"/><Relationship Id="rId10" Type="http://schemas.openxmlformats.org/officeDocument/2006/relationships/hyperlink" Target="https://en.wikipedia.org/wiki/Edward_Paston" TargetMode="External"/><Relationship Id="rId19" Type="http://schemas.openxmlformats.org/officeDocument/2006/relationships/hyperlink" Target="https://en.wikipedia.org/wiki/John_Sheppard_(composer)" TargetMode="External"/><Relationship Id="rId31" Type="http://schemas.openxmlformats.org/officeDocument/2006/relationships/hyperlink" Target="https://en.wikipedia.org/wiki/Canterbury_Christ_Church_University" TargetMode="External"/><Relationship Id="rId4" Type="http://schemas.openxmlformats.org/officeDocument/2006/relationships/hyperlink" Target="https://en.wikipedia.org/wiki/Thomas_Tallis#cite_note-FOOTNOTEPhillips200513-91" TargetMode="External"/><Relationship Id="rId9" Type="http://schemas.openxmlformats.org/officeDocument/2006/relationships/hyperlink" Target="https://en.wikipedia.org/wiki/Thomas_Tallis#cite_note-FOOTNOTEFlood1924-93" TargetMode="External"/><Relationship Id="rId14" Type="http://schemas.openxmlformats.org/officeDocument/2006/relationships/hyperlink" Target="https://en.wikipedia.org/wiki/Thomas_Tallis#cite_note-:1-59" TargetMode="External"/><Relationship Id="rId22" Type="http://schemas.openxmlformats.org/officeDocument/2006/relationships/hyperlink" Target="https://en.wikipedia.org/wiki/Orlando_di_Lasso" TargetMode="External"/><Relationship Id="rId27" Type="http://schemas.openxmlformats.org/officeDocument/2006/relationships/hyperlink" Target="https://en.wikipedia.org/wiki/Thomas_Tallis#cite_note-FOOTNOTEWalker190744-96" TargetMode="External"/><Relationship Id="rId30" Type="http://schemas.openxmlformats.org/officeDocument/2006/relationships/hyperlink" Target="https://en.wikipedia.org/wiki/Thomas_Tallis#cite_note-FOOTNOTEMilsom1988-97" TargetMode="External"/><Relationship Id="rId35" Type="http://schemas.openxmlformats.org/officeDocument/2006/relationships/hyperlink" Target="https://en.wikipedia.org/wiki/Kidbrooke" TargetMode="External"/><Relationship Id="rId8" Type="http://schemas.openxmlformats.org/officeDocument/2006/relationships/hyperlink" Target="https://en.wikipedia.org/wiki/William_Mundy_(composer)"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en.wikipedia.org/wiki/Carnegie_United_Kingdom_Trust" TargetMode="External"/><Relationship Id="rId13" Type="http://schemas.openxmlformats.org/officeDocument/2006/relationships/hyperlink" Target="https://en.wikipedia.org/wiki/The_Tallis_Scholars" TargetMode="External"/><Relationship Id="rId3" Type="http://schemas.openxmlformats.org/officeDocument/2006/relationships/hyperlink" Target="https://en.wikipedia.org/wiki/Book_of_Common_Prayer" TargetMode="External"/><Relationship Id="rId7" Type="http://schemas.openxmlformats.org/officeDocument/2006/relationships/hyperlink" Target="https://en.wikipedia.org/wiki/Herbert_Howells" TargetMode="External"/><Relationship Id="rId12" Type="http://schemas.openxmlformats.org/officeDocument/2006/relationships/hyperlink" Target="https://en.wikipedia.org/w/index.php?title=Clerkes_of_Oxenford&amp;action=edit&amp;redlink=1" TargetMode="External"/><Relationship Id="rId2" Type="http://schemas.openxmlformats.org/officeDocument/2006/relationships/hyperlink" Target="https://en.wikipedia.org/wiki/Thomas_Tallis#cite_note-:0-100" TargetMode="External"/><Relationship Id="rId1" Type="http://schemas.openxmlformats.org/officeDocument/2006/relationships/slideLayout" Target="../slideLayouts/slideLayout2.xml"/><Relationship Id="rId6" Type="http://schemas.openxmlformats.org/officeDocument/2006/relationships/hyperlink" Target="https://en.wikipedia.org/wiki/Ralph_Vaughan_Williams" TargetMode="External"/><Relationship Id="rId11" Type="http://schemas.openxmlformats.org/officeDocument/2006/relationships/hyperlink" Target="https://en.wikipedia.org/wiki/Thomas_Tallis#cite_note-hyperion-records.co.uk-24" TargetMode="External"/><Relationship Id="rId5" Type="http://schemas.openxmlformats.org/officeDocument/2006/relationships/hyperlink" Target="https://en.wikipedia.org/wiki/Early_music" TargetMode="External"/><Relationship Id="rId15" Type="http://schemas.openxmlformats.org/officeDocument/2006/relationships/hyperlink" Target="https://en.wikipedia.org/wiki/Thomas_Tallis#cite_note-:3-55" TargetMode="External"/><Relationship Id="rId10" Type="http://schemas.openxmlformats.org/officeDocument/2006/relationships/hyperlink" Target="https://en.wikipedia.org/wiki/Westminster_Cathedral" TargetMode="External"/><Relationship Id="rId4" Type="http://schemas.openxmlformats.org/officeDocument/2006/relationships/hyperlink" Target="https://en.wikipedia.org/wiki/Victorian_era" TargetMode="External"/><Relationship Id="rId9" Type="http://schemas.openxmlformats.org/officeDocument/2006/relationships/hyperlink" Target="https://en.wikipedia.org/wiki/R._R._Terry" TargetMode="External"/><Relationship Id="rId14" Type="http://schemas.openxmlformats.org/officeDocument/2006/relationships/hyperlink" Target="https://en.wikipedia.org/wiki/Thomas_Tallis#cite_note-BBC-101"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Blackletter" TargetMode="External"/><Relationship Id="rId2" Type="http://schemas.openxmlformats.org/officeDocument/2006/relationships/hyperlink" Target="https://en.wikipedia.org/wiki/Gerard_Vandergucht" TargetMode="External"/><Relationship Id="rId1" Type="http://schemas.openxmlformats.org/officeDocument/2006/relationships/slideLayout" Target="../slideLayouts/slideLayout2.xml"/><Relationship Id="rId4" Type="http://schemas.openxmlformats.org/officeDocument/2006/relationships/hyperlink" Target="https://en.wikipedia.org/wiki/Thomas_Tallis#cite_note-FOOTNOTECole2008b62-102"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en.wikipedia.org/wiki/Prince_Harry,_Duke_of_Sussex" TargetMode="External"/><Relationship Id="rId13" Type="http://schemas.openxmlformats.org/officeDocument/2006/relationships/hyperlink" Target="https://en.wikipedia.org/wiki/Touching_the_Void_(film)" TargetMode="External"/><Relationship Id="rId18" Type="http://schemas.openxmlformats.org/officeDocument/2006/relationships/hyperlink" Target="https://en.wikipedia.org/wiki/Fifty_Shades_of_Grey#Classical_album" TargetMode="External"/><Relationship Id="rId26" Type="http://schemas.openxmlformats.org/officeDocument/2006/relationships/hyperlink" Target="https://en.wikipedia.org/wiki/Elizabeth_(film)" TargetMode="External"/><Relationship Id="rId3" Type="http://schemas.openxmlformats.org/officeDocument/2006/relationships/hyperlink" Target="https://en.wikipedia.org/wiki/Joe_Van_Moyland" TargetMode="External"/><Relationship Id="rId21" Type="http://schemas.openxmlformats.org/officeDocument/2006/relationships/hyperlink" Target="https://en.wikipedia.org/wiki/The_Perfect_Game" TargetMode="External"/><Relationship Id="rId7" Type="http://schemas.openxmlformats.org/officeDocument/2006/relationships/hyperlink" Target="https://en.wikipedia.org/wiki/Wedding_of_Prince_Harry_and_Meghan_Markle" TargetMode="External"/><Relationship Id="rId12" Type="http://schemas.openxmlformats.org/officeDocument/2006/relationships/hyperlink" Target="https://en.wikipedia.org/wiki/The_Keep_(film)" TargetMode="External"/><Relationship Id="rId17" Type="http://schemas.openxmlformats.org/officeDocument/2006/relationships/hyperlink" Target="https://en.wikipedia.org/wiki/Mystery_Road_(TV_series)" TargetMode="External"/><Relationship Id="rId25" Type="http://schemas.openxmlformats.org/officeDocument/2006/relationships/hyperlink" Target="https://en.wikipedia.org/wiki/Thomas_Tallis#cite_note-109" TargetMode="External"/><Relationship Id="rId2" Type="http://schemas.openxmlformats.org/officeDocument/2006/relationships/hyperlink" Target="https://en.wikipedia.org/wiki/Thomas_Tallis_(The_Tudors)" TargetMode="External"/><Relationship Id="rId16" Type="http://schemas.openxmlformats.org/officeDocument/2006/relationships/hyperlink" Target="https://en.wikipedia.org/wiki/Endeavour_(TV_series)" TargetMode="External"/><Relationship Id="rId20" Type="http://schemas.openxmlformats.org/officeDocument/2006/relationships/hyperlink" Target="https://en.wikipedia.org/wiki/Inspector_Gadget_(film)" TargetMode="External"/><Relationship Id="rId1" Type="http://schemas.openxmlformats.org/officeDocument/2006/relationships/slideLayout" Target="../slideLayouts/slideLayout2.xml"/><Relationship Id="rId6" Type="http://schemas.openxmlformats.org/officeDocument/2006/relationships/hyperlink" Target="https://en.wikipedia.org/wiki/Thomas_Tallis#cite_note-BBC-101" TargetMode="External"/><Relationship Id="rId11" Type="http://schemas.openxmlformats.org/officeDocument/2006/relationships/hyperlink" Target="https://en.wikipedia.org/wiki/Gloria_in_excelsis_Deo" TargetMode="External"/><Relationship Id="rId24" Type="http://schemas.openxmlformats.org/officeDocument/2006/relationships/hyperlink" Target="https://en.wikipedia.org/wiki/Vox_Lux" TargetMode="External"/><Relationship Id="rId5" Type="http://schemas.openxmlformats.org/officeDocument/2006/relationships/hyperlink" Target="https://en.wikipedia.org/wiki/The_Tudors" TargetMode="External"/><Relationship Id="rId15" Type="http://schemas.openxmlformats.org/officeDocument/2006/relationships/hyperlink" Target="https://en.wikipedia.org/wiki/Thomas_Tallis#cite_note-105" TargetMode="External"/><Relationship Id="rId23" Type="http://schemas.openxmlformats.org/officeDocument/2006/relationships/hyperlink" Target="https://en.wikipedia.org/wiki/Wreckers_(film)" TargetMode="External"/><Relationship Id="rId10" Type="http://schemas.openxmlformats.org/officeDocument/2006/relationships/hyperlink" Target="https://en.wikipedia.org/wiki/Thomas_Tallis#cite_note-103" TargetMode="External"/><Relationship Id="rId19" Type="http://schemas.openxmlformats.org/officeDocument/2006/relationships/hyperlink" Target="https://en.wikipedia.org/wiki/Thomas_Tallis#cite_note-106" TargetMode="External"/><Relationship Id="rId4" Type="http://schemas.openxmlformats.org/officeDocument/2006/relationships/hyperlink" Target="https://en.wikipedia.org/wiki/Showtime_(TV_network)" TargetMode="External"/><Relationship Id="rId9" Type="http://schemas.openxmlformats.org/officeDocument/2006/relationships/hyperlink" Target="https://en.wikipedia.org/wiki/Meghan,_Duchess_of_Sussex" TargetMode="External"/><Relationship Id="rId14" Type="http://schemas.openxmlformats.org/officeDocument/2006/relationships/hyperlink" Target="https://en.wikipedia.org/wiki/Boychoir_(film)" TargetMode="External"/><Relationship Id="rId22" Type="http://schemas.openxmlformats.org/officeDocument/2006/relationships/hyperlink" Target="https://en.wikipedia.org/wiki/Thomas_Tallis#cite_note-107" TargetMode="External"/><Relationship Id="rId27" Type="http://schemas.openxmlformats.org/officeDocument/2006/relationships/hyperlink" Target="https://en.wikipedia.org/wiki/Thomas_Tallis#cite_note-110" TargetMode="External"/></Relationships>
</file>

<file path=ppt/slides/_rels/slide24.xml.rels><?xml version="1.0" encoding="UTF-8" standalone="yes"?>
<Relationships xmlns="http://schemas.openxmlformats.org/package/2006/relationships"><Relationship Id="rId2" Type="http://schemas.openxmlformats.org/officeDocument/2006/relationships/hyperlink" Target="https://en.wikipedia.org/wiki/Gregorian_calendar"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en.wikipedia.org/wiki/Thomas_Tallis#CITEREFLord2003" TargetMode="External"/><Relationship Id="rId13" Type="http://schemas.openxmlformats.org/officeDocument/2006/relationships/hyperlink" Target="https://en.wikipedia.org/wiki/Thomas_Tallis#CITEREFPhillips2005" TargetMode="External"/><Relationship Id="rId3" Type="http://schemas.openxmlformats.org/officeDocument/2006/relationships/hyperlink" Target="http://www.dictionary.com/browse/tallis" TargetMode="External"/><Relationship Id="rId7" Type="http://schemas.openxmlformats.org/officeDocument/2006/relationships/hyperlink" Target="https://en.wikipedia.org/wiki/Thomas_Tallis#CITEREFWalker1907" TargetMode="External"/><Relationship Id="rId12" Type="http://schemas.openxmlformats.org/officeDocument/2006/relationships/hyperlink" Target="https://en.wikipedia.org/wiki/Thomas_Tallis#CITEREFAckroyd2004" TargetMode="External"/><Relationship Id="rId2" Type="http://schemas.openxmlformats.org/officeDocument/2006/relationships/hyperlink" Target="https://en.wikipedia.org/wiki/Thomas_Tallis#CITEREFCole2008a" TargetMode="External"/><Relationship Id="rId16" Type="http://schemas.openxmlformats.org/officeDocument/2006/relationships/hyperlink" Target="https://en.wikipedia.org/wiki/Thomas_Tallis#CITEREFBowers2016" TargetMode="External"/><Relationship Id="rId1" Type="http://schemas.openxmlformats.org/officeDocument/2006/relationships/slideLayout" Target="../slideLayouts/slideLayout2.xml"/><Relationship Id="rId6" Type="http://schemas.openxmlformats.org/officeDocument/2006/relationships/hyperlink" Target="https://en.wikipedia.org/wiki/Thomas_Tallis#CITEREFHarley2015" TargetMode="External"/><Relationship Id="rId11" Type="http://schemas.openxmlformats.org/officeDocument/2006/relationships/hyperlink" Target="https://en.wikipedia.org/wiki/Thomas_Tallis#CITEREFDoeAllinson2009" TargetMode="External"/><Relationship Id="rId5" Type="http://schemas.openxmlformats.org/officeDocument/2006/relationships/hyperlink" Target="https://en.wikipedia.org/wiki/Thomas_Tallis#CITEREFFarrell2001" TargetMode="External"/><Relationship Id="rId15" Type="http://schemas.openxmlformats.org/officeDocument/2006/relationships/hyperlink" Target="http://www.hoasm.org" TargetMode="External"/><Relationship Id="rId10" Type="http://schemas.openxmlformats.org/officeDocument/2006/relationships/hyperlink" Target="https://en.wikipedia.org/wiki/Thomas_Tallis#CITEREFThomas1998" TargetMode="External"/><Relationship Id="rId4" Type="http://schemas.openxmlformats.org/officeDocument/2006/relationships/hyperlink" Target="https://en.wikipedia.org/wiki/Collins_English_Dictionary" TargetMode="External"/><Relationship Id="rId9" Type="http://schemas.openxmlformats.org/officeDocument/2006/relationships/hyperlink" Target="https://en.wikipedia.org/wiki/Thomas_Tallis#CITEREFHolman1999" TargetMode="External"/><Relationship Id="rId14" Type="http://schemas.openxmlformats.org/officeDocument/2006/relationships/hyperlink" Target="http://www.hoasm.org/IVM/Tallis.html"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www.imdb.com/title/tt0127536/" TargetMode="External"/><Relationship Id="rId3" Type="http://schemas.openxmlformats.org/officeDocument/2006/relationships/hyperlink" Target="https://en.wikipedia.org/wiki/Thomas_Tallis#CITEREFMilsom2008" TargetMode="External"/><Relationship Id="rId7" Type="http://schemas.openxmlformats.org/officeDocument/2006/relationships/hyperlink" Target="https://en.wikipedia.org/wiki/Thomas_Tallis#CITEREFMcCarthy2020" TargetMode="External"/><Relationship Id="rId2" Type="http://schemas.openxmlformats.org/officeDocument/2006/relationships/hyperlink" Target="https://en.wikipedia.org/wiki/Thomas_Tallis#CITEREFHarley2015" TargetMode="External"/><Relationship Id="rId1" Type="http://schemas.openxmlformats.org/officeDocument/2006/relationships/slideLayout" Target="../slideLayouts/slideLayout7.xml"/><Relationship Id="rId6" Type="http://schemas.openxmlformats.org/officeDocument/2006/relationships/hyperlink" Target="https://en.wikipedia.org/wiki/Thomas_Tallis#CITEREFHarley2010" TargetMode="External"/><Relationship Id="rId5" Type="http://schemas.openxmlformats.org/officeDocument/2006/relationships/hyperlink" Target="https://en.wikipedia.org/wiki/Thomas_Tallis#CITEREFMcCarthy2019" TargetMode="External"/><Relationship Id="rId4" Type="http://schemas.openxmlformats.org/officeDocument/2006/relationships/hyperlink" Target="https://www.hyperion-records.co.uk/dc.asp?dc=D_CDA67207"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6" Type="http://schemas.openxmlformats.org/officeDocument/2006/relationships/hyperlink" Target="https://wikipedialibrary.wmflabs.org/partners/90/" TargetMode="External"/><Relationship Id="rId21" Type="http://schemas.openxmlformats.org/officeDocument/2006/relationships/hyperlink" Target="https://en.wikipedia.org/wiki/Special:BookSources/978-1-84383-380-2" TargetMode="External"/><Relationship Id="rId42" Type="http://schemas.openxmlformats.org/officeDocument/2006/relationships/hyperlink" Target="https://www.worldcat.org/title/531718962" TargetMode="External"/><Relationship Id="rId47" Type="http://schemas.openxmlformats.org/officeDocument/2006/relationships/hyperlink" Target="https://en.wikipedia.org/wiki/Peter_Holman" TargetMode="External"/><Relationship Id="rId63" Type="http://schemas.openxmlformats.org/officeDocument/2006/relationships/hyperlink" Target="https://books.google.com/books?id=miBmE1A8zowC" TargetMode="External"/><Relationship Id="rId68" Type="http://schemas.openxmlformats.org/officeDocument/2006/relationships/hyperlink" Target="https://doi.org/10.1093%2Fref%3Aodnb%2F26954" TargetMode="External"/><Relationship Id="rId7" Type="http://schemas.openxmlformats.org/officeDocument/2006/relationships/hyperlink" Target="https://doi.org/10.1093/em/caw043" TargetMode="External"/><Relationship Id="rId2" Type="http://schemas.openxmlformats.org/officeDocument/2006/relationships/hyperlink" Target="https://en.wikipedia.org/wiki/Peter_Ackroyd" TargetMode="External"/><Relationship Id="rId16" Type="http://schemas.openxmlformats.org/officeDocument/2006/relationships/hyperlink" Target="https://www.jstor.org/stable/30162967" TargetMode="External"/><Relationship Id="rId29" Type="http://schemas.openxmlformats.org/officeDocument/2006/relationships/hyperlink" Target="https://search.worldcat.org/oclc/472150026" TargetMode="External"/><Relationship Id="rId11" Type="http://schemas.openxmlformats.org/officeDocument/2006/relationships/hyperlink" Target="https://en.wikipedia.org/wiki/Music_and_Letters" TargetMode="External"/><Relationship Id="rId24" Type="http://schemas.openxmlformats.org/officeDocument/2006/relationships/hyperlink" Target="https://doi.org/10.1093%2Fgmo%2F9781561592630.article.27423" TargetMode="External"/><Relationship Id="rId32" Type="http://schemas.openxmlformats.org/officeDocument/2006/relationships/hyperlink" Target="https://books.google.com/books?id=mFG1ms7GVCYC" TargetMode="External"/><Relationship Id="rId37" Type="http://schemas.openxmlformats.org/officeDocument/2006/relationships/hyperlink" Target="https://doi.org/10.2307%2F911748" TargetMode="External"/><Relationship Id="rId40" Type="http://schemas.openxmlformats.org/officeDocument/2006/relationships/hyperlink" Target="https://en.wikipedia.org/wiki/Routledge" TargetMode="External"/><Relationship Id="rId45" Type="http://schemas.openxmlformats.org/officeDocument/2006/relationships/hyperlink" Target="https://www.cambridge.org/core/journals/royal-musical-association-research-chronicle/article/abs/tallis-patron/4F010578E3F2F76CC203360341067BE1" TargetMode="External"/><Relationship Id="rId53" Type="http://schemas.openxmlformats.org/officeDocument/2006/relationships/hyperlink" Target="https://en.wikipedia.org/wiki/Special:BookSources/978-0-313-31713-2" TargetMode="External"/><Relationship Id="rId58" Type="http://schemas.openxmlformats.org/officeDocument/2006/relationships/hyperlink" Target="https://doi.org/10.1093%2Foso%2F9780190635213.005.0003" TargetMode="External"/><Relationship Id="rId66" Type="http://schemas.openxmlformats.org/officeDocument/2006/relationships/hyperlink" Target="https://doi.org/10.1093/ref:odnb/26954" TargetMode="External"/><Relationship Id="rId5" Type="http://schemas.openxmlformats.org/officeDocument/2006/relationships/hyperlink" Target="https://en.wikipedia.org/wiki/ISBN_(identifier)" TargetMode="External"/><Relationship Id="rId61" Type="http://schemas.openxmlformats.org/officeDocument/2006/relationships/hyperlink" Target="https://academic.oup.com/ml/article-abstract/65/1/112/1045066?redirectedFrom=fulltext" TargetMode="External"/><Relationship Id="rId19" Type="http://schemas.openxmlformats.org/officeDocument/2006/relationships/hyperlink" Target="https://books.google.com/books?id=BDsyALVbeJYC" TargetMode="External"/><Relationship Id="rId14" Type="http://schemas.openxmlformats.org/officeDocument/2006/relationships/hyperlink" Target="https://search.worldcat.org/issn/0027-4224" TargetMode="External"/><Relationship Id="rId22" Type="http://schemas.openxmlformats.org/officeDocument/2006/relationships/hyperlink" Target="https://en.wikipedia.org/wiki/The_New_Grove_Dictionary_of_Music_and_Musicians#Grove_Music_Online_and_Oxford_Music_Online" TargetMode="External"/><Relationship Id="rId27" Type="http://schemas.openxmlformats.org/officeDocument/2006/relationships/hyperlink" Target="https://www.oxfordmusiconline.com/page/subscribe#public" TargetMode="External"/><Relationship Id="rId30" Type="http://schemas.openxmlformats.org/officeDocument/2006/relationships/hyperlink" Target="https://doi.org/10.11606/d.27.2012.tde-02122012-185028" TargetMode="External"/><Relationship Id="rId35" Type="http://schemas.openxmlformats.org/officeDocument/2006/relationships/hyperlink" Target="https://archive.org/details/englishcathedral0000fell_m3s1" TargetMode="External"/><Relationship Id="rId43" Type="http://schemas.openxmlformats.org/officeDocument/2006/relationships/hyperlink" Target="https://en.wikipedia.org/wiki/Special:BookSources/978-1-4094-0088-2" TargetMode="External"/><Relationship Id="rId48" Type="http://schemas.openxmlformats.org/officeDocument/2006/relationships/hyperlink" Target="https://books.google.com/books?id=VjBayGMxrjkC" TargetMode="External"/><Relationship Id="rId56" Type="http://schemas.openxmlformats.org/officeDocument/2006/relationships/hyperlink" Target="https://en.wikipedia.org/wiki/Special:BookSources/978-0-520-92221-1" TargetMode="External"/><Relationship Id="rId64" Type="http://schemas.openxmlformats.org/officeDocument/2006/relationships/hyperlink" Target="https://en.wikipedia.org/wiki/Special:BookSources/978-0-521-54408-5" TargetMode="External"/><Relationship Id="rId69" Type="http://schemas.openxmlformats.org/officeDocument/2006/relationships/hyperlink" Target="https://wikipedialibrary.wmflabs.org/partners/88/" TargetMode="External"/><Relationship Id="rId8" Type="http://schemas.openxmlformats.org/officeDocument/2006/relationships/hyperlink" Target="https://en.wikipedia.org/wiki/Doi_(identifier)" TargetMode="External"/><Relationship Id="rId51" Type="http://schemas.openxmlformats.org/officeDocument/2006/relationships/hyperlink" Target="https://doi.org/10.1093%2Fem%2Fcah148" TargetMode="External"/><Relationship Id="rId3" Type="http://schemas.openxmlformats.org/officeDocument/2006/relationships/hyperlink" Target="https://archive.org/details/albionoriginsofe0000ackr" TargetMode="External"/><Relationship Id="rId12" Type="http://schemas.openxmlformats.org/officeDocument/2006/relationships/hyperlink" Target="https://doi.org/10.1093%2Fml%2Fgcm082" TargetMode="External"/><Relationship Id="rId17" Type="http://schemas.openxmlformats.org/officeDocument/2006/relationships/hyperlink" Target="https://en.wikipedia.org/wiki/S2CID_(identifier)" TargetMode="External"/><Relationship Id="rId25" Type="http://schemas.openxmlformats.org/officeDocument/2006/relationships/hyperlink" Target="https://en.wikipedia.org/wiki/Special:BookSources/978-1-56159-263-0" TargetMode="External"/><Relationship Id="rId33" Type="http://schemas.openxmlformats.org/officeDocument/2006/relationships/hyperlink" Target="https://en.wikipedia.org/wiki/Cambridge_University_Press" TargetMode="External"/><Relationship Id="rId38" Type="http://schemas.openxmlformats.org/officeDocument/2006/relationships/hyperlink" Target="https://search.worldcat.org/issn/0003-0716" TargetMode="External"/><Relationship Id="rId46" Type="http://schemas.openxmlformats.org/officeDocument/2006/relationships/hyperlink" Target="https://doi.org/10.1080%2F14723808.1996.10540941" TargetMode="External"/><Relationship Id="rId59" Type="http://schemas.openxmlformats.org/officeDocument/2006/relationships/hyperlink" Target="https://doi.org/10.1093/em/cay080" TargetMode="External"/><Relationship Id="rId67" Type="http://schemas.openxmlformats.org/officeDocument/2006/relationships/hyperlink" Target="https://en.wikipedia.org/wiki/Dictionary_of_National_Biography#Oxford_Dictionary_of_National_Biography" TargetMode="External"/><Relationship Id="rId20" Type="http://schemas.openxmlformats.org/officeDocument/2006/relationships/hyperlink" Target="https://en.wikipedia.org/wiki/Boydell_Press" TargetMode="External"/><Relationship Id="rId41" Type="http://schemas.openxmlformats.org/officeDocument/2006/relationships/hyperlink" Target="https://en.wikipedia.org/wiki/Special:BookSources/978-1-317-01036-4" TargetMode="External"/><Relationship Id="rId54" Type="http://schemas.openxmlformats.org/officeDocument/2006/relationships/hyperlink" Target="https://books.google.com/books?id=xYzr79Fi5JEC" TargetMode="External"/><Relationship Id="rId62" Type="http://schemas.openxmlformats.org/officeDocument/2006/relationships/hyperlink" Target="https://doi.org/10.1093%2Fml%2F65.1.112" TargetMode="External"/><Relationship Id="rId70" Type="http://schemas.openxmlformats.org/officeDocument/2006/relationships/hyperlink" Target="https://www.oxforddnb.com/help/subscribe#public" TargetMode="External"/><Relationship Id="rId1" Type="http://schemas.openxmlformats.org/officeDocument/2006/relationships/slideLayout" Target="../slideLayouts/slideLayout2.xml"/><Relationship Id="rId6" Type="http://schemas.openxmlformats.org/officeDocument/2006/relationships/hyperlink" Target="https://en.wikipedia.org/wiki/Special:BookSources/978-1-85619-721-2" TargetMode="External"/><Relationship Id="rId15" Type="http://schemas.openxmlformats.org/officeDocument/2006/relationships/hyperlink" Target="https://en.wikipedia.org/wiki/JSTOR_(identifier)" TargetMode="External"/><Relationship Id="rId23" Type="http://schemas.openxmlformats.org/officeDocument/2006/relationships/hyperlink" Target="https://en.wikipedia.org/wiki/Oxford_University_Press" TargetMode="External"/><Relationship Id="rId28" Type="http://schemas.openxmlformats.org/officeDocument/2006/relationships/hyperlink" Target="https://en.wikipedia.org/wiki/OCLC_(identifier)" TargetMode="External"/><Relationship Id="rId36" Type="http://schemas.openxmlformats.org/officeDocument/2006/relationships/hyperlink" Target="https://www.jstor.org/stable/911748" TargetMode="External"/><Relationship Id="rId49" Type="http://schemas.openxmlformats.org/officeDocument/2006/relationships/hyperlink" Target="https://en.wikipedia.org/wiki/Special:BookSources/978-0-521-58829-4" TargetMode="External"/><Relationship Id="rId57" Type="http://schemas.openxmlformats.org/officeDocument/2006/relationships/hyperlink" Target="https://doi.org/10.1093/oso/9780190635213.005.0003" TargetMode="External"/><Relationship Id="rId10" Type="http://schemas.openxmlformats.org/officeDocument/2006/relationships/hyperlink" Target="https://academic.oup.com/ml/article-abstract/89/2/212/1098872" TargetMode="External"/><Relationship Id="rId31" Type="http://schemas.openxmlformats.org/officeDocument/2006/relationships/hyperlink" Target="https://doi.org/10.11606%2Fd.27.2012.tde-02122012-185028" TargetMode="External"/><Relationship Id="rId44" Type="http://schemas.openxmlformats.org/officeDocument/2006/relationships/hyperlink" Target="https://search.worldcat.org/oclc/531718962" TargetMode="External"/><Relationship Id="rId52" Type="http://schemas.openxmlformats.org/officeDocument/2006/relationships/hyperlink" Target="https://books.google.com/books?id=JLCJLjHoQ2gC" TargetMode="External"/><Relationship Id="rId60" Type="http://schemas.openxmlformats.org/officeDocument/2006/relationships/hyperlink" Target="https://doi.org/10.1093%2Fem%2Fcay080" TargetMode="External"/><Relationship Id="rId65" Type="http://schemas.openxmlformats.org/officeDocument/2006/relationships/hyperlink" Target="https://www.jstor.org/stable/766359" TargetMode="External"/><Relationship Id="rId4" Type="http://schemas.openxmlformats.org/officeDocument/2006/relationships/hyperlink" Target="https://en.wikipedia.org/wiki/Chatto_%26_Windus" TargetMode="External"/><Relationship Id="rId9" Type="http://schemas.openxmlformats.org/officeDocument/2006/relationships/hyperlink" Target="https://doi.org/10.1093%2Fem%2Fcaw043" TargetMode="External"/><Relationship Id="rId13" Type="http://schemas.openxmlformats.org/officeDocument/2006/relationships/hyperlink" Target="https://en.wikipedia.org/wiki/ISSN_(identifier)" TargetMode="External"/><Relationship Id="rId18" Type="http://schemas.openxmlformats.org/officeDocument/2006/relationships/hyperlink" Target="https://api.semanticscholar.org/CorpusID:162209818" TargetMode="External"/><Relationship Id="rId39" Type="http://schemas.openxmlformats.org/officeDocument/2006/relationships/hyperlink" Target="https://archive.org/details/thomastallis0000harl/page/n5/mode/2up" TargetMode="External"/><Relationship Id="rId34" Type="http://schemas.openxmlformats.org/officeDocument/2006/relationships/hyperlink" Target="https://en.wikipedia.org/wiki/Special:BookSources/978-0-521-77663-9" TargetMode="External"/><Relationship Id="rId50" Type="http://schemas.openxmlformats.org/officeDocument/2006/relationships/hyperlink" Target="https://muse.jhu.edu/pub/8/article/191772" TargetMode="External"/><Relationship Id="rId55" Type="http://schemas.openxmlformats.org/officeDocument/2006/relationships/hyperlink" Target="https://en.wikipedia.org/wiki/University_of_California_Pres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hyperlink" Target="https://doi.org/10.1093%2Fml%2FX.2.152" TargetMode="External"/><Relationship Id="rId13" Type="http://schemas.openxmlformats.org/officeDocument/2006/relationships/hyperlink" Target="https://en.wikisource.org/wiki/Dictionary_of_National_Biography,_1885-1900/Tallis,_Thomas" TargetMode="External"/><Relationship Id="rId18" Type="http://schemas.openxmlformats.org/officeDocument/2006/relationships/hyperlink" Target="https://search.worldcat.org/oclc/29743412" TargetMode="External"/><Relationship Id="rId3" Type="http://schemas.openxmlformats.org/officeDocument/2006/relationships/hyperlink" Target="https://en.wikisource.org/wiki/1911_Encyclop%C3%A6dia_Britannica/Tallis,_Thomas" TargetMode="External"/><Relationship Id="rId21" Type="http://schemas.openxmlformats.org/officeDocument/2006/relationships/hyperlink" Target="https://doi.org/10.1017%2FS0040298200058496" TargetMode="External"/><Relationship Id="rId7" Type="http://schemas.openxmlformats.org/officeDocument/2006/relationships/hyperlink" Target="https://en.wikipedia.org/wiki/Doi_(identifier)" TargetMode="External"/><Relationship Id="rId12" Type="http://schemas.openxmlformats.org/officeDocument/2006/relationships/hyperlink" Target="https://www.jstor.org/stable/726038" TargetMode="External"/><Relationship Id="rId17" Type="http://schemas.openxmlformats.org/officeDocument/2006/relationships/hyperlink" Target="https://en.wikipedia.org/wiki/OCLC_(identifier)" TargetMode="External"/><Relationship Id="rId2" Type="http://schemas.openxmlformats.org/officeDocument/2006/relationships/hyperlink" Target="https://en.wikipedia.org/wiki/Hugh_Chisholm" TargetMode="External"/><Relationship Id="rId16" Type="http://schemas.openxmlformats.org/officeDocument/2006/relationships/hyperlink" Target="https://www.diamm.ac.uk/resources/doctoral-dissertations/english-polyphonic-style-transition-study-sacred-music-thomas-tallis/" TargetMode="External"/><Relationship Id="rId20" Type="http://schemas.openxmlformats.org/officeDocument/2006/relationships/hyperlink" Target="https://en.wikipedia.org/wiki/Tempo_(journal)" TargetMode="External"/><Relationship Id="rId1" Type="http://schemas.openxmlformats.org/officeDocument/2006/relationships/slideLayout" Target="../slideLayouts/slideLayout2.xml"/><Relationship Id="rId6" Type="http://schemas.openxmlformats.org/officeDocument/2006/relationships/hyperlink" Target="https://en.wikipedia.org/wiki/Music_%26_Letters" TargetMode="External"/><Relationship Id="rId11" Type="http://schemas.openxmlformats.org/officeDocument/2006/relationships/hyperlink" Target="https://en.wikipedia.org/wiki/JSTOR_(identifier)" TargetMode="External"/><Relationship Id="rId5" Type="http://schemas.openxmlformats.org/officeDocument/2006/relationships/hyperlink" Target="https://academic.oup.com/ml/article-abstract/X/2/152/1242704" TargetMode="External"/><Relationship Id="rId15" Type="http://schemas.openxmlformats.org/officeDocument/2006/relationships/hyperlink" Target="https://en.wikipedia.org/wiki/Dictionary_of_National_Biography" TargetMode="External"/><Relationship Id="rId23" Type="http://schemas.openxmlformats.org/officeDocument/2006/relationships/hyperlink" Target="https://api.semanticscholar.org/CorpusID:143715625" TargetMode="External"/><Relationship Id="rId10" Type="http://schemas.openxmlformats.org/officeDocument/2006/relationships/hyperlink" Target="https://search.worldcat.org/issn/0027-4224" TargetMode="External"/><Relationship Id="rId19" Type="http://schemas.openxmlformats.org/officeDocument/2006/relationships/hyperlink" Target="https://www.jstor.org/stable/945078" TargetMode="External"/><Relationship Id="rId4" Type="http://schemas.openxmlformats.org/officeDocument/2006/relationships/hyperlink" Target="https://en.wikipedia.org/wiki/Encyclop%C3%A6dia_Britannica_Eleventh_Edition" TargetMode="External"/><Relationship Id="rId9" Type="http://schemas.openxmlformats.org/officeDocument/2006/relationships/hyperlink" Target="https://en.wikipedia.org/wiki/ISSN_(identifier)" TargetMode="External"/><Relationship Id="rId14" Type="http://schemas.openxmlformats.org/officeDocument/2006/relationships/hyperlink" Target="https://en.wikipedia.org/wiki/Sidney_Lee" TargetMode="External"/><Relationship Id="rId22" Type="http://schemas.openxmlformats.org/officeDocument/2006/relationships/hyperlink" Target="https://en.wikipedia.org/wiki/S2CID_(identifier)"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www.diamm.ac.uk/people/194" TargetMode="External"/><Relationship Id="rId13" Type="http://schemas.openxmlformats.org/officeDocument/2006/relationships/hyperlink" Target="https://imslp.org/wiki/Category:Tallis,_Thomas" TargetMode="External"/><Relationship Id="rId3" Type="http://schemas.openxmlformats.org/officeDocument/2006/relationships/hyperlink" Target="http://www.acc.umu.se/~akadkor/early/IVM7_Tallis_Thomas.html" TargetMode="External"/><Relationship Id="rId7" Type="http://schemas.openxmlformats.org/officeDocument/2006/relationships/hyperlink" Target="http://www.mutopiaproject.org/cgibin/make-table.cgi?Composer=TallisT" TargetMode="External"/><Relationship Id="rId12" Type="http://schemas.openxmlformats.org/officeDocument/2006/relationships/hyperlink" Target="https://en.wikipedia.org/wiki/Choral_Public_Domain_Library" TargetMode="External"/><Relationship Id="rId2" Type="http://schemas.openxmlformats.org/officeDocument/2006/relationships/hyperlink" Target="http://www.acc.umu.se/~akadkor/early/IVM6_Tallis_Thomas.html" TargetMode="External"/><Relationship Id="rId16" Type="http://schemas.openxmlformats.org/officeDocument/2006/relationships/hyperlink" Target="https://eecm.tcd.ie/composers/794" TargetMode="External"/><Relationship Id="rId1" Type="http://schemas.openxmlformats.org/officeDocument/2006/relationships/slideLayout" Target="../slideLayouts/slideLayout2.xml"/><Relationship Id="rId6" Type="http://schemas.openxmlformats.org/officeDocument/2006/relationships/hyperlink" Target="https://en.wikipedia.org/wiki/Mutopia_Project" TargetMode="External"/><Relationship Id="rId11" Type="http://schemas.openxmlformats.org/officeDocument/2006/relationships/hyperlink" Target="https://www.cpdl.org/wiki/index.php/Thomas_Tallis" TargetMode="External"/><Relationship Id="rId5" Type="http://schemas.openxmlformats.org/officeDocument/2006/relationships/hyperlink" Target="https://sv.wikipedia.org/wiki/Ume%C3%A5_Akademiska_K%C3%B6r" TargetMode="External"/><Relationship Id="rId15" Type="http://schemas.openxmlformats.org/officeDocument/2006/relationships/hyperlink" Target="http://www.bl.uk/onlinegallery/onlineex/illmanus/landmanucoll/o/011lan000000763u00124v00.html" TargetMode="External"/><Relationship Id="rId10" Type="http://schemas.openxmlformats.org/officeDocument/2006/relationships/hyperlink" Target="https://en.wikipedia.org/wiki/Wikipedia:Verifiability#Access_to_sources" TargetMode="External"/><Relationship Id="rId4" Type="http://schemas.openxmlformats.org/officeDocument/2006/relationships/hyperlink" Target="https://en.wikipedia.org/w/index.php?title=Ume%C3%A5_Akademiska_K%C3%B6r&amp;action=edit&amp;redlink=1" TargetMode="External"/><Relationship Id="rId9" Type="http://schemas.openxmlformats.org/officeDocument/2006/relationships/hyperlink" Target="https://en.wikipedia.org/wiki/Digital_Image_Archive_of_Medieval_Music" TargetMode="External"/><Relationship Id="rId14" Type="http://schemas.openxmlformats.org/officeDocument/2006/relationships/hyperlink" Target="https://en.wikipedia.org/wiki/International_Music_Score_Library_Project" TargetMode="External"/></Relationships>
</file>

<file path=ppt/slides/_rels/slide35.xml.rels><?xml version="1.0" encoding="UTF-8" standalone="yes"?>
<Relationships xmlns="http://schemas.openxmlformats.org/package/2006/relationships"><Relationship Id="rId8" Type="http://schemas.openxmlformats.org/officeDocument/2006/relationships/hyperlink" Target="https://www.diamm.ac.uk/people/194" TargetMode="External"/><Relationship Id="rId13" Type="http://schemas.openxmlformats.org/officeDocument/2006/relationships/hyperlink" Target="https://imslp.org/wiki/Category:Tallis,_Thomas" TargetMode="External"/><Relationship Id="rId3" Type="http://schemas.openxmlformats.org/officeDocument/2006/relationships/hyperlink" Target="http://www.acc.umu.se/~akadkor/early/IVM7_Tallis_Thomas.html" TargetMode="External"/><Relationship Id="rId7" Type="http://schemas.openxmlformats.org/officeDocument/2006/relationships/hyperlink" Target="http://www.mutopiaproject.org/cgibin/make-table.cgi?Composer=TallisT" TargetMode="External"/><Relationship Id="rId12" Type="http://schemas.openxmlformats.org/officeDocument/2006/relationships/hyperlink" Target="https://en.wikipedia.org/wiki/Choral_Public_Domain_Library" TargetMode="External"/><Relationship Id="rId2" Type="http://schemas.openxmlformats.org/officeDocument/2006/relationships/hyperlink" Target="http://www.acc.umu.se/~akadkor/early/IVM6_Tallis_Thomas.html" TargetMode="External"/><Relationship Id="rId16" Type="http://schemas.openxmlformats.org/officeDocument/2006/relationships/hyperlink" Target="https://eecm.tcd.ie/composers/794" TargetMode="External"/><Relationship Id="rId1" Type="http://schemas.openxmlformats.org/officeDocument/2006/relationships/slideLayout" Target="../slideLayouts/slideLayout2.xml"/><Relationship Id="rId6" Type="http://schemas.openxmlformats.org/officeDocument/2006/relationships/hyperlink" Target="https://en.wikipedia.org/wiki/Mutopia_Project" TargetMode="External"/><Relationship Id="rId11" Type="http://schemas.openxmlformats.org/officeDocument/2006/relationships/hyperlink" Target="https://www.cpdl.org/wiki/index.php/Thomas_Tallis" TargetMode="External"/><Relationship Id="rId5" Type="http://schemas.openxmlformats.org/officeDocument/2006/relationships/hyperlink" Target="https://sv.wikipedia.org/wiki/Ume%C3%A5_Akademiska_K%C3%B6r" TargetMode="External"/><Relationship Id="rId15" Type="http://schemas.openxmlformats.org/officeDocument/2006/relationships/hyperlink" Target="http://www.bl.uk/onlinegallery/onlineex/illmanus/landmanucoll/o/011lan000000763u00124v00.html" TargetMode="External"/><Relationship Id="rId10" Type="http://schemas.openxmlformats.org/officeDocument/2006/relationships/hyperlink" Target="https://en.wikipedia.org/wiki/Wikipedia:Verifiability#Access_to_sources" TargetMode="External"/><Relationship Id="rId4" Type="http://schemas.openxmlformats.org/officeDocument/2006/relationships/hyperlink" Target="https://en.wikipedia.org/w/index.php?title=Ume%C3%A5_Akademiska_K%C3%B6r&amp;action=edit&amp;redlink=1" TargetMode="External"/><Relationship Id="rId9" Type="http://schemas.openxmlformats.org/officeDocument/2006/relationships/hyperlink" Target="https://en.wikipedia.org/wiki/Digital_Image_Archive_of_Medieval_Music" TargetMode="External"/><Relationship Id="rId14" Type="http://schemas.openxmlformats.org/officeDocument/2006/relationships/hyperlink" Target="https://en.wikipedia.org/wiki/International_Music_Score_Library_Projec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7D97D42-A01D-BC41-A1DE-4E2766A4E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3" name="Rectangle 12">
            <a:extLst>
              <a:ext uri="{FF2B5EF4-FFF2-40B4-BE49-F238E27FC236}">
                <a16:creationId xmlns:a16="http://schemas.microsoft.com/office/drawing/2014/main" id="{B7258F36-452C-D64A-A553-BEE4EAFE4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el 1"/>
          <p:cNvSpPr>
            <a:spLocks noGrp="1"/>
          </p:cNvSpPr>
          <p:nvPr>
            <p:ph type="ctrTitle"/>
          </p:nvPr>
        </p:nvSpPr>
        <p:spPr>
          <a:xfrm>
            <a:off x="3221039" y="1247775"/>
            <a:ext cx="3856418" cy="3449638"/>
          </a:xfrm>
        </p:spPr>
        <p:txBody>
          <a:bodyPr>
            <a:normAutofit/>
          </a:bodyPr>
          <a:lstStyle/>
          <a:p>
            <a:r>
              <a:rPr lang="de-DE" dirty="0">
                <a:ea typeface="+mj-lt"/>
                <a:cs typeface="+mj-lt"/>
              </a:rPr>
              <a:t>Thomas Tallis</a:t>
            </a:r>
            <a:endParaRPr lang="de-DE" dirty="0"/>
          </a:p>
        </p:txBody>
      </p:sp>
      <p:sp>
        <p:nvSpPr>
          <p:cNvPr id="3" name="Untertitel 2"/>
          <p:cNvSpPr>
            <a:spLocks noGrp="1"/>
          </p:cNvSpPr>
          <p:nvPr>
            <p:ph type="subTitle" idx="1"/>
          </p:nvPr>
        </p:nvSpPr>
        <p:spPr>
          <a:xfrm>
            <a:off x="3221039" y="4818063"/>
            <a:ext cx="3895343" cy="1268412"/>
          </a:xfrm>
        </p:spPr>
        <p:txBody>
          <a:bodyPr>
            <a:normAutofit/>
          </a:bodyPr>
          <a:lstStyle/>
          <a:p>
            <a:endParaRPr lang="de-DE"/>
          </a:p>
        </p:txBody>
      </p:sp>
      <p:pic>
        <p:nvPicPr>
          <p:cNvPr id="4" name="Grafik 3" descr="Ein Bild, das Entwurf, Menschliches Gesicht, Münze, Oval enthält.&#10;&#10;KI-generierte Inhalte können fehlerhaft sein.">
            <a:extLst>
              <a:ext uri="{FF2B5EF4-FFF2-40B4-BE49-F238E27FC236}">
                <a16:creationId xmlns:a16="http://schemas.microsoft.com/office/drawing/2014/main" id="{B273AAFA-05A1-E626-3D39-6405332B8D58}"/>
              </a:ext>
            </a:extLst>
          </p:cNvPr>
          <p:cNvPicPr>
            <a:picLocks noChangeAspect="1"/>
          </p:cNvPicPr>
          <p:nvPr/>
        </p:nvPicPr>
        <p:blipFill>
          <a:blip r:embed="rId2"/>
          <a:stretch>
            <a:fillRect/>
          </a:stretch>
        </p:blipFill>
        <p:spPr>
          <a:xfrm>
            <a:off x="7534657" y="1728178"/>
            <a:ext cx="3895343" cy="3848598"/>
          </a:xfrm>
          <a:prstGeom prst="rect">
            <a:avLst/>
          </a:prstGeom>
        </p:spPr>
      </p:pic>
    </p:spTree>
    <p:extLst>
      <p:ext uri="{BB962C8B-B14F-4D97-AF65-F5344CB8AC3E}">
        <p14:creationId xmlns:p14="http://schemas.microsoft.com/office/powerpoint/2010/main" val="15774998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2A6685-0FAB-9B45-539F-8D78D256A182}"/>
              </a:ext>
            </a:extLst>
          </p:cNvPr>
          <p:cNvSpPr>
            <a:spLocks noGrp="1"/>
          </p:cNvSpPr>
          <p:nvPr>
            <p:ph type="title"/>
          </p:nvPr>
        </p:nvSpPr>
        <p:spPr/>
        <p:txBody>
          <a:bodyPr vert="horz" lIns="91440" tIns="45720" rIns="91440" bIns="45720" rtlCol="0" anchor="t">
            <a:noAutofit/>
          </a:bodyPr>
          <a:lstStyle/>
          <a:p>
            <a:pPr algn="ctr"/>
            <a:r>
              <a:rPr lang="de-DE" sz="9600" b="0" i="1" baseline="30000" err="1"/>
              <a:t>Overview</a:t>
            </a:r>
            <a:endParaRPr lang="de-DE" sz="9600" i="1"/>
          </a:p>
        </p:txBody>
      </p:sp>
      <p:sp>
        <p:nvSpPr>
          <p:cNvPr id="3" name="Inhaltsplatzhalter 2">
            <a:extLst>
              <a:ext uri="{FF2B5EF4-FFF2-40B4-BE49-F238E27FC236}">
                <a16:creationId xmlns:a16="http://schemas.microsoft.com/office/drawing/2014/main" id="{956F9EFA-20DB-9339-FF5E-113EDFDF85FF}"/>
              </a:ext>
            </a:extLst>
          </p:cNvPr>
          <p:cNvSpPr>
            <a:spLocks noGrp="1"/>
          </p:cNvSpPr>
          <p:nvPr>
            <p:ph idx="1"/>
          </p:nvPr>
        </p:nvSpPr>
        <p:spPr>
          <a:xfrm>
            <a:off x="1587710" y="2272074"/>
            <a:ext cx="9486690" cy="4585619"/>
          </a:xfrm>
        </p:spPr>
        <p:txBody>
          <a:bodyPr vert="horz" lIns="91440" tIns="45720" rIns="91440" bIns="45720" rtlCol="0" anchor="t">
            <a:normAutofit/>
          </a:bodyPr>
          <a:lstStyle/>
          <a:p>
            <a:r>
              <a:rPr lang="de-DE" sz="1200" b="1" dirty="0">
                <a:solidFill>
                  <a:srgbClr val="EAECF0"/>
                </a:solidFill>
                <a:ea typeface="+mn-lt"/>
                <a:cs typeface="+mn-lt"/>
              </a:rPr>
              <a:t>Thomas Tallis</a:t>
            </a:r>
            <a:r>
              <a:rPr lang="de-DE" sz="1200" dirty="0">
                <a:solidFill>
                  <a:srgbClr val="EAECF0"/>
                </a:solidFill>
                <a:ea typeface="+mn-lt"/>
                <a:cs typeface="+mn-lt"/>
              </a:rPr>
              <a:t> (</a:t>
            </a:r>
            <a:r>
              <a:rPr lang="de-DE" sz="1200" dirty="0">
                <a:solidFill>
                  <a:srgbClr val="88A3E8"/>
                </a:solidFill>
                <a:ea typeface="+mn-lt"/>
                <a:cs typeface="+mn-lt"/>
                <a:hlinkClick r:id="rId2"/>
              </a:rPr>
              <a:t>/ˈtælɪs/</a:t>
            </a:r>
            <a:r>
              <a:rPr lang="de-DE" sz="1200" dirty="0">
                <a:solidFill>
                  <a:srgbClr val="EAECF0"/>
                </a:solidFill>
                <a:ea typeface="+mn-lt"/>
                <a:cs typeface="+mn-lt"/>
              </a:rPr>
              <a:t>;</a:t>
            </a:r>
            <a:r>
              <a:rPr lang="de-DE" sz="1000" baseline="30000" dirty="0">
                <a:solidFill>
                  <a:srgbClr val="88A3E8"/>
                </a:solidFill>
                <a:ea typeface="+mn-lt"/>
                <a:cs typeface="+mn-lt"/>
                <a:hlinkClick r:id="rId3"/>
              </a:rPr>
              <a:t>[2]</a:t>
            </a:r>
            <a:r>
              <a:rPr lang="de-DE" sz="1200" dirty="0">
                <a:solidFill>
                  <a:srgbClr val="EAECF0"/>
                </a:solidFill>
                <a:ea typeface="+mn-lt"/>
                <a:cs typeface="+mn-lt"/>
              </a:rPr>
              <a:t> also </a:t>
            </a:r>
            <a:r>
              <a:rPr lang="de-DE" sz="1200" b="1" dirty="0" err="1">
                <a:solidFill>
                  <a:srgbClr val="EAECF0"/>
                </a:solidFill>
                <a:ea typeface="+mn-lt"/>
                <a:cs typeface="+mn-lt"/>
              </a:rPr>
              <a:t>Tallys</a:t>
            </a:r>
            <a:r>
              <a:rPr lang="de-DE" sz="1200" dirty="0">
                <a:solidFill>
                  <a:srgbClr val="EAECF0"/>
                </a:solidFill>
                <a:ea typeface="+mn-lt"/>
                <a:cs typeface="+mn-lt"/>
              </a:rPr>
              <a:t> </a:t>
            </a:r>
            <a:r>
              <a:rPr lang="de-DE" sz="1200" dirty="0" err="1">
                <a:solidFill>
                  <a:srgbClr val="EAECF0"/>
                </a:solidFill>
                <a:ea typeface="+mn-lt"/>
                <a:cs typeface="+mn-lt"/>
              </a:rPr>
              <a:t>or</a:t>
            </a:r>
            <a:r>
              <a:rPr lang="de-DE" sz="1200" dirty="0">
                <a:solidFill>
                  <a:srgbClr val="EAECF0"/>
                </a:solidFill>
                <a:ea typeface="+mn-lt"/>
                <a:cs typeface="+mn-lt"/>
              </a:rPr>
              <a:t> </a:t>
            </a:r>
            <a:r>
              <a:rPr lang="de-DE" sz="1200" b="1" dirty="0" err="1">
                <a:solidFill>
                  <a:srgbClr val="EAECF0"/>
                </a:solidFill>
                <a:ea typeface="+mn-lt"/>
                <a:cs typeface="+mn-lt"/>
              </a:rPr>
              <a:t>Talles</a:t>
            </a:r>
            <a:r>
              <a:rPr lang="de-DE" sz="1200" b="1" dirty="0">
                <a:solidFill>
                  <a:srgbClr val="EAECF0"/>
                </a:solidFill>
                <a:ea typeface="+mn-lt"/>
                <a:cs typeface="+mn-lt"/>
              </a:rPr>
              <a:t>) </a:t>
            </a:r>
            <a:r>
              <a:rPr lang="de-DE" sz="1200" dirty="0">
                <a:solidFill>
                  <a:srgbClr val="EAECF0"/>
                </a:solidFill>
                <a:ea typeface="+mn-lt"/>
                <a:cs typeface="+mn-lt"/>
              </a:rPr>
              <a:t> was an English </a:t>
            </a:r>
            <a:r>
              <a:rPr lang="de-DE" sz="1200" dirty="0" err="1">
                <a:solidFill>
                  <a:srgbClr val="EAECF0"/>
                </a:solidFill>
                <a:ea typeface="+mn-lt"/>
                <a:cs typeface="+mn-lt"/>
              </a:rPr>
              <a:t>composer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High </a:t>
            </a:r>
            <a:r>
              <a:rPr lang="de-DE" sz="1200" dirty="0">
                <a:solidFill>
                  <a:srgbClr val="88A3E8"/>
                </a:solidFill>
                <a:ea typeface="+mn-lt"/>
                <a:cs typeface="+mn-lt"/>
                <a:hlinkClick r:id="rId4"/>
              </a:rPr>
              <a:t>Renaissance music</a:t>
            </a:r>
            <a:r>
              <a:rPr lang="de-DE" sz="1200" dirty="0">
                <a:solidFill>
                  <a:srgbClr val="EAECF0"/>
                </a:solidFill>
                <a:ea typeface="+mn-lt"/>
                <a:cs typeface="+mn-lt"/>
              </a:rPr>
              <a:t>. His </a:t>
            </a:r>
            <a:r>
              <a:rPr lang="de-DE" sz="1200" dirty="0" err="1">
                <a:solidFill>
                  <a:srgbClr val="EAECF0"/>
                </a:solidFill>
                <a:ea typeface="+mn-lt"/>
                <a:cs typeface="+mn-lt"/>
              </a:rPr>
              <a:t>compositions</a:t>
            </a:r>
            <a:r>
              <a:rPr lang="de-DE" sz="1200" dirty="0">
                <a:solidFill>
                  <a:srgbClr val="EAECF0"/>
                </a:solidFill>
                <a:ea typeface="+mn-lt"/>
                <a:cs typeface="+mn-lt"/>
              </a:rPr>
              <a:t> </a:t>
            </a:r>
            <a:r>
              <a:rPr lang="de-DE" sz="1200" dirty="0" err="1">
                <a:solidFill>
                  <a:srgbClr val="EAECF0"/>
                </a:solidFill>
                <a:ea typeface="+mn-lt"/>
                <a:cs typeface="+mn-lt"/>
              </a:rPr>
              <a:t>are</a:t>
            </a:r>
            <a:r>
              <a:rPr lang="de-DE" sz="1200" dirty="0">
                <a:solidFill>
                  <a:srgbClr val="EAECF0"/>
                </a:solidFill>
                <a:ea typeface="+mn-lt"/>
                <a:cs typeface="+mn-lt"/>
              </a:rPr>
              <a:t> </a:t>
            </a:r>
            <a:r>
              <a:rPr lang="de-DE" sz="1200" dirty="0" err="1">
                <a:solidFill>
                  <a:srgbClr val="EAECF0"/>
                </a:solidFill>
                <a:ea typeface="+mn-lt"/>
                <a:cs typeface="+mn-lt"/>
              </a:rPr>
              <a:t>primarily</a:t>
            </a:r>
            <a:r>
              <a:rPr lang="de-DE" sz="1200" dirty="0">
                <a:solidFill>
                  <a:srgbClr val="EAECF0"/>
                </a:solidFill>
                <a:ea typeface="+mn-lt"/>
                <a:cs typeface="+mn-lt"/>
              </a:rPr>
              <a:t> </a:t>
            </a:r>
            <a:r>
              <a:rPr lang="de-DE" sz="1200" dirty="0" err="1">
                <a:solidFill>
                  <a:srgbClr val="EAECF0"/>
                </a:solidFill>
                <a:ea typeface="+mn-lt"/>
                <a:cs typeface="+mn-lt"/>
              </a:rPr>
              <a:t>vocal</a:t>
            </a:r>
            <a:r>
              <a:rPr lang="de-DE" sz="1200" dirty="0">
                <a:solidFill>
                  <a:srgbClr val="EAECF0"/>
                </a:solidFill>
                <a:ea typeface="+mn-lt"/>
                <a:cs typeface="+mn-lt"/>
              </a:rPr>
              <a:t>, and he </a:t>
            </a:r>
            <a:r>
              <a:rPr lang="de-DE" sz="1200" dirty="0" err="1">
                <a:solidFill>
                  <a:srgbClr val="EAECF0"/>
                </a:solidFill>
                <a:ea typeface="+mn-lt"/>
                <a:cs typeface="+mn-lt"/>
              </a:rPr>
              <a:t>occupies</a:t>
            </a:r>
            <a:r>
              <a:rPr lang="de-DE" sz="1200" dirty="0">
                <a:solidFill>
                  <a:srgbClr val="EAECF0"/>
                </a:solidFill>
                <a:ea typeface="+mn-lt"/>
                <a:cs typeface="+mn-lt"/>
              </a:rPr>
              <a:t> a </a:t>
            </a:r>
            <a:r>
              <a:rPr lang="de-DE" sz="1200" dirty="0" err="1">
                <a:solidFill>
                  <a:srgbClr val="EAECF0"/>
                </a:solidFill>
                <a:ea typeface="+mn-lt"/>
                <a:cs typeface="+mn-lt"/>
              </a:rPr>
              <a:t>primary</a:t>
            </a:r>
            <a:r>
              <a:rPr lang="de-DE" sz="1200" dirty="0">
                <a:solidFill>
                  <a:srgbClr val="EAECF0"/>
                </a:solidFill>
                <a:ea typeface="+mn-lt"/>
                <a:cs typeface="+mn-lt"/>
              </a:rPr>
              <a:t> </a:t>
            </a:r>
            <a:r>
              <a:rPr lang="de-DE" sz="1200" dirty="0" err="1">
                <a:solidFill>
                  <a:srgbClr val="EAECF0"/>
                </a:solidFill>
                <a:ea typeface="+mn-lt"/>
                <a:cs typeface="+mn-lt"/>
              </a:rPr>
              <a:t>place</a:t>
            </a:r>
            <a:r>
              <a:rPr lang="de-DE" sz="1200" dirty="0">
                <a:solidFill>
                  <a:srgbClr val="EAECF0"/>
                </a:solidFill>
                <a:ea typeface="+mn-lt"/>
                <a:cs typeface="+mn-lt"/>
              </a:rPr>
              <a:t> in </a:t>
            </a:r>
            <a:r>
              <a:rPr lang="de-DE" sz="1200" dirty="0" err="1">
                <a:solidFill>
                  <a:srgbClr val="EAECF0"/>
                </a:solidFill>
                <a:ea typeface="+mn-lt"/>
                <a:cs typeface="+mn-lt"/>
              </a:rPr>
              <a:t>anthologies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English </a:t>
            </a:r>
            <a:r>
              <a:rPr lang="de-DE" sz="1200" dirty="0">
                <a:solidFill>
                  <a:srgbClr val="88A3E8"/>
                </a:solidFill>
                <a:ea typeface="+mn-lt"/>
                <a:cs typeface="+mn-lt"/>
                <a:hlinkClick r:id="rId5"/>
              </a:rPr>
              <a:t>choral music</a:t>
            </a:r>
            <a:r>
              <a:rPr lang="de-DE" sz="1200" dirty="0">
                <a:solidFill>
                  <a:srgbClr val="EAECF0"/>
                </a:solidFill>
                <a:ea typeface="+mn-lt"/>
                <a:cs typeface="+mn-lt"/>
              </a:rPr>
              <a:t>. Tallis </a:t>
            </a:r>
            <a:r>
              <a:rPr lang="de-DE" sz="1200" noProof="1">
                <a:solidFill>
                  <a:srgbClr val="EAECF0"/>
                </a:solidFill>
                <a:ea typeface="+mn-lt"/>
                <a:cs typeface="+mn-lt"/>
              </a:rPr>
              <a:t>is</a:t>
            </a:r>
            <a:r>
              <a:rPr lang="de-DE" sz="1200" dirty="0">
                <a:solidFill>
                  <a:srgbClr val="EAECF0"/>
                </a:solidFill>
                <a:ea typeface="+mn-lt"/>
                <a:cs typeface="+mn-lt"/>
              </a:rPr>
              <a:t> </a:t>
            </a:r>
            <a:r>
              <a:rPr lang="en-GB" sz="1200" dirty="0">
                <a:solidFill>
                  <a:srgbClr val="EAECF0"/>
                </a:solidFill>
                <a:ea typeface="+mn-lt"/>
                <a:cs typeface="+mn-lt"/>
              </a:rPr>
              <a:t>considered</a:t>
            </a:r>
            <a:r>
              <a:rPr lang="de-DE" sz="1200" dirty="0">
                <a:solidFill>
                  <a:srgbClr val="EAECF0"/>
                </a:solidFill>
                <a:ea typeface="+mn-lt"/>
                <a:cs typeface="+mn-lt"/>
              </a:rPr>
              <a:t> </a:t>
            </a:r>
            <a:r>
              <a:rPr lang="de-DE" sz="1200" dirty="0" err="1">
                <a:solidFill>
                  <a:srgbClr val="EAECF0"/>
                </a:solidFill>
                <a:ea typeface="+mn-lt"/>
                <a:cs typeface="+mn-lt"/>
              </a:rPr>
              <a:t>one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England's</a:t>
            </a:r>
            <a:r>
              <a:rPr lang="de-DE" sz="1200" dirty="0">
                <a:solidFill>
                  <a:srgbClr val="EAECF0"/>
                </a:solidFill>
                <a:ea typeface="+mn-lt"/>
                <a:cs typeface="+mn-lt"/>
              </a:rPr>
              <a:t> </a:t>
            </a:r>
            <a:r>
              <a:rPr lang="de-DE" sz="1200" dirty="0" err="1">
                <a:solidFill>
                  <a:srgbClr val="EAECF0"/>
                </a:solidFill>
                <a:ea typeface="+mn-lt"/>
                <a:cs typeface="+mn-lt"/>
              </a:rPr>
              <a:t>greatest</a:t>
            </a:r>
            <a:r>
              <a:rPr lang="de-DE" sz="1200" dirty="0">
                <a:solidFill>
                  <a:srgbClr val="EAECF0"/>
                </a:solidFill>
                <a:ea typeface="+mn-lt"/>
                <a:cs typeface="+mn-lt"/>
              </a:rPr>
              <a:t> </a:t>
            </a:r>
            <a:r>
              <a:rPr lang="de-DE" sz="1200" dirty="0" err="1">
                <a:solidFill>
                  <a:srgbClr val="EAECF0"/>
                </a:solidFill>
                <a:ea typeface="+mn-lt"/>
                <a:cs typeface="+mn-lt"/>
              </a:rPr>
              <a:t>composers</a:t>
            </a:r>
            <a:r>
              <a:rPr lang="de-DE" sz="1200" dirty="0">
                <a:solidFill>
                  <a:srgbClr val="EAECF0"/>
                </a:solidFill>
                <a:ea typeface="+mn-lt"/>
                <a:cs typeface="+mn-lt"/>
              </a:rPr>
              <a:t>, and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honoured</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original </a:t>
            </a:r>
            <a:r>
              <a:rPr lang="de-DE" sz="1200" dirty="0" err="1">
                <a:solidFill>
                  <a:srgbClr val="EAECF0"/>
                </a:solidFill>
                <a:ea typeface="+mn-lt"/>
                <a:cs typeface="+mn-lt"/>
              </a:rPr>
              <a:t>voice</a:t>
            </a:r>
            <a:r>
              <a:rPr lang="de-DE" sz="1200" dirty="0">
                <a:solidFill>
                  <a:srgbClr val="EAECF0"/>
                </a:solidFill>
                <a:ea typeface="+mn-lt"/>
                <a:cs typeface="+mn-lt"/>
              </a:rPr>
              <a:t> in English </a:t>
            </a:r>
            <a:r>
              <a:rPr lang="en-GB" sz="1200" dirty="0">
                <a:solidFill>
                  <a:srgbClr val="EAECF0"/>
                </a:solidFill>
                <a:ea typeface="+mn-lt"/>
                <a:cs typeface="+mn-lt"/>
              </a:rPr>
              <a:t>musicianship</a:t>
            </a:r>
            <a:r>
              <a:rPr lang="de-DE" sz="1200" dirty="0">
                <a:solidFill>
                  <a:srgbClr val="EAECF0"/>
                </a:solidFill>
                <a:ea typeface="+mn-lt"/>
                <a:cs typeface="+mn-lt"/>
              </a:rPr>
              <a:t>.</a:t>
            </a:r>
            <a:r>
              <a:rPr lang="de-DE" sz="1000" baseline="30000" dirty="0">
                <a:solidFill>
                  <a:srgbClr val="88A3E8"/>
                </a:solidFill>
                <a:ea typeface="+mn-lt"/>
                <a:cs typeface="+mn-lt"/>
                <a:hlinkClick r:id="rId6"/>
              </a:rPr>
              <a:t>[3]</a:t>
            </a:r>
          </a:p>
          <a:p>
            <a:endParaRPr lang="de-DE" sz="1000" baseline="30000" dirty="0">
              <a:solidFill>
                <a:srgbClr val="88A3E8"/>
              </a:solidFill>
            </a:endParaRPr>
          </a:p>
          <a:p>
            <a:r>
              <a:rPr lang="de-DE" sz="2000" baseline="30000" dirty="0"/>
              <a:t>His </a:t>
            </a:r>
            <a:r>
              <a:rPr lang="de-DE" sz="2000" baseline="30000" err="1">
                <a:ea typeface="+mn-lt"/>
                <a:cs typeface="+mn-lt"/>
              </a:rPr>
              <a:t>signature</a:t>
            </a:r>
            <a:r>
              <a:rPr lang="de-DE" sz="2000" baseline="30000" dirty="0">
                <a:ea typeface="+mn-lt"/>
                <a:cs typeface="+mn-lt"/>
              </a:rPr>
              <a:t> was:</a:t>
            </a:r>
          </a:p>
          <a:p>
            <a:endParaRPr lang="de-DE" sz="2000" baseline="30000" dirty="0"/>
          </a:p>
          <a:p>
            <a:endParaRPr lang="de-DE" sz="2000" baseline="30000" dirty="0"/>
          </a:p>
          <a:p>
            <a:endParaRPr lang="de-DE" sz="2000" baseline="30000" dirty="0"/>
          </a:p>
          <a:p>
            <a:r>
              <a:rPr lang="de-DE" sz="2000" baseline="30000" dirty="0"/>
              <a:t>He was Born c. 1505 </a:t>
            </a:r>
            <a:r>
              <a:rPr lang="de-DE" sz="2000" baseline="30000" dirty="0" err="1"/>
              <a:t>Probably</a:t>
            </a:r>
            <a:r>
              <a:rPr lang="de-DE" sz="2000" baseline="30000" dirty="0"/>
              <a:t> in Kent, England and </a:t>
            </a:r>
            <a:r>
              <a:rPr lang="de-DE" sz="2000" baseline="30000" dirty="0" err="1"/>
              <a:t>died</a:t>
            </a:r>
            <a:r>
              <a:rPr lang="de-DE" sz="2000" baseline="30000" dirty="0"/>
              <a:t> 23 November 1585</a:t>
            </a:r>
            <a:br>
              <a:rPr lang="de-DE" sz="2000" baseline="30000" dirty="0"/>
            </a:br>
            <a:r>
              <a:rPr lang="de-DE" sz="2000" baseline="30000" dirty="0"/>
              <a:t>(</a:t>
            </a:r>
            <a:r>
              <a:rPr lang="de-DE" sz="2000" baseline="30000" dirty="0" err="1"/>
              <a:t>aged</a:t>
            </a:r>
            <a:r>
              <a:rPr lang="de-DE" sz="2000" baseline="30000" dirty="0"/>
              <a:t> 79–80) in Greenwich, England</a:t>
            </a:r>
            <a:endParaRPr lang="de-DE" dirty="0"/>
          </a:p>
          <a:p>
            <a:pPr marL="0" indent="0">
              <a:buNone/>
            </a:pPr>
            <a:endParaRPr lang="de-DE" sz="1800" baseline="30000" dirty="0"/>
          </a:p>
          <a:p>
            <a:endParaRPr lang="de-DE" sz="2000" baseline="30000" dirty="0">
              <a:ea typeface="+mn-lt"/>
              <a:cs typeface="+mn-lt"/>
            </a:endParaRPr>
          </a:p>
          <a:p>
            <a:endParaRPr lang="de-DE" sz="2000" baseline="30000" dirty="0"/>
          </a:p>
          <a:p>
            <a:endParaRPr lang="de-DE" sz="2000" baseline="30000" dirty="0"/>
          </a:p>
          <a:p>
            <a:endParaRPr lang="de-DE" sz="2000" baseline="30000" dirty="0"/>
          </a:p>
          <a:p>
            <a:endParaRPr lang="de-DE" sz="2000" baseline="30000" dirty="0"/>
          </a:p>
        </p:txBody>
      </p:sp>
      <p:pic>
        <p:nvPicPr>
          <p:cNvPr id="4" name="Grafik 3" descr="Ein Bild, das Text, Handschrift, Schrift, Kalligrafie enthält.&#10;&#10;">
            <a:extLst>
              <a:ext uri="{FF2B5EF4-FFF2-40B4-BE49-F238E27FC236}">
                <a16:creationId xmlns:a16="http://schemas.microsoft.com/office/drawing/2014/main" id="{D50D15D6-C570-C7C1-9055-8967C9143AC4}"/>
              </a:ext>
              <a:ext uri="{C183D7F6-B498-43B3-948B-1728B52AA6E4}">
                <adec:decorative xmlns:adec="http://schemas.microsoft.com/office/drawing/2017/decorative" val="0"/>
              </a:ext>
            </a:extLst>
          </p:cNvPr>
          <p:cNvPicPr>
            <a:picLocks noChangeAspect="1"/>
          </p:cNvPicPr>
          <p:nvPr/>
        </p:nvPicPr>
        <p:blipFill>
          <a:blip r:embed="rId7">
            <a:alphaModFix/>
            <a:extLst>
              <a:ext uri="{BEBA8EAE-BF5A-486C-A8C5-ECC9F3942E4B}">
                <a14:imgProps xmlns:a14="http://schemas.microsoft.com/office/drawing/2010/main">
                  <a14:imgLayer r:embed="rId8">
                    <a14:imgEffect>
                      <a14:saturation sat="400000"/>
                    </a14:imgEffect>
                    <a14:imgEffect>
                      <a14:brightnessContrast bright="52000" contrast="21000"/>
                    </a14:imgEffect>
                  </a14:imgLayer>
                </a14:imgProps>
              </a:ext>
            </a:extLst>
          </a:blip>
          <a:srcRect l="147" t="882" r="-23600" b="-89130"/>
          <a:stretch>
            <a:fillRect/>
          </a:stretch>
        </p:blipFill>
        <p:spPr>
          <a:xfrm>
            <a:off x="1501985" y="3900849"/>
            <a:ext cx="3711247" cy="1043884"/>
          </a:xfrm>
          <a:prstGeom prst="rect">
            <a:avLst/>
          </a:prstGeom>
          <a:ln>
            <a:solidFill>
              <a:srgbClr val="4472C4"/>
            </a:solidFill>
          </a:ln>
          <a:effectLst>
            <a:outerShdw blurRad="50800" dist="38100" dir="2700000">
              <a:srgbClr val="000000">
                <a:alpha val="40000"/>
              </a:srgbClr>
            </a:outerShdw>
            <a:reflection endPos="36000" dir="5400000" sy="-100000" algn="bl" rotWithShape="0"/>
          </a:effectLst>
        </p:spPr>
      </p:pic>
    </p:spTree>
    <p:extLst>
      <p:ext uri="{BB962C8B-B14F-4D97-AF65-F5344CB8AC3E}">
        <p14:creationId xmlns:p14="http://schemas.microsoft.com/office/powerpoint/2010/main" val="30856594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Rectangle 8">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1" name="Rectangle 10">
            <a:extLst>
              <a:ext uri="{FF2B5EF4-FFF2-40B4-BE49-F238E27FC236}">
                <a16:creationId xmlns:a16="http://schemas.microsoft.com/office/drawing/2014/main" id="{281148B8-58D0-4E9A-A32C-B3B181A3A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FBCB075-B78F-0FB0-D97B-C784EC3CE057}"/>
              </a:ext>
            </a:extLst>
          </p:cNvPr>
          <p:cNvSpPr>
            <a:spLocks noGrp="1"/>
          </p:cNvSpPr>
          <p:nvPr>
            <p:ph type="title"/>
          </p:nvPr>
        </p:nvSpPr>
        <p:spPr>
          <a:xfrm>
            <a:off x="4071590" y="2233257"/>
            <a:ext cx="6458614" cy="2397491"/>
          </a:xfrm>
        </p:spPr>
        <p:txBody>
          <a:bodyPr vert="horz" lIns="91440" tIns="45720" rIns="91440" bIns="45720" rtlCol="0" anchor="t">
            <a:normAutofit/>
          </a:bodyPr>
          <a:lstStyle/>
          <a:p>
            <a:pPr algn="ctr"/>
            <a:r>
              <a:rPr lang="en-US" sz="7200" dirty="0"/>
              <a:t>HIS  LIFE</a:t>
            </a:r>
            <a:endParaRPr lang="de-DE" sz="7200" dirty="0"/>
          </a:p>
        </p:txBody>
      </p:sp>
      <p:sp>
        <p:nvSpPr>
          <p:cNvPr id="13" name="Rectangle 12">
            <a:extLst>
              <a:ext uri="{FF2B5EF4-FFF2-40B4-BE49-F238E27FC236}">
                <a16:creationId xmlns:a16="http://schemas.microsoft.com/office/drawing/2014/main" id="{3B8154F5-2E4B-4EB4-9BE5-A38ED1238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5"/>
            <a:ext cx="4067325"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Rectangle 14">
            <a:extLst>
              <a:ext uri="{FF2B5EF4-FFF2-40B4-BE49-F238E27FC236}">
                <a16:creationId xmlns:a16="http://schemas.microsoft.com/office/drawing/2014/main" id="{9F217F6F-016A-42CB-9074-E8CBC6CC7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2747133"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15774889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F09551-71A1-487C-F373-5731D2838F4E}"/>
              </a:ext>
            </a:extLst>
          </p:cNvPr>
          <p:cNvSpPr>
            <a:spLocks noGrp="1"/>
          </p:cNvSpPr>
          <p:nvPr>
            <p:ph type="title"/>
          </p:nvPr>
        </p:nvSpPr>
        <p:spPr/>
        <p:txBody>
          <a:bodyPr/>
          <a:lstStyle/>
          <a:p>
            <a:r>
              <a:rPr lang="de-DE" dirty="0"/>
              <a:t>Youth</a:t>
            </a:r>
            <a:endParaRPr lang="de-DE"/>
          </a:p>
        </p:txBody>
      </p:sp>
      <p:sp>
        <p:nvSpPr>
          <p:cNvPr id="3" name="Inhaltsplatzhalter 2">
            <a:extLst>
              <a:ext uri="{FF2B5EF4-FFF2-40B4-BE49-F238E27FC236}">
                <a16:creationId xmlns:a16="http://schemas.microsoft.com/office/drawing/2014/main" id="{8D6A5E69-7992-C5EB-BDBE-2EB37457DBB1}"/>
              </a:ext>
            </a:extLst>
          </p:cNvPr>
          <p:cNvSpPr>
            <a:spLocks noGrp="1"/>
          </p:cNvSpPr>
          <p:nvPr>
            <p:ph idx="1"/>
          </p:nvPr>
        </p:nvSpPr>
        <p:spPr/>
        <p:txBody>
          <a:bodyPr vert="horz" lIns="91440" tIns="45720" rIns="91440" bIns="45720" rtlCol="0" anchor="t">
            <a:normAutofit/>
          </a:bodyPr>
          <a:lstStyle/>
          <a:p>
            <a:r>
              <a:rPr lang="de-DE" sz="1200" dirty="0">
                <a:solidFill>
                  <a:srgbClr val="EAECF0"/>
                </a:solidFill>
                <a:ea typeface="+mn-lt"/>
                <a:cs typeface="+mn-lt"/>
              </a:rPr>
              <a:t>As </a:t>
            </a:r>
            <a:r>
              <a:rPr lang="de-DE" sz="1200" dirty="0" err="1">
                <a:solidFill>
                  <a:srgbClr val="EAECF0"/>
                </a:solidFill>
                <a:ea typeface="+mn-lt"/>
                <a:cs typeface="+mn-lt"/>
              </a:rPr>
              <a:t>no</a:t>
            </a:r>
            <a:r>
              <a:rPr lang="de-DE" sz="1200" dirty="0">
                <a:solidFill>
                  <a:srgbClr val="EAECF0"/>
                </a:solidFill>
                <a:ea typeface="+mn-lt"/>
                <a:cs typeface="+mn-lt"/>
              </a:rPr>
              <a:t> </a:t>
            </a:r>
            <a:r>
              <a:rPr lang="de-DE" sz="1200" dirty="0" err="1">
                <a:solidFill>
                  <a:srgbClr val="EAECF0"/>
                </a:solidFill>
                <a:ea typeface="+mn-lt"/>
                <a:cs typeface="+mn-lt"/>
              </a:rPr>
              <a:t>records</a:t>
            </a:r>
            <a:r>
              <a:rPr lang="de-DE" sz="1200" dirty="0">
                <a:solidFill>
                  <a:srgbClr val="EAECF0"/>
                </a:solidFill>
                <a:ea typeface="+mn-lt"/>
                <a:cs typeface="+mn-lt"/>
              </a:rPr>
              <a:t> </a:t>
            </a:r>
            <a:r>
              <a:rPr lang="de-DE" sz="1200" dirty="0" err="1">
                <a:solidFill>
                  <a:srgbClr val="EAECF0"/>
                </a:solidFill>
                <a:ea typeface="+mn-lt"/>
                <a:cs typeface="+mn-lt"/>
              </a:rPr>
              <a:t>about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birth</a:t>
            </a:r>
            <a:r>
              <a:rPr lang="de-DE" sz="1200" dirty="0">
                <a:solidFill>
                  <a:srgbClr val="EAECF0"/>
                </a:solidFill>
                <a:ea typeface="+mn-lt"/>
                <a:cs typeface="+mn-lt"/>
              </a:rPr>
              <a:t>, </a:t>
            </a:r>
            <a:r>
              <a:rPr lang="de-DE" sz="1200" dirty="0" err="1">
                <a:solidFill>
                  <a:srgbClr val="EAECF0"/>
                </a:solidFill>
                <a:ea typeface="+mn-lt"/>
                <a:cs typeface="+mn-lt"/>
              </a:rPr>
              <a:t>family</a:t>
            </a:r>
            <a:r>
              <a:rPr lang="de-DE" sz="1200" dirty="0">
                <a:solidFill>
                  <a:srgbClr val="EAECF0"/>
                </a:solidFill>
                <a:ea typeface="+mn-lt"/>
                <a:cs typeface="+mn-lt"/>
              </a:rPr>
              <a:t> </a:t>
            </a:r>
            <a:r>
              <a:rPr lang="de-DE" sz="1200" dirty="0" err="1">
                <a:solidFill>
                  <a:srgbClr val="EAECF0"/>
                </a:solidFill>
                <a:ea typeface="+mn-lt"/>
                <a:cs typeface="+mn-lt"/>
              </a:rPr>
              <a:t>or</a:t>
            </a:r>
            <a:r>
              <a:rPr lang="de-DE" sz="1200" dirty="0">
                <a:solidFill>
                  <a:srgbClr val="EAECF0"/>
                </a:solidFill>
                <a:ea typeface="+mn-lt"/>
                <a:cs typeface="+mn-lt"/>
              </a:rPr>
              <a:t> </a:t>
            </a:r>
            <a:r>
              <a:rPr lang="de-DE" sz="1200" dirty="0" err="1">
                <a:solidFill>
                  <a:srgbClr val="EAECF0"/>
                </a:solidFill>
                <a:ea typeface="+mn-lt"/>
                <a:cs typeface="+mn-lt"/>
              </a:rPr>
              <a:t>childhood</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Thomas Tallis </a:t>
            </a:r>
            <a:r>
              <a:rPr lang="de-DE" sz="1200" dirty="0" err="1">
                <a:solidFill>
                  <a:srgbClr val="EAECF0"/>
                </a:solidFill>
                <a:ea typeface="+mn-lt"/>
                <a:cs typeface="+mn-lt"/>
              </a:rPr>
              <a:t>exist</a:t>
            </a:r>
            <a:r>
              <a:rPr lang="de-DE" sz="1200" dirty="0">
                <a:solidFill>
                  <a:srgbClr val="EAECF0"/>
                </a:solidFill>
                <a:ea typeface="+mn-lt"/>
                <a:cs typeface="+mn-lt"/>
              </a:rPr>
              <a:t>, </a:t>
            </a:r>
            <a:r>
              <a:rPr lang="de-DE" sz="1200" dirty="0" err="1">
                <a:solidFill>
                  <a:srgbClr val="EAECF0"/>
                </a:solidFill>
                <a:ea typeface="+mn-lt"/>
                <a:cs typeface="+mn-lt"/>
              </a:rPr>
              <a:t>almost</a:t>
            </a:r>
            <a:r>
              <a:rPr lang="de-DE" sz="1200" dirty="0">
                <a:solidFill>
                  <a:srgbClr val="EAECF0"/>
                </a:solidFill>
                <a:ea typeface="+mn-lt"/>
                <a:cs typeface="+mn-lt"/>
              </a:rPr>
              <a:t> </a:t>
            </a:r>
            <a:r>
              <a:rPr lang="de-DE" sz="1200" dirty="0" err="1">
                <a:solidFill>
                  <a:srgbClr val="EAECF0"/>
                </a:solidFill>
                <a:ea typeface="+mn-lt"/>
                <a:cs typeface="+mn-lt"/>
              </a:rPr>
              <a:t>nothing</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known</a:t>
            </a:r>
            <a:r>
              <a:rPr lang="de-DE" sz="1200" dirty="0">
                <a:solidFill>
                  <a:srgbClr val="EAECF0"/>
                </a:solidFill>
                <a:ea typeface="+mn-lt"/>
                <a:cs typeface="+mn-lt"/>
              </a:rPr>
              <a:t> </a:t>
            </a:r>
            <a:r>
              <a:rPr lang="de-DE" sz="1200" dirty="0" err="1">
                <a:solidFill>
                  <a:srgbClr val="EAECF0"/>
                </a:solidFill>
                <a:ea typeface="+mn-lt"/>
                <a:cs typeface="+mn-lt"/>
              </a:rPr>
              <a:t>about</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early</a:t>
            </a:r>
            <a:r>
              <a:rPr lang="de-DE" sz="1200" dirty="0">
                <a:solidFill>
                  <a:srgbClr val="EAECF0"/>
                </a:solidFill>
                <a:ea typeface="+mn-lt"/>
                <a:cs typeface="+mn-lt"/>
              </a:rPr>
              <a:t> </a:t>
            </a:r>
            <a:r>
              <a:rPr lang="de-DE" sz="1200" dirty="0" err="1">
                <a:solidFill>
                  <a:srgbClr val="EAECF0"/>
                </a:solidFill>
                <a:ea typeface="+mn-lt"/>
                <a:cs typeface="+mn-lt"/>
              </a:rPr>
              <a:t>life</a:t>
            </a:r>
            <a:r>
              <a:rPr lang="de-DE" sz="1200" dirty="0">
                <a:solidFill>
                  <a:srgbClr val="EAECF0"/>
                </a:solidFill>
                <a:ea typeface="+mn-lt"/>
                <a:cs typeface="+mn-lt"/>
              </a:rPr>
              <a:t> </a:t>
            </a:r>
            <a:r>
              <a:rPr lang="de-DE" sz="1200" dirty="0" err="1">
                <a:solidFill>
                  <a:srgbClr val="EAECF0"/>
                </a:solidFill>
                <a:ea typeface="+mn-lt"/>
                <a:cs typeface="+mn-lt"/>
              </a:rPr>
              <a:t>or</a:t>
            </a:r>
            <a:r>
              <a:rPr lang="de-DE" sz="1200" dirty="0">
                <a:solidFill>
                  <a:srgbClr val="EAECF0"/>
                </a:solidFill>
                <a:ea typeface="+mn-lt"/>
                <a:cs typeface="+mn-lt"/>
              </a:rPr>
              <a:t> </a:t>
            </a:r>
            <a:r>
              <a:rPr lang="de-DE" sz="1200" dirty="0" err="1">
                <a:solidFill>
                  <a:srgbClr val="EAECF0"/>
                </a:solidFill>
                <a:ea typeface="+mn-lt"/>
                <a:cs typeface="+mn-lt"/>
              </a:rPr>
              <a:t>origins</a:t>
            </a:r>
            <a:r>
              <a:rPr lang="de-DE" sz="1200" dirty="0">
                <a:solidFill>
                  <a:srgbClr val="EAECF0"/>
                </a:solidFill>
                <a:ea typeface="+mn-lt"/>
                <a:cs typeface="+mn-lt"/>
              </a:rPr>
              <a:t>. </a:t>
            </a:r>
            <a:r>
              <a:rPr lang="de-DE" sz="1200" dirty="0" err="1">
                <a:solidFill>
                  <a:srgbClr val="EAECF0"/>
                </a:solidFill>
                <a:ea typeface="+mn-lt"/>
                <a:cs typeface="+mn-lt"/>
              </a:rPr>
              <a:t>Historians</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calculated</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he was </a:t>
            </a:r>
            <a:r>
              <a:rPr lang="de-DE" sz="1200" dirty="0" err="1">
                <a:solidFill>
                  <a:srgbClr val="EAECF0"/>
                </a:solidFill>
                <a:ea typeface="+mn-lt"/>
                <a:cs typeface="+mn-lt"/>
              </a:rPr>
              <a:t>born</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early</a:t>
            </a:r>
            <a:r>
              <a:rPr lang="de-DE" sz="1200" dirty="0">
                <a:solidFill>
                  <a:srgbClr val="EAECF0"/>
                </a:solidFill>
                <a:ea typeface="+mn-lt"/>
                <a:cs typeface="+mn-lt"/>
              </a:rPr>
              <a:t> </a:t>
            </a:r>
            <a:r>
              <a:rPr lang="de-DE" sz="1200" dirty="0" err="1">
                <a:solidFill>
                  <a:srgbClr val="EAECF0"/>
                </a:solidFill>
                <a:ea typeface="+mn-lt"/>
                <a:cs typeface="+mn-lt"/>
              </a:rPr>
              <a:t>part</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16th </a:t>
            </a:r>
            <a:r>
              <a:rPr lang="de-DE" sz="1200" dirty="0" err="1">
                <a:solidFill>
                  <a:srgbClr val="EAECF0"/>
                </a:solidFill>
                <a:ea typeface="+mn-lt"/>
                <a:cs typeface="+mn-lt"/>
              </a:rPr>
              <a:t>century</a:t>
            </a:r>
            <a:r>
              <a:rPr lang="de-DE" sz="1200" dirty="0">
                <a:solidFill>
                  <a:srgbClr val="EAECF0"/>
                </a:solidFill>
                <a:ea typeface="+mn-lt"/>
                <a:cs typeface="+mn-lt"/>
              </a:rPr>
              <a:t>, </a:t>
            </a:r>
            <a:r>
              <a:rPr lang="de-DE" sz="1200" dirty="0" err="1">
                <a:solidFill>
                  <a:srgbClr val="EAECF0"/>
                </a:solidFill>
                <a:ea typeface="+mn-lt"/>
                <a:cs typeface="+mn-lt"/>
              </a:rPr>
              <a:t>towards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end</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reign</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2"/>
              </a:rPr>
              <a:t>Henry VII of England</a:t>
            </a:r>
            <a:r>
              <a:rPr lang="de-DE" sz="1200" dirty="0">
                <a:solidFill>
                  <a:srgbClr val="EAECF0"/>
                </a:solidFill>
                <a:ea typeface="+mn-lt"/>
                <a:cs typeface="+mn-lt"/>
              </a:rPr>
              <a:t>, and </a:t>
            </a:r>
            <a:r>
              <a:rPr lang="de-DE" sz="1200" dirty="0" err="1">
                <a:solidFill>
                  <a:srgbClr val="EAECF0"/>
                </a:solidFill>
                <a:ea typeface="+mn-lt"/>
                <a:cs typeface="+mn-lt"/>
              </a:rPr>
              <a:t>estimates</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year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birth</a:t>
            </a:r>
            <a:r>
              <a:rPr lang="de-DE" sz="1200" dirty="0">
                <a:solidFill>
                  <a:srgbClr val="EAECF0"/>
                </a:solidFill>
                <a:ea typeface="+mn-lt"/>
                <a:cs typeface="+mn-lt"/>
              </a:rPr>
              <a:t> </a:t>
            </a:r>
            <a:r>
              <a:rPr lang="de-DE" sz="1200" dirty="0" err="1">
                <a:solidFill>
                  <a:srgbClr val="EAECF0"/>
                </a:solidFill>
                <a:ea typeface="+mn-lt"/>
                <a:cs typeface="+mn-lt"/>
              </a:rPr>
              <a:t>range</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1500 </a:t>
            </a:r>
            <a:r>
              <a:rPr lang="de-DE" sz="1200" dirty="0" err="1">
                <a:solidFill>
                  <a:srgbClr val="EAECF0"/>
                </a:solidFill>
                <a:ea typeface="+mn-lt"/>
                <a:cs typeface="+mn-lt"/>
              </a:rPr>
              <a:t>to</a:t>
            </a:r>
            <a:r>
              <a:rPr lang="de-DE" sz="1200" dirty="0">
                <a:solidFill>
                  <a:srgbClr val="EAECF0"/>
                </a:solidFill>
                <a:ea typeface="+mn-lt"/>
                <a:cs typeface="+mn-lt"/>
              </a:rPr>
              <a:t> 1520.</a:t>
            </a:r>
            <a:r>
              <a:rPr lang="de-DE" sz="1000" baseline="30000" dirty="0">
                <a:solidFill>
                  <a:srgbClr val="88A3E8"/>
                </a:solidFill>
                <a:ea typeface="+mn-lt"/>
                <a:cs typeface="+mn-lt"/>
                <a:hlinkClick r:id="rId3"/>
              </a:rPr>
              <a:t>[4]</a:t>
            </a:r>
            <a:r>
              <a:rPr lang="de-DE" sz="1200" dirty="0">
                <a:solidFill>
                  <a:srgbClr val="EAECF0"/>
                </a:solidFill>
                <a:ea typeface="+mn-lt"/>
                <a:cs typeface="+mn-lt"/>
              </a:rPr>
              <a:t> His </a:t>
            </a:r>
            <a:r>
              <a:rPr lang="de-DE" sz="1200" dirty="0" err="1">
                <a:solidFill>
                  <a:srgbClr val="EAECF0"/>
                </a:solidFill>
                <a:ea typeface="+mn-lt"/>
                <a:cs typeface="+mn-lt"/>
              </a:rPr>
              <a:t>only</a:t>
            </a:r>
            <a:r>
              <a:rPr lang="de-DE" sz="1200" dirty="0">
                <a:solidFill>
                  <a:srgbClr val="EAECF0"/>
                </a:solidFill>
                <a:ea typeface="+mn-lt"/>
                <a:cs typeface="+mn-lt"/>
              </a:rPr>
              <a:t> </a:t>
            </a:r>
            <a:r>
              <a:rPr lang="de-DE" sz="1200" dirty="0" err="1">
                <a:solidFill>
                  <a:srgbClr val="EAECF0"/>
                </a:solidFill>
                <a:ea typeface="+mn-lt"/>
                <a:cs typeface="+mn-lt"/>
              </a:rPr>
              <a:t>known</a:t>
            </a:r>
            <a:r>
              <a:rPr lang="de-DE" sz="1200" dirty="0">
                <a:solidFill>
                  <a:srgbClr val="EAECF0"/>
                </a:solidFill>
                <a:ea typeface="+mn-lt"/>
                <a:cs typeface="+mn-lt"/>
              </a:rPr>
              <a:t> relative was a </a:t>
            </a:r>
            <a:r>
              <a:rPr lang="de-DE" sz="1200" dirty="0" err="1">
                <a:solidFill>
                  <a:srgbClr val="EAECF0"/>
                </a:solidFill>
                <a:ea typeface="+mn-lt"/>
                <a:cs typeface="+mn-lt"/>
              </a:rPr>
              <a:t>cousin</a:t>
            </a:r>
            <a:r>
              <a:rPr lang="de-DE" sz="1200" dirty="0">
                <a:solidFill>
                  <a:srgbClr val="EAECF0"/>
                </a:solidFill>
                <a:ea typeface="+mn-lt"/>
                <a:cs typeface="+mn-lt"/>
              </a:rPr>
              <a:t> </a:t>
            </a:r>
            <a:r>
              <a:rPr lang="de-DE" sz="1200" dirty="0" err="1">
                <a:solidFill>
                  <a:srgbClr val="EAECF0"/>
                </a:solidFill>
                <a:ea typeface="+mn-lt"/>
                <a:cs typeface="+mn-lt"/>
              </a:rPr>
              <a:t>called</a:t>
            </a:r>
            <a:r>
              <a:rPr lang="de-DE" sz="1200" dirty="0">
                <a:solidFill>
                  <a:srgbClr val="EAECF0"/>
                </a:solidFill>
                <a:ea typeface="+mn-lt"/>
                <a:cs typeface="+mn-lt"/>
              </a:rPr>
              <a:t> John Sayer. As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4"/>
              </a:rPr>
              <a:t>surnames</a:t>
            </a:r>
            <a:r>
              <a:rPr lang="de-DE" sz="1200" dirty="0">
                <a:solidFill>
                  <a:srgbClr val="EAECF0"/>
                </a:solidFill>
                <a:ea typeface="+mn-lt"/>
                <a:cs typeface="+mn-lt"/>
              </a:rPr>
              <a:t> </a:t>
            </a:r>
            <a:r>
              <a:rPr lang="de-DE" sz="1200" i="1" dirty="0">
                <a:solidFill>
                  <a:srgbClr val="EAECF0"/>
                </a:solidFill>
                <a:ea typeface="+mn-lt"/>
                <a:cs typeface="+mn-lt"/>
              </a:rPr>
              <a:t>Sayer</a:t>
            </a:r>
            <a:r>
              <a:rPr lang="de-DE" sz="1200" dirty="0">
                <a:solidFill>
                  <a:srgbClr val="EAECF0"/>
                </a:solidFill>
                <a:ea typeface="+mn-lt"/>
                <a:cs typeface="+mn-lt"/>
              </a:rPr>
              <a:t> and </a:t>
            </a:r>
            <a:r>
              <a:rPr lang="de-DE" sz="1200" i="1" dirty="0">
                <a:solidFill>
                  <a:srgbClr val="EAECF0"/>
                </a:solidFill>
                <a:ea typeface="+mn-lt"/>
                <a:cs typeface="+mn-lt"/>
              </a:rPr>
              <a:t>Tallis</a:t>
            </a:r>
            <a:r>
              <a:rPr lang="de-DE" sz="1200" dirty="0">
                <a:solidFill>
                  <a:srgbClr val="EAECF0"/>
                </a:solidFill>
                <a:ea typeface="+mn-lt"/>
                <a:cs typeface="+mn-lt"/>
              </a:rPr>
              <a:t> </a:t>
            </a:r>
            <a:r>
              <a:rPr lang="de-DE" sz="1200" dirty="0" err="1">
                <a:solidFill>
                  <a:srgbClr val="EAECF0"/>
                </a:solidFill>
                <a:ea typeface="+mn-lt"/>
                <a:cs typeface="+mn-lt"/>
              </a:rPr>
              <a:t>both</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strong </a:t>
            </a:r>
            <a:r>
              <a:rPr lang="de-DE" sz="1200" dirty="0" err="1">
                <a:solidFill>
                  <a:srgbClr val="EAECF0"/>
                </a:solidFill>
                <a:ea typeface="+mn-lt"/>
                <a:cs typeface="+mn-lt"/>
              </a:rPr>
              <a:t>connections</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a:solidFill>
                  <a:srgbClr val="88A3E8"/>
                </a:solidFill>
                <a:ea typeface="+mn-lt"/>
                <a:cs typeface="+mn-lt"/>
                <a:hlinkClick r:id="rId5"/>
              </a:rPr>
              <a:t>Kent</a:t>
            </a:r>
            <a:r>
              <a:rPr lang="de-DE" sz="1200" dirty="0">
                <a:solidFill>
                  <a:srgbClr val="EAECF0"/>
                </a:solidFill>
                <a:ea typeface="+mn-lt"/>
                <a:cs typeface="+mn-lt"/>
              </a:rPr>
              <a:t>, Thomas Tallis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usually</a:t>
            </a:r>
            <a:r>
              <a:rPr lang="de-DE" sz="1200" dirty="0">
                <a:solidFill>
                  <a:srgbClr val="EAECF0"/>
                </a:solidFill>
                <a:ea typeface="+mn-lt"/>
                <a:cs typeface="+mn-lt"/>
              </a:rPr>
              <a:t> </a:t>
            </a:r>
            <a:r>
              <a:rPr lang="de-DE" sz="1200" dirty="0" err="1">
                <a:solidFill>
                  <a:srgbClr val="EAECF0"/>
                </a:solidFill>
                <a:ea typeface="+mn-lt"/>
                <a:cs typeface="+mn-lt"/>
              </a:rPr>
              <a:t>thought</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been</a:t>
            </a:r>
            <a:r>
              <a:rPr lang="de-DE" sz="1200" dirty="0">
                <a:solidFill>
                  <a:srgbClr val="EAECF0"/>
                </a:solidFill>
                <a:ea typeface="+mn-lt"/>
                <a:cs typeface="+mn-lt"/>
              </a:rPr>
              <a:t> </a:t>
            </a:r>
            <a:r>
              <a:rPr lang="de-DE" sz="1200" dirty="0" err="1">
                <a:solidFill>
                  <a:srgbClr val="EAECF0"/>
                </a:solidFill>
                <a:ea typeface="+mn-lt"/>
                <a:cs typeface="+mn-lt"/>
              </a:rPr>
              <a:t>born</a:t>
            </a:r>
            <a:r>
              <a:rPr lang="de-DE" sz="1200" dirty="0">
                <a:solidFill>
                  <a:srgbClr val="EAECF0"/>
                </a:solidFill>
                <a:ea typeface="+mn-lt"/>
                <a:cs typeface="+mn-lt"/>
              </a:rPr>
              <a:t> </a:t>
            </a:r>
            <a:r>
              <a:rPr lang="de-DE" sz="1200" dirty="0" err="1">
                <a:solidFill>
                  <a:srgbClr val="EAECF0"/>
                </a:solidFill>
                <a:ea typeface="+mn-lt"/>
                <a:cs typeface="+mn-lt"/>
              </a:rPr>
              <a:t>somewhere</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county</a:t>
            </a:r>
            <a:r>
              <a:rPr lang="de-DE" sz="1200" dirty="0">
                <a:solidFill>
                  <a:srgbClr val="EAECF0"/>
                </a:solidFill>
                <a:ea typeface="+mn-lt"/>
                <a:cs typeface="+mn-lt"/>
              </a:rPr>
              <a:t>.</a:t>
            </a:r>
            <a:r>
              <a:rPr lang="de-DE" sz="1000" baseline="30000" dirty="0">
                <a:solidFill>
                  <a:srgbClr val="88A3E8"/>
                </a:solidFill>
                <a:ea typeface="+mn-lt"/>
                <a:cs typeface="+mn-lt"/>
                <a:hlinkClick r:id="rId6"/>
              </a:rPr>
              <a:t>[5]</a:t>
            </a:r>
            <a:endParaRPr lang="de-DE" dirty="0"/>
          </a:p>
          <a:p>
            <a:r>
              <a:rPr lang="de-DE" sz="1200" dirty="0" err="1">
                <a:solidFill>
                  <a:srgbClr val="EAECF0"/>
                </a:solidFill>
                <a:ea typeface="+mn-lt"/>
                <a:cs typeface="+mn-lt"/>
              </a:rPr>
              <a:t>There</a:t>
            </a:r>
            <a:r>
              <a:rPr lang="de-DE" sz="1200" dirty="0">
                <a:solidFill>
                  <a:srgbClr val="EAECF0"/>
                </a:solidFill>
                <a:ea typeface="+mn-lt"/>
                <a:cs typeface="+mn-lt"/>
              </a:rPr>
              <a:t> </a:t>
            </a:r>
            <a:r>
              <a:rPr lang="de-DE" sz="1200" dirty="0" err="1">
                <a:solidFill>
                  <a:srgbClr val="EAECF0"/>
                </a:solidFill>
                <a:ea typeface="+mn-lt"/>
                <a:cs typeface="+mn-lt"/>
              </a:rPr>
              <a:t>are</a:t>
            </a:r>
            <a:r>
              <a:rPr lang="de-DE" sz="1200" dirty="0">
                <a:solidFill>
                  <a:srgbClr val="EAECF0"/>
                </a:solidFill>
                <a:ea typeface="+mn-lt"/>
                <a:cs typeface="+mn-lt"/>
              </a:rPr>
              <a:t> </a:t>
            </a:r>
            <a:r>
              <a:rPr lang="de-DE" sz="1200" dirty="0" err="1">
                <a:solidFill>
                  <a:srgbClr val="EAECF0"/>
                </a:solidFill>
                <a:ea typeface="+mn-lt"/>
                <a:cs typeface="+mn-lt"/>
              </a:rPr>
              <a:t>some</a:t>
            </a:r>
            <a:r>
              <a:rPr lang="de-DE" sz="1200" dirty="0">
                <a:solidFill>
                  <a:srgbClr val="EAECF0"/>
                </a:solidFill>
                <a:ea typeface="+mn-lt"/>
                <a:cs typeface="+mn-lt"/>
              </a:rPr>
              <a:t> </a:t>
            </a:r>
            <a:r>
              <a:rPr lang="de-DE" sz="1200" dirty="0" err="1">
                <a:solidFill>
                  <a:srgbClr val="EAECF0"/>
                </a:solidFill>
                <a:ea typeface="+mn-lt"/>
                <a:cs typeface="+mn-lt"/>
              </a:rPr>
              <a:t>suggestions</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Tallis sang </a:t>
            </a:r>
            <a:r>
              <a:rPr lang="de-DE" sz="1200" dirty="0" err="1">
                <a:solidFill>
                  <a:srgbClr val="EAECF0"/>
                </a:solidFill>
                <a:ea typeface="+mn-lt"/>
                <a:cs typeface="+mn-lt"/>
              </a:rPr>
              <a:t>as</a:t>
            </a:r>
            <a:r>
              <a:rPr lang="de-DE" sz="1200" dirty="0">
                <a:solidFill>
                  <a:srgbClr val="EAECF0"/>
                </a:solidFill>
                <a:ea typeface="+mn-lt"/>
                <a:cs typeface="+mn-lt"/>
              </a:rPr>
              <a:t> a </a:t>
            </a:r>
            <a:r>
              <a:rPr lang="de-DE" sz="1200" dirty="0">
                <a:solidFill>
                  <a:srgbClr val="88A3E8"/>
                </a:solidFill>
                <a:ea typeface="+mn-lt"/>
                <a:cs typeface="+mn-lt"/>
                <a:hlinkClick r:id="rId7"/>
              </a:rPr>
              <a:t>child of the chapel</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8"/>
              </a:rPr>
              <a:t>Chapel Royal</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same </a:t>
            </a:r>
            <a:r>
              <a:rPr lang="de-DE" sz="1200" dirty="0" err="1">
                <a:solidFill>
                  <a:srgbClr val="EAECF0"/>
                </a:solidFill>
                <a:ea typeface="+mn-lt"/>
                <a:cs typeface="+mn-lt"/>
              </a:rPr>
              <a:t>singing</a:t>
            </a:r>
            <a:r>
              <a:rPr lang="de-DE" sz="1200" dirty="0">
                <a:solidFill>
                  <a:srgbClr val="EAECF0"/>
                </a:solidFill>
                <a:ea typeface="+mn-lt"/>
                <a:cs typeface="+mn-lt"/>
              </a:rPr>
              <a:t> </a:t>
            </a:r>
            <a:r>
              <a:rPr lang="de-DE" sz="1200" dirty="0" err="1">
                <a:solidFill>
                  <a:srgbClr val="EAECF0"/>
                </a:solidFill>
                <a:ea typeface="+mn-lt"/>
                <a:cs typeface="+mn-lt"/>
              </a:rPr>
              <a:t>establishment</a:t>
            </a:r>
            <a:r>
              <a:rPr lang="de-DE" sz="1200" dirty="0">
                <a:solidFill>
                  <a:srgbClr val="EAECF0"/>
                </a:solidFill>
                <a:ea typeface="+mn-lt"/>
                <a:cs typeface="+mn-lt"/>
              </a:rPr>
              <a:t> </a:t>
            </a:r>
            <a:r>
              <a:rPr lang="de-DE" sz="1200" dirty="0" err="1">
                <a:solidFill>
                  <a:srgbClr val="EAECF0"/>
                </a:solidFill>
                <a:ea typeface="+mn-lt"/>
                <a:cs typeface="+mn-lt"/>
              </a:rPr>
              <a:t>which</a:t>
            </a:r>
            <a:r>
              <a:rPr lang="de-DE" sz="1200" dirty="0">
                <a:solidFill>
                  <a:srgbClr val="EAECF0"/>
                </a:solidFill>
                <a:ea typeface="+mn-lt"/>
                <a:cs typeface="+mn-lt"/>
              </a:rPr>
              <a:t> he </a:t>
            </a:r>
            <a:r>
              <a:rPr lang="de-DE" sz="1200" dirty="0" err="1">
                <a:solidFill>
                  <a:srgbClr val="EAECF0"/>
                </a:solidFill>
                <a:ea typeface="+mn-lt"/>
                <a:cs typeface="+mn-lt"/>
              </a:rPr>
              <a:t>joined</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an adult.</a:t>
            </a:r>
            <a:r>
              <a:rPr lang="de-DE" sz="1000" baseline="30000" dirty="0">
                <a:solidFill>
                  <a:srgbClr val="88A3E8"/>
                </a:solidFill>
                <a:ea typeface="+mn-lt"/>
                <a:cs typeface="+mn-lt"/>
                <a:hlinkClick r:id="rId9"/>
              </a:rPr>
              <a:t>[6][7]</a:t>
            </a:r>
            <a:r>
              <a:rPr lang="de-DE" sz="1200" dirty="0">
                <a:solidFill>
                  <a:srgbClr val="EAECF0"/>
                </a:solidFill>
                <a:ea typeface="+mn-lt"/>
                <a:cs typeface="+mn-lt"/>
              </a:rPr>
              <a:t> He was </a:t>
            </a:r>
            <a:r>
              <a:rPr lang="de-DE" sz="1200" dirty="0" err="1">
                <a:solidFill>
                  <a:srgbClr val="EAECF0"/>
                </a:solidFill>
                <a:ea typeface="+mn-lt"/>
                <a:cs typeface="+mn-lt"/>
              </a:rPr>
              <a:t>probably</a:t>
            </a:r>
            <a:r>
              <a:rPr lang="de-DE" sz="1200" dirty="0">
                <a:solidFill>
                  <a:srgbClr val="EAECF0"/>
                </a:solidFill>
                <a:ea typeface="+mn-lt"/>
                <a:cs typeface="+mn-lt"/>
              </a:rPr>
              <a:t> a </a:t>
            </a:r>
            <a:r>
              <a:rPr lang="de-DE" sz="1200" dirty="0">
                <a:solidFill>
                  <a:srgbClr val="88A3E8"/>
                </a:solidFill>
                <a:ea typeface="+mn-lt"/>
                <a:cs typeface="+mn-lt"/>
                <a:hlinkClick r:id="rId10"/>
              </a:rPr>
              <a:t>chorister</a:t>
            </a:r>
            <a:r>
              <a:rPr lang="de-DE" sz="1200" dirty="0">
                <a:solidFill>
                  <a:srgbClr val="EAECF0"/>
                </a:solidFill>
                <a:ea typeface="+mn-lt"/>
                <a:cs typeface="+mn-lt"/>
              </a:rPr>
              <a:t>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11"/>
              </a:rPr>
              <a:t>Benedictine</a:t>
            </a:r>
            <a:r>
              <a:rPr lang="de-DE" sz="1200" dirty="0">
                <a:solidFill>
                  <a:srgbClr val="EAECF0"/>
                </a:solidFill>
                <a:ea typeface="+mn-lt"/>
                <a:cs typeface="+mn-lt"/>
              </a:rPr>
              <a:t> </a:t>
            </a:r>
            <a:r>
              <a:rPr lang="de-DE" sz="1200" dirty="0">
                <a:solidFill>
                  <a:srgbClr val="88A3E8"/>
                </a:solidFill>
                <a:ea typeface="+mn-lt"/>
                <a:cs typeface="+mn-lt"/>
                <a:hlinkClick r:id="rId12"/>
              </a:rPr>
              <a:t>Priory of St. Mary the Virgin and St. Martin of the New Work</a:t>
            </a:r>
            <a:r>
              <a:rPr lang="de-DE" sz="1200" dirty="0">
                <a:solidFill>
                  <a:srgbClr val="EAECF0"/>
                </a:solidFill>
                <a:ea typeface="+mn-lt"/>
                <a:cs typeface="+mn-lt"/>
              </a:rPr>
              <a:t>, in Dover, </a:t>
            </a:r>
            <a:r>
              <a:rPr lang="de-DE" sz="1200" dirty="0" err="1">
                <a:solidFill>
                  <a:srgbClr val="EAECF0"/>
                </a:solidFill>
                <a:ea typeface="+mn-lt"/>
                <a:cs typeface="+mn-lt"/>
              </a:rPr>
              <a:t>where</a:t>
            </a:r>
            <a:r>
              <a:rPr lang="de-DE" sz="1200" dirty="0">
                <a:solidFill>
                  <a:srgbClr val="EAECF0"/>
                </a:solidFill>
                <a:ea typeface="+mn-lt"/>
                <a:cs typeface="+mn-lt"/>
              </a:rPr>
              <a:t> he was </a:t>
            </a:r>
            <a:r>
              <a:rPr lang="de-DE" sz="1200" dirty="0" err="1">
                <a:solidFill>
                  <a:srgbClr val="EAECF0"/>
                </a:solidFill>
                <a:ea typeface="+mn-lt"/>
                <a:cs typeface="+mn-lt"/>
              </a:rPr>
              <a:t>later</a:t>
            </a:r>
            <a:r>
              <a:rPr lang="de-DE" sz="1200" dirty="0">
                <a:solidFill>
                  <a:srgbClr val="EAECF0"/>
                </a:solidFill>
                <a:ea typeface="+mn-lt"/>
                <a:cs typeface="+mn-lt"/>
              </a:rPr>
              <a:t> </a:t>
            </a:r>
            <a:r>
              <a:rPr lang="de-DE" sz="1200" dirty="0" err="1">
                <a:solidFill>
                  <a:srgbClr val="EAECF0"/>
                </a:solidFill>
                <a:ea typeface="+mn-lt"/>
                <a:cs typeface="+mn-lt"/>
              </a:rPr>
              <a:t>employed</a:t>
            </a:r>
            <a:r>
              <a:rPr lang="de-DE" sz="1200" dirty="0">
                <a:solidFill>
                  <a:srgbClr val="EAECF0"/>
                </a:solidFill>
                <a:ea typeface="+mn-lt"/>
                <a:cs typeface="+mn-lt"/>
              </a:rPr>
              <a:t>, but </a:t>
            </a:r>
            <a:r>
              <a:rPr lang="de-DE" sz="1200" dirty="0" err="1">
                <a:solidFill>
                  <a:srgbClr val="EAECF0"/>
                </a:solidFill>
                <a:ea typeface="+mn-lt"/>
                <a:cs typeface="+mn-lt"/>
              </a:rPr>
              <a:t>it</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impossible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know</a:t>
            </a:r>
            <a:r>
              <a:rPr lang="de-DE" sz="1200" dirty="0">
                <a:solidFill>
                  <a:srgbClr val="EAECF0"/>
                </a:solidFill>
                <a:ea typeface="+mn-lt"/>
                <a:cs typeface="+mn-lt"/>
              </a:rPr>
              <a:t> </a:t>
            </a:r>
            <a:r>
              <a:rPr lang="de-DE" sz="1200" dirty="0" err="1">
                <a:solidFill>
                  <a:srgbClr val="EAECF0"/>
                </a:solidFill>
                <a:ea typeface="+mn-lt"/>
                <a:cs typeface="+mn-lt"/>
              </a:rPr>
              <a:t>whether</a:t>
            </a:r>
            <a:r>
              <a:rPr lang="de-DE" sz="1200" dirty="0">
                <a:solidFill>
                  <a:srgbClr val="EAECF0"/>
                </a:solidFill>
                <a:ea typeface="+mn-lt"/>
                <a:cs typeface="+mn-lt"/>
              </a:rPr>
              <a:t> he was </a:t>
            </a:r>
            <a:r>
              <a:rPr lang="de-DE" sz="1200" dirty="0" err="1">
                <a:solidFill>
                  <a:srgbClr val="EAECF0"/>
                </a:solidFill>
                <a:ea typeface="+mn-lt"/>
                <a:cs typeface="+mn-lt"/>
              </a:rPr>
              <a:t>educated</a:t>
            </a:r>
            <a:r>
              <a:rPr lang="de-DE" sz="1200" dirty="0">
                <a:solidFill>
                  <a:srgbClr val="EAECF0"/>
                </a:solidFill>
                <a:ea typeface="+mn-lt"/>
                <a:cs typeface="+mn-lt"/>
              </a:rPr>
              <a:t> </a:t>
            </a:r>
            <a:r>
              <a:rPr lang="de-DE" sz="1200" dirty="0" err="1">
                <a:solidFill>
                  <a:srgbClr val="EAECF0"/>
                </a:solidFill>
                <a:ea typeface="+mn-lt"/>
                <a:cs typeface="+mn-lt"/>
              </a:rPr>
              <a:t>there</a:t>
            </a:r>
            <a:r>
              <a:rPr lang="de-DE" sz="1200" dirty="0">
                <a:solidFill>
                  <a:srgbClr val="EAECF0"/>
                </a:solidFill>
                <a:ea typeface="+mn-lt"/>
                <a:cs typeface="+mn-lt"/>
              </a:rPr>
              <a:t>. He </a:t>
            </a:r>
            <a:r>
              <a:rPr lang="de-DE" sz="1200" dirty="0" err="1">
                <a:solidFill>
                  <a:srgbClr val="EAECF0"/>
                </a:solidFill>
                <a:ea typeface="+mn-lt"/>
                <a:cs typeface="+mn-lt"/>
              </a:rPr>
              <a:t>may</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sung</a:t>
            </a:r>
            <a:r>
              <a:rPr lang="de-DE" sz="1200" dirty="0">
                <a:solidFill>
                  <a:srgbClr val="EAECF0"/>
                </a:solidFill>
                <a:ea typeface="+mn-lt"/>
                <a:cs typeface="+mn-lt"/>
              </a:rPr>
              <a:t> at </a:t>
            </a:r>
            <a:r>
              <a:rPr lang="de-DE" sz="1200" dirty="0">
                <a:solidFill>
                  <a:srgbClr val="88A3E8"/>
                </a:solidFill>
                <a:ea typeface="+mn-lt"/>
                <a:cs typeface="+mn-lt"/>
                <a:hlinkClick r:id="rId13"/>
              </a:rPr>
              <a:t>Canterbury Cathedral</a:t>
            </a:r>
            <a:r>
              <a:rPr lang="de-DE" sz="1200" dirty="0">
                <a:solidFill>
                  <a:srgbClr val="EAECF0"/>
                </a:solidFill>
                <a:ea typeface="+mn-lt"/>
                <a:cs typeface="+mn-lt"/>
              </a:rPr>
              <a:t>.</a:t>
            </a:r>
            <a:r>
              <a:rPr lang="de-DE" sz="1000" baseline="30000" dirty="0">
                <a:solidFill>
                  <a:srgbClr val="88A3E8"/>
                </a:solidFill>
                <a:ea typeface="+mn-lt"/>
                <a:cs typeface="+mn-lt"/>
                <a:hlinkClick r:id="rId14"/>
              </a:rPr>
              <a:t>[8]</a:t>
            </a:r>
            <a:endParaRPr lang="de-DE"/>
          </a:p>
          <a:p>
            <a:endParaRPr lang="de-DE" dirty="0"/>
          </a:p>
        </p:txBody>
      </p:sp>
    </p:spTree>
    <p:extLst>
      <p:ext uri="{BB962C8B-B14F-4D97-AF65-F5344CB8AC3E}">
        <p14:creationId xmlns:p14="http://schemas.microsoft.com/office/powerpoint/2010/main" val="32896840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4301A4-C162-0C32-50BB-2B70DFDFE4AF}"/>
              </a:ext>
            </a:extLst>
          </p:cNvPr>
          <p:cNvSpPr>
            <a:spLocks noGrp="1"/>
          </p:cNvSpPr>
          <p:nvPr>
            <p:ph type="title"/>
          </p:nvPr>
        </p:nvSpPr>
        <p:spPr/>
        <p:txBody>
          <a:bodyPr/>
          <a:lstStyle/>
          <a:p>
            <a:r>
              <a:rPr lang="de-DE" dirty="0"/>
              <a:t>Career</a:t>
            </a:r>
          </a:p>
        </p:txBody>
      </p:sp>
      <p:sp>
        <p:nvSpPr>
          <p:cNvPr id="3" name="Inhaltsplatzhalter 2">
            <a:extLst>
              <a:ext uri="{FF2B5EF4-FFF2-40B4-BE49-F238E27FC236}">
                <a16:creationId xmlns:a16="http://schemas.microsoft.com/office/drawing/2014/main" id="{9D0DB8E1-4F74-9436-F4A0-3FF23B11A005}"/>
              </a:ext>
            </a:extLst>
          </p:cNvPr>
          <p:cNvSpPr>
            <a:spLocks noGrp="1"/>
          </p:cNvSpPr>
          <p:nvPr>
            <p:ph idx="1"/>
          </p:nvPr>
        </p:nvSpPr>
        <p:spPr>
          <a:xfrm>
            <a:off x="1587710" y="2160016"/>
            <a:ext cx="9890102" cy="3926152"/>
          </a:xfrm>
        </p:spPr>
        <p:txBody>
          <a:bodyPr vert="horz" lIns="91440" tIns="45720" rIns="91440" bIns="45720" rtlCol="0" anchor="t">
            <a:noAutofit/>
          </a:bodyPr>
          <a:lstStyle/>
          <a:p>
            <a:r>
              <a:rPr lang="de-DE" sz="1800" dirty="0"/>
              <a:t>Tallis </a:t>
            </a:r>
            <a:r>
              <a:rPr lang="de-DE" sz="1800" err="1"/>
              <a:t>served</a:t>
            </a:r>
            <a:r>
              <a:rPr lang="de-DE" sz="1800" dirty="0"/>
              <a:t> at </a:t>
            </a:r>
            <a:r>
              <a:rPr lang="de-DE" sz="1800" err="1"/>
              <a:t>court</a:t>
            </a:r>
            <a:r>
              <a:rPr lang="de-DE" sz="1800" dirty="0"/>
              <a:t> </a:t>
            </a:r>
            <a:r>
              <a:rPr lang="de-DE" sz="1800" err="1"/>
              <a:t>as</a:t>
            </a:r>
            <a:r>
              <a:rPr lang="de-DE" sz="1800" dirty="0"/>
              <a:t> a </a:t>
            </a:r>
            <a:r>
              <a:rPr lang="de-DE" sz="1800" err="1"/>
              <a:t>composer</a:t>
            </a:r>
            <a:r>
              <a:rPr lang="de-DE" sz="1800" dirty="0"/>
              <a:t>, </a:t>
            </a:r>
            <a:r>
              <a:rPr lang="de-DE" sz="1800" err="1"/>
              <a:t>teacher</a:t>
            </a:r>
            <a:r>
              <a:rPr lang="de-DE" sz="1800" dirty="0"/>
              <a:t> and </a:t>
            </a:r>
            <a:r>
              <a:rPr lang="de-DE" sz="1800" err="1"/>
              <a:t>performer</a:t>
            </a:r>
            <a:r>
              <a:rPr lang="de-DE" sz="1800" dirty="0"/>
              <a:t> </a:t>
            </a:r>
            <a:r>
              <a:rPr lang="de-DE" sz="1800" err="1"/>
              <a:t>for</a:t>
            </a:r>
            <a:r>
              <a:rPr lang="de-DE" sz="1800" dirty="0"/>
              <a:t> Henry VIII,[9] Edward VI, Mary I, and Elizabeth I.[10] He was </a:t>
            </a:r>
            <a:r>
              <a:rPr lang="de-DE" sz="1800" err="1"/>
              <a:t>first</a:t>
            </a:r>
            <a:r>
              <a:rPr lang="de-DE" sz="1800" dirty="0"/>
              <a:t> </a:t>
            </a:r>
            <a:r>
              <a:rPr lang="de-DE" sz="1800" err="1"/>
              <a:t>designated</a:t>
            </a:r>
            <a:r>
              <a:rPr lang="de-DE" sz="1800" dirty="0"/>
              <a:t> </a:t>
            </a:r>
            <a:r>
              <a:rPr lang="de-DE" sz="1800" err="1"/>
              <a:t>as</a:t>
            </a:r>
            <a:r>
              <a:rPr lang="de-DE" sz="1800" dirty="0"/>
              <a:t> an </a:t>
            </a:r>
            <a:r>
              <a:rPr lang="de-DE" sz="1800" err="1"/>
              <a:t>organist</a:t>
            </a:r>
            <a:r>
              <a:rPr lang="de-DE" sz="1800" dirty="0"/>
              <a:t> at </a:t>
            </a:r>
            <a:r>
              <a:rPr lang="de-DE" sz="1800" err="1"/>
              <a:t>the</a:t>
            </a:r>
            <a:r>
              <a:rPr lang="de-DE" sz="1800" dirty="0"/>
              <a:t> </a:t>
            </a:r>
            <a:r>
              <a:rPr lang="de-DE" sz="1800" err="1"/>
              <a:t>chapel</a:t>
            </a:r>
            <a:r>
              <a:rPr lang="de-DE" sz="1800" dirty="0"/>
              <a:t> after 1570, </a:t>
            </a:r>
            <a:r>
              <a:rPr lang="de-DE" sz="1800" err="1"/>
              <a:t>although</a:t>
            </a:r>
            <a:r>
              <a:rPr lang="de-DE" sz="1800" dirty="0"/>
              <a:t> he </a:t>
            </a:r>
            <a:r>
              <a:rPr lang="de-DE" sz="1800" err="1"/>
              <a:t>would</a:t>
            </a:r>
            <a:r>
              <a:rPr lang="de-DE" sz="1800" dirty="0"/>
              <a:t> </a:t>
            </a:r>
            <a:r>
              <a:rPr lang="de-DE" sz="1800" err="1"/>
              <a:t>have</a:t>
            </a:r>
            <a:r>
              <a:rPr lang="de-DE" sz="1800" dirty="0"/>
              <a:t> </a:t>
            </a:r>
            <a:r>
              <a:rPr lang="de-DE" sz="1800" err="1"/>
              <a:t>been</a:t>
            </a:r>
            <a:r>
              <a:rPr lang="de-DE" sz="1800" dirty="0"/>
              <a:t> </a:t>
            </a:r>
            <a:r>
              <a:rPr lang="de-DE" sz="1800" err="1"/>
              <a:t>employed</a:t>
            </a:r>
            <a:r>
              <a:rPr lang="de-DE" sz="1800" dirty="0"/>
              <a:t> </a:t>
            </a:r>
            <a:r>
              <a:rPr lang="de-DE" sz="1800" err="1"/>
              <a:t>as</a:t>
            </a:r>
            <a:r>
              <a:rPr lang="de-DE" sz="1800" dirty="0"/>
              <a:t> an </a:t>
            </a:r>
            <a:r>
              <a:rPr lang="de-DE" sz="1800" err="1"/>
              <a:t>organist</a:t>
            </a:r>
            <a:r>
              <a:rPr lang="de-DE" sz="1800" dirty="0"/>
              <a:t> </a:t>
            </a:r>
            <a:r>
              <a:rPr lang="de-DE" sz="1800" err="1"/>
              <a:t>throughout</a:t>
            </a:r>
            <a:r>
              <a:rPr lang="de-DE" sz="1800" dirty="0"/>
              <a:t> </a:t>
            </a:r>
            <a:r>
              <a:rPr lang="de-DE" sz="1800" err="1"/>
              <a:t>his</a:t>
            </a:r>
            <a:r>
              <a:rPr lang="de-DE" sz="1800" dirty="0"/>
              <a:t> </a:t>
            </a:r>
            <a:r>
              <a:rPr lang="de-DE" sz="1800" err="1"/>
              <a:t>career</a:t>
            </a:r>
            <a:r>
              <a:rPr lang="de-DE" sz="1800" dirty="0"/>
              <a:t>.[11]</a:t>
            </a:r>
          </a:p>
          <a:p>
            <a:r>
              <a:rPr lang="de-DE" sz="1800" dirty="0"/>
              <a:t>He </a:t>
            </a:r>
            <a:r>
              <a:rPr lang="de-DE" sz="1800" err="1"/>
              <a:t>avoided</a:t>
            </a:r>
            <a:r>
              <a:rPr lang="de-DE" sz="1800" dirty="0"/>
              <a:t> </a:t>
            </a:r>
            <a:r>
              <a:rPr lang="de-DE" sz="1800" err="1"/>
              <a:t>the</a:t>
            </a:r>
            <a:r>
              <a:rPr lang="de-DE" sz="1800" dirty="0"/>
              <a:t> </a:t>
            </a:r>
            <a:r>
              <a:rPr lang="de-DE" sz="1800" err="1"/>
              <a:t>religious</a:t>
            </a:r>
            <a:r>
              <a:rPr lang="de-DE" sz="1800" dirty="0"/>
              <a:t> </a:t>
            </a:r>
            <a:r>
              <a:rPr lang="de-DE" sz="1800" err="1"/>
              <a:t>controversies</a:t>
            </a:r>
            <a:r>
              <a:rPr lang="de-DE" sz="1800" dirty="0"/>
              <a:t> </a:t>
            </a:r>
            <a:r>
              <a:rPr lang="de-DE" sz="1800" err="1"/>
              <a:t>that</a:t>
            </a:r>
            <a:r>
              <a:rPr lang="de-DE" sz="1800" dirty="0"/>
              <a:t> </a:t>
            </a:r>
            <a:r>
              <a:rPr lang="de-DE" sz="1800" err="1"/>
              <a:t>raged</a:t>
            </a:r>
            <a:r>
              <a:rPr lang="de-DE" sz="1800" dirty="0"/>
              <a:t> </a:t>
            </a:r>
            <a:r>
              <a:rPr lang="de-DE" sz="1800" err="1"/>
              <a:t>around</a:t>
            </a:r>
            <a:r>
              <a:rPr lang="de-DE" sz="1800" dirty="0"/>
              <a:t> </a:t>
            </a:r>
            <a:r>
              <a:rPr lang="de-DE" sz="1800" err="1"/>
              <a:t>him</a:t>
            </a:r>
            <a:r>
              <a:rPr lang="de-DE" sz="1800" dirty="0"/>
              <a:t> </a:t>
            </a:r>
            <a:r>
              <a:rPr lang="de-DE" sz="1800" err="1"/>
              <a:t>throughout</a:t>
            </a:r>
            <a:r>
              <a:rPr lang="de-DE" sz="1800" dirty="0"/>
              <a:t> </a:t>
            </a:r>
            <a:r>
              <a:rPr lang="de-DE" sz="1800" err="1"/>
              <a:t>his</a:t>
            </a:r>
            <a:r>
              <a:rPr lang="de-DE" sz="1800" dirty="0"/>
              <a:t> </a:t>
            </a:r>
            <a:r>
              <a:rPr lang="de-DE" sz="1800" err="1"/>
              <a:t>service</a:t>
            </a:r>
            <a:r>
              <a:rPr lang="de-DE" sz="1800" dirty="0"/>
              <a:t> </a:t>
            </a:r>
            <a:r>
              <a:rPr lang="de-DE" sz="1800" err="1"/>
              <a:t>to</a:t>
            </a:r>
            <a:r>
              <a:rPr lang="de-DE" sz="1800" dirty="0"/>
              <a:t> </a:t>
            </a:r>
            <a:r>
              <a:rPr lang="de-DE" sz="1800" err="1"/>
              <a:t>successive</a:t>
            </a:r>
            <a:r>
              <a:rPr lang="de-DE" sz="1800" dirty="0"/>
              <a:t> </a:t>
            </a:r>
            <a:r>
              <a:rPr lang="de-DE" sz="1800" err="1"/>
              <a:t>monarchs</a:t>
            </a:r>
            <a:r>
              <a:rPr lang="de-DE" sz="1800" dirty="0"/>
              <a:t>, </a:t>
            </a:r>
            <a:r>
              <a:rPr lang="de-DE" sz="1800" err="1"/>
              <a:t>though</a:t>
            </a:r>
            <a:r>
              <a:rPr lang="de-DE" sz="1800" dirty="0"/>
              <a:t> he </a:t>
            </a:r>
            <a:r>
              <a:rPr lang="de-DE" sz="1800" err="1"/>
              <a:t>remained</a:t>
            </a:r>
            <a:r>
              <a:rPr lang="de-DE" sz="1800" dirty="0"/>
              <a:t>, in </a:t>
            </a:r>
            <a:r>
              <a:rPr lang="de-DE" sz="1800" err="1"/>
              <a:t>the</a:t>
            </a:r>
            <a:r>
              <a:rPr lang="de-DE" sz="1800" dirty="0"/>
              <a:t> </a:t>
            </a:r>
            <a:r>
              <a:rPr lang="de-DE" sz="1800" err="1"/>
              <a:t>words</a:t>
            </a:r>
            <a:r>
              <a:rPr lang="de-DE" sz="1800" dirty="0"/>
              <a:t> </a:t>
            </a:r>
            <a:r>
              <a:rPr lang="de-DE" sz="1800" err="1"/>
              <a:t>of</a:t>
            </a:r>
            <a:r>
              <a:rPr lang="de-DE" sz="1800" dirty="0"/>
              <a:t> </a:t>
            </a:r>
            <a:r>
              <a:rPr lang="de-DE" sz="1800" err="1"/>
              <a:t>the</a:t>
            </a:r>
            <a:r>
              <a:rPr lang="de-DE" sz="1800" dirty="0"/>
              <a:t> </a:t>
            </a:r>
            <a:r>
              <a:rPr lang="de-DE" sz="1800" err="1"/>
              <a:t>historian</a:t>
            </a:r>
            <a:r>
              <a:rPr lang="de-DE" sz="1800" dirty="0"/>
              <a:t> Peter </a:t>
            </a:r>
            <a:r>
              <a:rPr lang="de-DE" sz="1800" err="1"/>
              <a:t>Ackroyd</a:t>
            </a:r>
            <a:r>
              <a:rPr lang="de-DE" sz="1800" dirty="0"/>
              <a:t>, an "</a:t>
            </a:r>
            <a:r>
              <a:rPr lang="de-DE" sz="1800" err="1"/>
              <a:t>unreformed</a:t>
            </a:r>
            <a:r>
              <a:rPr lang="de-DE" sz="1800" dirty="0"/>
              <a:t> Roman Catholic".[12] Tallis was </a:t>
            </a:r>
            <a:r>
              <a:rPr lang="de-DE" sz="1800" err="1"/>
              <a:t>capable</a:t>
            </a:r>
            <a:r>
              <a:rPr lang="de-DE" sz="1800" dirty="0"/>
              <a:t> </a:t>
            </a:r>
            <a:r>
              <a:rPr lang="de-DE" sz="1800" err="1"/>
              <a:t>of</a:t>
            </a:r>
            <a:r>
              <a:rPr lang="de-DE" sz="1800" dirty="0"/>
              <a:t> </a:t>
            </a:r>
            <a:r>
              <a:rPr lang="de-DE" sz="1800" err="1"/>
              <a:t>switching</a:t>
            </a:r>
            <a:r>
              <a:rPr lang="de-DE" sz="1800" dirty="0"/>
              <a:t> </a:t>
            </a:r>
            <a:r>
              <a:rPr lang="de-DE" sz="1800" err="1"/>
              <a:t>the</a:t>
            </a:r>
            <a:r>
              <a:rPr lang="de-DE" sz="1800" dirty="0"/>
              <a:t> style </a:t>
            </a:r>
            <a:r>
              <a:rPr lang="de-DE" sz="1800" err="1"/>
              <a:t>of</a:t>
            </a:r>
            <a:r>
              <a:rPr lang="de-DE" sz="1800" dirty="0"/>
              <a:t> </a:t>
            </a:r>
            <a:r>
              <a:rPr lang="de-DE" sz="1800" err="1"/>
              <a:t>his</a:t>
            </a:r>
            <a:r>
              <a:rPr lang="de-DE" sz="1800" dirty="0"/>
              <a:t> </a:t>
            </a:r>
            <a:r>
              <a:rPr lang="de-DE" sz="1800" err="1"/>
              <a:t>compositions</a:t>
            </a:r>
            <a:r>
              <a:rPr lang="de-DE" sz="1800" dirty="0"/>
              <a:t> </a:t>
            </a:r>
            <a:r>
              <a:rPr lang="de-DE" sz="1800" err="1"/>
              <a:t>to</a:t>
            </a:r>
            <a:r>
              <a:rPr lang="de-DE" sz="1800" dirty="0"/>
              <a:t> </a:t>
            </a:r>
            <a:r>
              <a:rPr lang="de-DE" sz="1800" err="1"/>
              <a:t>suit</a:t>
            </a:r>
            <a:r>
              <a:rPr lang="de-DE" sz="1800" dirty="0"/>
              <a:t> </a:t>
            </a:r>
            <a:r>
              <a:rPr lang="de-DE" sz="1800" err="1"/>
              <a:t>each</a:t>
            </a:r>
            <a:r>
              <a:rPr lang="de-DE" sz="1800" dirty="0"/>
              <a:t> </a:t>
            </a:r>
            <a:r>
              <a:rPr lang="de-DE" sz="1800" err="1"/>
              <a:t>monarch's</a:t>
            </a:r>
            <a:r>
              <a:rPr lang="de-DE" sz="1800" dirty="0"/>
              <a:t> different </a:t>
            </a:r>
            <a:r>
              <a:rPr lang="de-DE" sz="1800" err="1"/>
              <a:t>demands</a:t>
            </a:r>
            <a:r>
              <a:rPr lang="de-DE" sz="1800" dirty="0"/>
              <a:t>.[13] Tallis </a:t>
            </a:r>
            <a:r>
              <a:rPr lang="de-DE" sz="1800" err="1"/>
              <a:t>taught</a:t>
            </a:r>
            <a:r>
              <a:rPr lang="de-DE" sz="1800" dirty="0"/>
              <a:t> </a:t>
            </a:r>
            <a:r>
              <a:rPr lang="de-DE" sz="1800" err="1"/>
              <a:t>the</a:t>
            </a:r>
            <a:r>
              <a:rPr lang="de-DE" sz="1800" dirty="0"/>
              <a:t> </a:t>
            </a:r>
            <a:r>
              <a:rPr lang="de-DE" sz="1800" err="1"/>
              <a:t>composers</a:t>
            </a:r>
            <a:r>
              <a:rPr lang="de-DE" sz="1800" dirty="0"/>
              <a:t>: William Byrd, </a:t>
            </a:r>
            <a:r>
              <a:rPr lang="de-DE" sz="1800" err="1"/>
              <a:t>as</a:t>
            </a:r>
            <a:r>
              <a:rPr lang="de-DE" sz="1800" dirty="0"/>
              <a:t> </a:t>
            </a:r>
            <a:r>
              <a:rPr lang="de-DE" sz="1800" err="1"/>
              <a:t>later</a:t>
            </a:r>
            <a:r>
              <a:rPr lang="de-DE" sz="1800" dirty="0"/>
              <a:t> </a:t>
            </a:r>
            <a:r>
              <a:rPr lang="de-DE" sz="1800" err="1"/>
              <a:t>associated</a:t>
            </a:r>
            <a:r>
              <a:rPr lang="de-DE" sz="1800" dirty="0"/>
              <a:t> </a:t>
            </a:r>
            <a:r>
              <a:rPr lang="de-DE" sz="1800" err="1"/>
              <a:t>with</a:t>
            </a:r>
            <a:r>
              <a:rPr lang="de-DE" sz="1800" dirty="0"/>
              <a:t> Lincoln Cathedral; Elway Bevin, an </a:t>
            </a:r>
            <a:r>
              <a:rPr lang="de-DE" sz="1800" err="1"/>
              <a:t>organist</a:t>
            </a:r>
            <a:r>
              <a:rPr lang="de-DE" sz="1800" dirty="0"/>
              <a:t> </a:t>
            </a:r>
            <a:r>
              <a:rPr lang="de-DE" sz="1800" err="1"/>
              <a:t>of</a:t>
            </a:r>
            <a:r>
              <a:rPr lang="de-DE" sz="1800" dirty="0"/>
              <a:t> Bristol Cathedral and Gentleman </a:t>
            </a:r>
            <a:r>
              <a:rPr lang="de-DE" sz="1800" err="1"/>
              <a:t>of</a:t>
            </a:r>
            <a:r>
              <a:rPr lang="de-DE" sz="1800" dirty="0"/>
              <a:t> </a:t>
            </a:r>
            <a:r>
              <a:rPr lang="de-DE" sz="1800" err="1"/>
              <a:t>the</a:t>
            </a:r>
            <a:r>
              <a:rPr lang="de-DE" sz="1800" dirty="0"/>
              <a:t> Chapel Royal;[14] and Sir Ferdinando </a:t>
            </a:r>
            <a:r>
              <a:rPr lang="de-DE" sz="1800" err="1"/>
              <a:t>Heybourne</a:t>
            </a:r>
            <a:r>
              <a:rPr lang="de-DE" sz="1800" dirty="0"/>
              <a:t> (aka Richardson), a </a:t>
            </a:r>
            <a:r>
              <a:rPr lang="de-DE" sz="1800" err="1"/>
              <a:t>favourite</a:t>
            </a:r>
            <a:r>
              <a:rPr lang="de-DE" sz="1800" dirty="0"/>
              <a:t> </a:t>
            </a:r>
            <a:r>
              <a:rPr lang="de-DE" sz="1800" err="1"/>
              <a:t>of</a:t>
            </a:r>
            <a:r>
              <a:rPr lang="de-DE" sz="1800" dirty="0"/>
              <a:t> Queen Elizabeth.[15]</a:t>
            </a:r>
          </a:p>
          <a:p>
            <a:endParaRPr lang="de-DE" sz="1800" dirty="0"/>
          </a:p>
        </p:txBody>
      </p:sp>
    </p:spTree>
    <p:extLst>
      <p:ext uri="{BB962C8B-B14F-4D97-AF65-F5344CB8AC3E}">
        <p14:creationId xmlns:p14="http://schemas.microsoft.com/office/powerpoint/2010/main" val="39361069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F6FF8F-B4FD-5E2C-C519-8709FF854594}"/>
              </a:ext>
            </a:extLst>
          </p:cNvPr>
          <p:cNvSpPr>
            <a:spLocks noGrp="1"/>
          </p:cNvSpPr>
          <p:nvPr>
            <p:ph type="title"/>
          </p:nvPr>
        </p:nvSpPr>
        <p:spPr>
          <a:xfrm>
            <a:off x="576072" y="455362"/>
            <a:ext cx="3603625" cy="1550419"/>
          </a:xfrm>
        </p:spPr>
        <p:txBody>
          <a:bodyPr>
            <a:normAutofit/>
          </a:bodyPr>
          <a:lstStyle/>
          <a:p>
            <a:r>
              <a:rPr lang="de-DE" dirty="0">
                <a:ea typeface="+mj-lt"/>
                <a:cs typeface="+mj-lt"/>
              </a:rPr>
              <a:t>1530s and 1540s</a:t>
            </a:r>
          </a:p>
        </p:txBody>
      </p:sp>
      <p:sp>
        <p:nvSpPr>
          <p:cNvPr id="3" name="Inhaltsplatzhalter 2">
            <a:extLst>
              <a:ext uri="{FF2B5EF4-FFF2-40B4-BE49-F238E27FC236}">
                <a16:creationId xmlns:a16="http://schemas.microsoft.com/office/drawing/2014/main" id="{5BEB7B92-6790-04D3-B121-14A6B4108FE9}"/>
              </a:ext>
            </a:extLst>
          </p:cNvPr>
          <p:cNvSpPr>
            <a:spLocks noGrp="1"/>
          </p:cNvSpPr>
          <p:nvPr>
            <p:ph idx="1"/>
          </p:nvPr>
        </p:nvSpPr>
        <p:spPr>
          <a:xfrm>
            <a:off x="147447" y="1921891"/>
            <a:ext cx="4375150" cy="4783402"/>
          </a:xfrm>
        </p:spPr>
        <p:txBody>
          <a:bodyPr vert="horz" lIns="91440" tIns="45720" rIns="91440" bIns="45720" rtlCol="0" anchor="t">
            <a:noAutofit/>
          </a:bodyPr>
          <a:lstStyle/>
          <a:p>
            <a:pPr>
              <a:lnSpc>
                <a:spcPct val="100000"/>
              </a:lnSpc>
            </a:pPr>
            <a:r>
              <a:rPr lang="de-DE" sz="1400" dirty="0" err="1">
                <a:ea typeface="+mn-lt"/>
                <a:cs typeface="+mn-lt"/>
              </a:rPr>
              <a:t>No</a:t>
            </a:r>
            <a:r>
              <a:rPr lang="de-DE" sz="1400" dirty="0">
                <a:ea typeface="+mn-lt"/>
                <a:cs typeface="+mn-lt"/>
              </a:rPr>
              <a:t> </a:t>
            </a:r>
            <a:r>
              <a:rPr lang="de-DE" sz="1400" dirty="0" err="1">
                <a:ea typeface="+mn-lt"/>
                <a:cs typeface="+mn-lt"/>
              </a:rPr>
              <a:t>record</a:t>
            </a:r>
            <a:r>
              <a:rPr lang="de-DE" sz="1400" dirty="0">
                <a:ea typeface="+mn-lt"/>
                <a:cs typeface="+mn-lt"/>
              </a:rPr>
              <a:t> </a:t>
            </a:r>
            <a:r>
              <a:rPr lang="de-DE" sz="1400" dirty="0" err="1">
                <a:ea typeface="+mn-lt"/>
                <a:cs typeface="+mn-lt"/>
              </a:rPr>
              <a:t>of</a:t>
            </a:r>
            <a:r>
              <a:rPr lang="de-DE" sz="1400" dirty="0">
                <a:ea typeface="+mn-lt"/>
                <a:cs typeface="+mn-lt"/>
              </a:rPr>
              <a:t> Tallis </a:t>
            </a:r>
            <a:r>
              <a:rPr lang="de-DE" sz="1400" dirty="0" err="1">
                <a:ea typeface="+mn-lt"/>
                <a:cs typeface="+mn-lt"/>
              </a:rPr>
              <a:t>related</a:t>
            </a:r>
            <a:r>
              <a:rPr lang="de-DE" sz="1400" dirty="0">
                <a:ea typeface="+mn-lt"/>
                <a:cs typeface="+mn-lt"/>
              </a:rPr>
              <a:t> </a:t>
            </a:r>
            <a:r>
              <a:rPr lang="de-DE" sz="1400" dirty="0" err="1">
                <a:ea typeface="+mn-lt"/>
                <a:cs typeface="+mn-lt"/>
              </a:rPr>
              <a:t>to</a:t>
            </a:r>
            <a:r>
              <a:rPr lang="de-DE" sz="1400" dirty="0">
                <a:ea typeface="+mn-lt"/>
                <a:cs typeface="+mn-lt"/>
              </a:rPr>
              <a:t> </a:t>
            </a:r>
            <a:r>
              <a:rPr lang="de-DE" sz="1400" dirty="0" err="1">
                <a:ea typeface="+mn-lt"/>
                <a:cs typeface="+mn-lt"/>
              </a:rPr>
              <a:t>his</a:t>
            </a:r>
            <a:r>
              <a:rPr lang="de-DE" sz="1400" dirty="0">
                <a:ea typeface="+mn-lt"/>
                <a:cs typeface="+mn-lt"/>
              </a:rPr>
              <a:t> </a:t>
            </a:r>
            <a:r>
              <a:rPr lang="de-DE" sz="1400" dirty="0" err="1">
                <a:ea typeface="+mn-lt"/>
                <a:cs typeface="+mn-lt"/>
              </a:rPr>
              <a:t>career</a:t>
            </a:r>
            <a:r>
              <a:rPr lang="de-DE" sz="1400" dirty="0">
                <a:ea typeface="+mn-lt"/>
                <a:cs typeface="+mn-lt"/>
              </a:rPr>
              <a:t> </a:t>
            </a:r>
            <a:r>
              <a:rPr lang="de-DE" sz="1400" dirty="0" err="1">
                <a:ea typeface="+mn-lt"/>
                <a:cs typeface="+mn-lt"/>
              </a:rPr>
              <a:t>exists</a:t>
            </a:r>
            <a:r>
              <a:rPr lang="de-DE" sz="1400" dirty="0">
                <a:ea typeface="+mn-lt"/>
                <a:cs typeface="+mn-lt"/>
              </a:rPr>
              <a:t> </a:t>
            </a:r>
            <a:r>
              <a:rPr lang="de-DE" sz="1400" dirty="0" err="1">
                <a:ea typeface="+mn-lt"/>
                <a:cs typeface="+mn-lt"/>
              </a:rPr>
              <a:t>before</a:t>
            </a:r>
            <a:r>
              <a:rPr lang="de-DE" sz="1400" dirty="0">
                <a:ea typeface="+mn-lt"/>
                <a:cs typeface="+mn-lt"/>
              </a:rPr>
              <a:t> 1531, </a:t>
            </a:r>
            <a:r>
              <a:rPr lang="de-DE" sz="1400" dirty="0" err="1">
                <a:ea typeface="+mn-lt"/>
                <a:cs typeface="+mn-lt"/>
              </a:rPr>
              <a:t>when</a:t>
            </a:r>
            <a:r>
              <a:rPr lang="de-DE" sz="1400" dirty="0">
                <a:ea typeface="+mn-lt"/>
                <a:cs typeface="+mn-lt"/>
              </a:rPr>
              <a:t> he </a:t>
            </a:r>
            <a:r>
              <a:rPr lang="de-DE" sz="1400" dirty="0" err="1">
                <a:ea typeface="+mn-lt"/>
                <a:cs typeface="+mn-lt"/>
              </a:rPr>
              <a:t>is</a:t>
            </a:r>
            <a:r>
              <a:rPr lang="de-DE" sz="1400" dirty="0">
                <a:ea typeface="+mn-lt"/>
                <a:cs typeface="+mn-lt"/>
              </a:rPr>
              <a:t> </a:t>
            </a:r>
            <a:r>
              <a:rPr lang="de-DE" sz="1400" dirty="0" err="1">
                <a:ea typeface="+mn-lt"/>
                <a:cs typeface="+mn-lt"/>
              </a:rPr>
              <a:t>named</a:t>
            </a:r>
            <a:r>
              <a:rPr lang="de-DE" sz="1400" dirty="0">
                <a:ea typeface="+mn-lt"/>
                <a:cs typeface="+mn-lt"/>
              </a:rPr>
              <a:t> in </a:t>
            </a:r>
            <a:r>
              <a:rPr lang="de-DE" sz="1400" dirty="0" err="1">
                <a:ea typeface="+mn-lt"/>
                <a:cs typeface="+mn-lt"/>
              </a:rPr>
              <a:t>the</a:t>
            </a:r>
            <a:r>
              <a:rPr lang="de-DE" sz="1400" dirty="0">
                <a:ea typeface="+mn-lt"/>
                <a:cs typeface="+mn-lt"/>
              </a:rPr>
              <a:t> </a:t>
            </a:r>
            <a:r>
              <a:rPr lang="de-DE" sz="1400" dirty="0" err="1">
                <a:ea typeface="+mn-lt"/>
                <a:cs typeface="+mn-lt"/>
              </a:rPr>
              <a:t>accounts</a:t>
            </a:r>
            <a:r>
              <a:rPr lang="de-DE" sz="1400" dirty="0">
                <a:ea typeface="+mn-lt"/>
                <a:cs typeface="+mn-lt"/>
              </a:rPr>
              <a:t> </a:t>
            </a:r>
            <a:r>
              <a:rPr lang="de-DE" sz="1400" dirty="0" err="1">
                <a:ea typeface="+mn-lt"/>
                <a:cs typeface="+mn-lt"/>
              </a:rPr>
              <a:t>of</a:t>
            </a:r>
            <a:r>
              <a:rPr lang="de-DE" sz="1400" dirty="0">
                <a:ea typeface="+mn-lt"/>
                <a:cs typeface="+mn-lt"/>
              </a:rPr>
              <a:t> </a:t>
            </a:r>
            <a:r>
              <a:rPr lang="de-DE" sz="1400" dirty="0" err="1">
                <a:ea typeface="+mn-lt"/>
                <a:cs typeface="+mn-lt"/>
              </a:rPr>
              <a:t>the</a:t>
            </a:r>
            <a:r>
              <a:rPr lang="de-DE" sz="1400" dirty="0">
                <a:ea typeface="+mn-lt"/>
                <a:cs typeface="+mn-lt"/>
              </a:rPr>
              <a:t> Kent </a:t>
            </a:r>
            <a:r>
              <a:rPr lang="de-DE" sz="1400" dirty="0" err="1">
                <a:ea typeface="+mn-lt"/>
                <a:cs typeface="+mn-lt"/>
              </a:rPr>
              <a:t>Benedictine</a:t>
            </a:r>
            <a:r>
              <a:rPr lang="de-DE" sz="1400" dirty="0">
                <a:ea typeface="+mn-lt"/>
                <a:cs typeface="+mn-lt"/>
              </a:rPr>
              <a:t> </a:t>
            </a:r>
            <a:r>
              <a:rPr lang="de-DE" sz="1400" dirty="0" err="1">
                <a:ea typeface="+mn-lt"/>
                <a:cs typeface="+mn-lt"/>
              </a:rPr>
              <a:t>house</a:t>
            </a:r>
            <a:r>
              <a:rPr lang="de-DE" sz="1400" dirty="0">
                <a:ea typeface="+mn-lt"/>
                <a:cs typeface="+mn-lt"/>
              </a:rPr>
              <a:t> </a:t>
            </a:r>
            <a:r>
              <a:rPr lang="de-DE" sz="1400" dirty="0">
                <a:ea typeface="+mn-lt"/>
                <a:cs typeface="+mn-lt"/>
                <a:hlinkClick r:id="rId2"/>
              </a:rPr>
              <a:t>Dover Priory</a:t>
            </a:r>
            <a:r>
              <a:rPr lang="de-DE" sz="1400" dirty="0">
                <a:ea typeface="+mn-lt"/>
                <a:cs typeface="+mn-lt"/>
              </a:rPr>
              <a:t>.</a:t>
            </a:r>
            <a:r>
              <a:rPr lang="de-DE" sz="1400" baseline="30000" dirty="0">
                <a:ea typeface="+mn-lt"/>
                <a:cs typeface="+mn-lt"/>
                <a:hlinkClick r:id="rId3"/>
              </a:rPr>
              <a:t>[8]</a:t>
            </a:r>
            <a:r>
              <a:rPr lang="de-DE" sz="1400" dirty="0">
                <a:ea typeface="+mn-lt"/>
                <a:cs typeface="+mn-lt"/>
              </a:rPr>
              <a:t> He was </a:t>
            </a:r>
            <a:r>
              <a:rPr lang="de-DE" sz="1400" dirty="0" err="1">
                <a:ea typeface="+mn-lt"/>
                <a:cs typeface="+mn-lt"/>
              </a:rPr>
              <a:t>employed</a:t>
            </a:r>
            <a:r>
              <a:rPr lang="de-DE" sz="1400" dirty="0">
                <a:ea typeface="+mn-lt"/>
                <a:cs typeface="+mn-lt"/>
              </a:rPr>
              <a:t> </a:t>
            </a:r>
            <a:r>
              <a:rPr lang="de-DE" sz="1400" dirty="0" err="1">
                <a:ea typeface="+mn-lt"/>
                <a:cs typeface="+mn-lt"/>
              </a:rPr>
              <a:t>there</a:t>
            </a:r>
            <a:r>
              <a:rPr lang="de-DE" sz="1400" dirty="0">
                <a:ea typeface="+mn-lt"/>
                <a:cs typeface="+mn-lt"/>
              </a:rPr>
              <a:t> </a:t>
            </a:r>
            <a:r>
              <a:rPr lang="de-DE" sz="1400" dirty="0" err="1">
                <a:ea typeface="+mn-lt"/>
                <a:cs typeface="+mn-lt"/>
              </a:rPr>
              <a:t>as</a:t>
            </a:r>
            <a:r>
              <a:rPr lang="de-DE" sz="1400" dirty="0">
                <a:ea typeface="+mn-lt"/>
                <a:cs typeface="+mn-lt"/>
              </a:rPr>
              <a:t> </a:t>
            </a:r>
            <a:r>
              <a:rPr lang="de-DE" sz="1400" dirty="0" err="1">
                <a:ea typeface="+mn-lt"/>
                <a:cs typeface="+mn-lt"/>
              </a:rPr>
              <a:t>the</a:t>
            </a:r>
            <a:r>
              <a:rPr lang="de-DE" sz="1400" dirty="0">
                <a:ea typeface="+mn-lt"/>
                <a:cs typeface="+mn-lt"/>
              </a:rPr>
              <a:t> </a:t>
            </a:r>
            <a:r>
              <a:rPr lang="de-DE" sz="1400" dirty="0">
                <a:ea typeface="+mn-lt"/>
                <a:cs typeface="+mn-lt"/>
                <a:hlinkClick r:id="rId4"/>
              </a:rPr>
              <a:t>organist</a:t>
            </a:r>
            <a:r>
              <a:rPr lang="de-DE" sz="1400" dirty="0">
                <a:ea typeface="+mn-lt"/>
                <a:cs typeface="+mn-lt"/>
              </a:rPr>
              <a:t>,</a:t>
            </a:r>
            <a:r>
              <a:rPr lang="de-DE" sz="1400" baseline="30000" dirty="0">
                <a:ea typeface="+mn-lt"/>
                <a:cs typeface="+mn-lt"/>
                <a:hlinkClick r:id="rId5"/>
              </a:rPr>
              <a:t>[16]</a:t>
            </a:r>
            <a:r>
              <a:rPr lang="de-DE" sz="1400" dirty="0">
                <a:ea typeface="+mn-lt"/>
                <a:cs typeface="+mn-lt"/>
              </a:rPr>
              <a:t> </a:t>
            </a:r>
            <a:r>
              <a:rPr lang="de-DE" sz="1400" dirty="0" err="1">
                <a:ea typeface="+mn-lt"/>
                <a:cs typeface="+mn-lt"/>
              </a:rPr>
              <a:t>responsible</a:t>
            </a:r>
            <a:r>
              <a:rPr lang="de-DE" sz="1400" dirty="0">
                <a:ea typeface="+mn-lt"/>
                <a:cs typeface="+mn-lt"/>
              </a:rPr>
              <a:t> </a:t>
            </a:r>
            <a:r>
              <a:rPr lang="de-DE" sz="1400" dirty="0" err="1">
                <a:ea typeface="+mn-lt"/>
                <a:cs typeface="+mn-lt"/>
              </a:rPr>
              <a:t>for</a:t>
            </a:r>
            <a:r>
              <a:rPr lang="de-DE" sz="1400" dirty="0">
                <a:ea typeface="+mn-lt"/>
                <a:cs typeface="+mn-lt"/>
              </a:rPr>
              <a:t> </a:t>
            </a:r>
            <a:r>
              <a:rPr lang="de-DE" sz="1400" dirty="0" err="1">
                <a:ea typeface="+mn-lt"/>
                <a:cs typeface="+mn-lt"/>
              </a:rPr>
              <a:t>directing</a:t>
            </a:r>
            <a:r>
              <a:rPr lang="de-DE" sz="1400" dirty="0">
                <a:ea typeface="+mn-lt"/>
                <a:cs typeface="+mn-lt"/>
              </a:rPr>
              <a:t> </a:t>
            </a:r>
            <a:r>
              <a:rPr lang="de-DE" sz="1400" dirty="0">
                <a:ea typeface="+mn-lt"/>
                <a:cs typeface="+mn-lt"/>
                <a:hlinkClick r:id="rId6"/>
              </a:rPr>
              <a:t>chants</a:t>
            </a:r>
            <a:r>
              <a:rPr lang="de-DE" sz="1400" dirty="0">
                <a:ea typeface="+mn-lt"/>
                <a:cs typeface="+mn-lt"/>
              </a:rPr>
              <a:t> </a:t>
            </a:r>
            <a:r>
              <a:rPr lang="de-DE" sz="1400" dirty="0" err="1">
                <a:ea typeface="+mn-lt"/>
                <a:cs typeface="+mn-lt"/>
              </a:rPr>
              <a:t>from</a:t>
            </a:r>
            <a:r>
              <a:rPr lang="de-DE" sz="1400" dirty="0">
                <a:ea typeface="+mn-lt"/>
                <a:cs typeface="+mn-lt"/>
              </a:rPr>
              <a:t> </a:t>
            </a:r>
            <a:r>
              <a:rPr lang="de-DE" sz="1400" dirty="0" err="1">
                <a:ea typeface="+mn-lt"/>
                <a:cs typeface="+mn-lt"/>
              </a:rPr>
              <a:t>the</a:t>
            </a:r>
            <a:r>
              <a:rPr lang="de-DE" sz="1400" dirty="0">
                <a:ea typeface="+mn-lt"/>
                <a:cs typeface="+mn-lt"/>
              </a:rPr>
              <a:t> </a:t>
            </a:r>
            <a:r>
              <a:rPr lang="de-DE" sz="1400" dirty="0" err="1">
                <a:ea typeface="+mn-lt"/>
                <a:cs typeface="+mn-lt"/>
              </a:rPr>
              <a:t>organ</a:t>
            </a:r>
            <a:r>
              <a:rPr lang="de-DE" sz="1400" dirty="0">
                <a:ea typeface="+mn-lt"/>
                <a:cs typeface="+mn-lt"/>
              </a:rPr>
              <a:t>.</a:t>
            </a:r>
            <a:r>
              <a:rPr lang="de-DE" sz="1400" baseline="30000" dirty="0">
                <a:ea typeface="+mn-lt"/>
                <a:cs typeface="+mn-lt"/>
                <a:hlinkClick r:id="rId7"/>
              </a:rPr>
              <a:t>[17]</a:t>
            </a:r>
            <a:r>
              <a:rPr lang="de-DE" sz="1400" dirty="0">
                <a:ea typeface="+mn-lt"/>
                <a:cs typeface="+mn-lt"/>
              </a:rPr>
              <a:t> A "Thomas Tales" </a:t>
            </a:r>
            <a:r>
              <a:rPr lang="de-DE" sz="1400" dirty="0" err="1">
                <a:ea typeface="+mn-lt"/>
                <a:cs typeface="+mn-lt"/>
              </a:rPr>
              <a:t>is</a:t>
            </a:r>
            <a:r>
              <a:rPr lang="de-DE" sz="1400" dirty="0">
                <a:ea typeface="+mn-lt"/>
                <a:cs typeface="+mn-lt"/>
              </a:rPr>
              <a:t> </a:t>
            </a:r>
            <a:r>
              <a:rPr lang="de-DE" sz="1400" dirty="0" err="1">
                <a:ea typeface="+mn-lt"/>
                <a:cs typeface="+mn-lt"/>
              </a:rPr>
              <a:t>named</a:t>
            </a:r>
            <a:r>
              <a:rPr lang="de-DE" sz="1400" dirty="0">
                <a:ea typeface="+mn-lt"/>
                <a:cs typeface="+mn-lt"/>
              </a:rPr>
              <a:t> </a:t>
            </a:r>
            <a:r>
              <a:rPr lang="de-DE" sz="1400" dirty="0" err="1">
                <a:ea typeface="+mn-lt"/>
                <a:cs typeface="+mn-lt"/>
              </a:rPr>
              <a:t>as</a:t>
            </a:r>
            <a:r>
              <a:rPr lang="de-DE" sz="1400" dirty="0">
                <a:ea typeface="+mn-lt"/>
                <a:cs typeface="+mn-lt"/>
              </a:rPr>
              <a:t> </a:t>
            </a:r>
            <a:r>
              <a:rPr lang="de-DE" sz="1400" dirty="0" err="1">
                <a:ea typeface="+mn-lt"/>
                <a:cs typeface="+mn-lt"/>
              </a:rPr>
              <a:t>the</a:t>
            </a:r>
            <a:r>
              <a:rPr lang="de-DE" sz="1400" dirty="0">
                <a:ea typeface="+mn-lt"/>
                <a:cs typeface="+mn-lt"/>
              </a:rPr>
              <a:t> "</a:t>
            </a:r>
            <a:r>
              <a:rPr lang="de-DE" sz="1400" i="1" dirty="0" err="1">
                <a:ea typeface="+mn-lt"/>
                <a:cs typeface="+mn-lt"/>
              </a:rPr>
              <a:t>joculator</a:t>
            </a:r>
            <a:r>
              <a:rPr lang="de-DE" sz="1400" i="1" dirty="0">
                <a:ea typeface="+mn-lt"/>
                <a:cs typeface="+mn-lt"/>
              </a:rPr>
              <a:t> </a:t>
            </a:r>
            <a:r>
              <a:rPr lang="de-DE" sz="1400" i="1" dirty="0" err="1">
                <a:ea typeface="+mn-lt"/>
                <a:cs typeface="+mn-lt"/>
              </a:rPr>
              <a:t>organorum</a:t>
            </a:r>
            <a:r>
              <a:rPr lang="de-DE" sz="1400" dirty="0">
                <a:ea typeface="+mn-lt"/>
                <a:cs typeface="+mn-lt"/>
              </a:rPr>
              <a:t>" at </a:t>
            </a:r>
            <a:r>
              <a:rPr lang="de-DE" sz="1400" dirty="0" err="1">
                <a:ea typeface="+mn-lt"/>
                <a:cs typeface="+mn-lt"/>
              </a:rPr>
              <a:t>the</a:t>
            </a:r>
            <a:r>
              <a:rPr lang="de-DE" sz="1400" dirty="0">
                <a:ea typeface="+mn-lt"/>
                <a:cs typeface="+mn-lt"/>
              </a:rPr>
              <a:t> </a:t>
            </a:r>
            <a:r>
              <a:rPr lang="de-DE" sz="1400" dirty="0" err="1">
                <a:ea typeface="+mn-lt"/>
                <a:cs typeface="+mn-lt"/>
              </a:rPr>
              <a:t>priory</a:t>
            </a:r>
            <a:r>
              <a:rPr lang="de-DE" sz="1400" dirty="0">
                <a:ea typeface="+mn-lt"/>
                <a:cs typeface="+mn-lt"/>
              </a:rPr>
              <a:t> and </a:t>
            </a:r>
            <a:r>
              <a:rPr lang="de-DE" sz="1400" dirty="0" err="1">
                <a:ea typeface="+mn-lt"/>
                <a:cs typeface="+mn-lt"/>
              </a:rPr>
              <a:t>received</a:t>
            </a:r>
            <a:r>
              <a:rPr lang="de-DE" sz="1400" dirty="0">
                <a:ea typeface="+mn-lt"/>
                <a:cs typeface="+mn-lt"/>
              </a:rPr>
              <a:t> an annual </a:t>
            </a:r>
            <a:r>
              <a:rPr lang="de-DE" sz="1400" dirty="0" err="1">
                <a:ea typeface="+mn-lt"/>
                <a:cs typeface="+mn-lt"/>
              </a:rPr>
              <a:t>payment</a:t>
            </a:r>
            <a:r>
              <a:rPr lang="de-DE" sz="1400" dirty="0">
                <a:ea typeface="+mn-lt"/>
                <a:cs typeface="+mn-lt"/>
              </a:rPr>
              <a:t> </a:t>
            </a:r>
            <a:r>
              <a:rPr lang="de-DE" sz="1400" dirty="0" err="1">
                <a:ea typeface="+mn-lt"/>
                <a:cs typeface="+mn-lt"/>
              </a:rPr>
              <a:t>of</a:t>
            </a:r>
            <a:r>
              <a:rPr lang="de-DE" sz="1400" dirty="0">
                <a:ea typeface="+mn-lt"/>
                <a:cs typeface="+mn-lt"/>
              </a:rPr>
              <a:t> £2.</a:t>
            </a:r>
            <a:r>
              <a:rPr lang="de-DE" sz="1400" baseline="30000" dirty="0">
                <a:ea typeface="+mn-lt"/>
                <a:cs typeface="+mn-lt"/>
                <a:hlinkClick r:id="rId8"/>
              </a:rPr>
              <a:t>[11]</a:t>
            </a:r>
            <a:r>
              <a:rPr lang="de-DE" sz="1400" dirty="0">
                <a:ea typeface="+mn-lt"/>
                <a:cs typeface="+mn-lt"/>
              </a:rPr>
              <a:t> The </a:t>
            </a:r>
            <a:r>
              <a:rPr lang="de-DE" sz="1400" dirty="0" err="1">
                <a:ea typeface="+mn-lt"/>
                <a:cs typeface="+mn-lt"/>
              </a:rPr>
              <a:t>account</a:t>
            </a:r>
            <a:r>
              <a:rPr lang="de-DE" sz="1400" dirty="0">
                <a:ea typeface="+mn-lt"/>
                <a:cs typeface="+mn-lt"/>
              </a:rPr>
              <a:t> </a:t>
            </a:r>
            <a:r>
              <a:rPr lang="de-DE" sz="1400" dirty="0" err="1">
                <a:ea typeface="+mn-lt"/>
                <a:cs typeface="+mn-lt"/>
              </a:rPr>
              <a:t>notes</a:t>
            </a:r>
            <a:r>
              <a:rPr lang="de-DE" sz="1400" dirty="0">
                <a:ea typeface="+mn-lt"/>
                <a:cs typeface="+mn-lt"/>
              </a:rPr>
              <a:t> </a:t>
            </a:r>
            <a:r>
              <a:rPr lang="de-DE" sz="1400" dirty="0" err="1">
                <a:ea typeface="+mn-lt"/>
                <a:cs typeface="+mn-lt"/>
              </a:rPr>
              <a:t>that</a:t>
            </a:r>
            <a:r>
              <a:rPr lang="de-DE" sz="1400" dirty="0">
                <a:ea typeface="+mn-lt"/>
                <a:cs typeface="+mn-lt"/>
              </a:rPr>
              <a:t> he was also </a:t>
            </a:r>
            <a:r>
              <a:rPr lang="de-DE" sz="1400" dirty="0" err="1">
                <a:ea typeface="+mn-lt"/>
                <a:cs typeface="+mn-lt"/>
              </a:rPr>
              <a:t>responsible</a:t>
            </a:r>
            <a:r>
              <a:rPr lang="de-DE" sz="1400" dirty="0">
                <a:ea typeface="+mn-lt"/>
                <a:cs typeface="+mn-lt"/>
              </a:rPr>
              <a:t> </a:t>
            </a:r>
            <a:r>
              <a:rPr lang="de-DE" sz="1400" dirty="0" err="1">
                <a:ea typeface="+mn-lt"/>
                <a:cs typeface="+mn-lt"/>
              </a:rPr>
              <a:t>for</a:t>
            </a:r>
            <a:r>
              <a:rPr lang="de-DE" sz="1400" dirty="0">
                <a:ea typeface="+mn-lt"/>
                <a:cs typeface="+mn-lt"/>
              </a:rPr>
              <a:t> </a:t>
            </a:r>
            <a:r>
              <a:rPr lang="de-DE" sz="1400" dirty="0" err="1">
                <a:ea typeface="+mn-lt"/>
                <a:cs typeface="+mn-lt"/>
              </a:rPr>
              <a:t>the</a:t>
            </a:r>
            <a:r>
              <a:rPr lang="de-DE" sz="1400" dirty="0">
                <a:ea typeface="+mn-lt"/>
                <a:cs typeface="+mn-lt"/>
              </a:rPr>
              <a:t> </a:t>
            </a:r>
            <a:r>
              <a:rPr lang="de-DE" sz="1400" dirty="0" err="1">
                <a:ea typeface="+mn-lt"/>
                <a:cs typeface="+mn-lt"/>
              </a:rPr>
              <a:t>direction</a:t>
            </a:r>
            <a:r>
              <a:rPr lang="de-DE" sz="1400" dirty="0">
                <a:ea typeface="+mn-lt"/>
                <a:cs typeface="+mn-lt"/>
              </a:rPr>
              <a:t> </a:t>
            </a:r>
            <a:r>
              <a:rPr lang="de-DE" sz="1400" dirty="0" err="1">
                <a:ea typeface="+mn-lt"/>
                <a:cs typeface="+mn-lt"/>
              </a:rPr>
              <a:t>of</a:t>
            </a:r>
            <a:r>
              <a:rPr lang="de-DE" sz="1400" dirty="0">
                <a:ea typeface="+mn-lt"/>
                <a:cs typeface="+mn-lt"/>
              </a:rPr>
              <a:t> </a:t>
            </a:r>
            <a:r>
              <a:rPr lang="de-DE" sz="1400" dirty="0" err="1">
                <a:ea typeface="+mn-lt"/>
                <a:cs typeface="+mn-lt"/>
              </a:rPr>
              <a:t>six</a:t>
            </a:r>
            <a:r>
              <a:rPr lang="de-DE" sz="1400" dirty="0">
                <a:ea typeface="+mn-lt"/>
                <a:cs typeface="+mn-lt"/>
              </a:rPr>
              <a:t> </a:t>
            </a:r>
            <a:r>
              <a:rPr lang="de-DE" sz="1400" dirty="0">
                <a:ea typeface="+mn-lt"/>
                <a:cs typeface="+mn-lt"/>
                <a:hlinkClick r:id="rId9"/>
              </a:rPr>
              <a:t>singing-boys</a:t>
            </a:r>
            <a:r>
              <a:rPr lang="de-DE" sz="1400" dirty="0">
                <a:ea typeface="+mn-lt"/>
                <a:cs typeface="+mn-lt"/>
              </a:rPr>
              <a:t>.</a:t>
            </a:r>
            <a:r>
              <a:rPr lang="de-DE" sz="1400" baseline="30000" dirty="0">
                <a:ea typeface="+mn-lt"/>
                <a:cs typeface="+mn-lt"/>
                <a:hlinkClick r:id="rId10"/>
              </a:rPr>
              <a:t>[18]</a:t>
            </a:r>
            <a:r>
              <a:rPr lang="de-DE" sz="1400" dirty="0">
                <a:ea typeface="+mn-lt"/>
                <a:cs typeface="+mn-lt"/>
              </a:rPr>
              <a:t> The </a:t>
            </a:r>
            <a:r>
              <a:rPr lang="de-DE" sz="1400" dirty="0" err="1">
                <a:ea typeface="+mn-lt"/>
                <a:cs typeface="+mn-lt"/>
              </a:rPr>
              <a:t>priory</a:t>
            </a:r>
            <a:r>
              <a:rPr lang="de-DE" sz="1400" dirty="0">
                <a:ea typeface="+mn-lt"/>
                <a:cs typeface="+mn-lt"/>
              </a:rPr>
              <a:t> was </a:t>
            </a:r>
            <a:r>
              <a:rPr lang="de-DE" sz="1400" dirty="0">
                <a:ea typeface="+mn-lt"/>
                <a:cs typeface="+mn-lt"/>
                <a:hlinkClick r:id="rId11"/>
              </a:rPr>
              <a:t>dissolved</a:t>
            </a:r>
            <a:r>
              <a:rPr lang="de-DE" sz="1400" dirty="0">
                <a:ea typeface="+mn-lt"/>
                <a:cs typeface="+mn-lt"/>
              </a:rPr>
              <a:t> in 1535, but </a:t>
            </a:r>
            <a:r>
              <a:rPr lang="de-DE" sz="1400" dirty="0" err="1">
                <a:ea typeface="+mn-lt"/>
                <a:cs typeface="+mn-lt"/>
              </a:rPr>
              <a:t>there</a:t>
            </a:r>
            <a:r>
              <a:rPr lang="de-DE" sz="1400" dirty="0">
                <a:ea typeface="+mn-lt"/>
                <a:cs typeface="+mn-lt"/>
              </a:rPr>
              <a:t> </a:t>
            </a:r>
            <a:r>
              <a:rPr lang="de-DE" sz="1400" dirty="0" err="1">
                <a:ea typeface="+mn-lt"/>
                <a:cs typeface="+mn-lt"/>
              </a:rPr>
              <a:t>is</a:t>
            </a:r>
            <a:r>
              <a:rPr lang="de-DE" sz="1400" dirty="0">
                <a:ea typeface="+mn-lt"/>
                <a:cs typeface="+mn-lt"/>
              </a:rPr>
              <a:t> </a:t>
            </a:r>
            <a:r>
              <a:rPr lang="de-DE" sz="1400" dirty="0" err="1">
                <a:ea typeface="+mn-lt"/>
                <a:cs typeface="+mn-lt"/>
              </a:rPr>
              <a:t>no</a:t>
            </a:r>
            <a:r>
              <a:rPr lang="de-DE" sz="1400" dirty="0">
                <a:ea typeface="+mn-lt"/>
                <a:cs typeface="+mn-lt"/>
              </a:rPr>
              <a:t> </a:t>
            </a:r>
            <a:r>
              <a:rPr lang="de-DE" sz="1400" dirty="0" err="1">
                <a:ea typeface="+mn-lt"/>
                <a:cs typeface="+mn-lt"/>
              </a:rPr>
              <a:t>surviving</a:t>
            </a:r>
            <a:r>
              <a:rPr lang="de-DE" sz="1400" dirty="0">
                <a:ea typeface="+mn-lt"/>
                <a:cs typeface="+mn-lt"/>
              </a:rPr>
              <a:t> </a:t>
            </a:r>
            <a:r>
              <a:rPr lang="de-DE" sz="1400" dirty="0" err="1">
                <a:ea typeface="+mn-lt"/>
                <a:cs typeface="+mn-lt"/>
              </a:rPr>
              <a:t>record</a:t>
            </a:r>
            <a:r>
              <a:rPr lang="de-DE" sz="1400" dirty="0">
                <a:ea typeface="+mn-lt"/>
                <a:cs typeface="+mn-lt"/>
              </a:rPr>
              <a:t> </a:t>
            </a:r>
            <a:r>
              <a:rPr lang="de-DE" sz="1400" dirty="0" err="1">
                <a:ea typeface="+mn-lt"/>
                <a:cs typeface="+mn-lt"/>
              </a:rPr>
              <a:t>of</a:t>
            </a:r>
            <a:r>
              <a:rPr lang="de-DE" sz="1400" dirty="0">
                <a:ea typeface="+mn-lt"/>
                <a:cs typeface="+mn-lt"/>
              </a:rPr>
              <a:t> </a:t>
            </a:r>
            <a:r>
              <a:rPr lang="de-DE" sz="1400" dirty="0" err="1">
                <a:ea typeface="+mn-lt"/>
                <a:cs typeface="+mn-lt"/>
              </a:rPr>
              <a:t>Tallis's</a:t>
            </a:r>
            <a:r>
              <a:rPr lang="de-DE" sz="1400" dirty="0">
                <a:ea typeface="+mn-lt"/>
                <a:cs typeface="+mn-lt"/>
              </a:rPr>
              <a:t> </a:t>
            </a:r>
            <a:r>
              <a:rPr lang="de-DE" sz="1400" dirty="0" err="1">
                <a:ea typeface="+mn-lt"/>
                <a:cs typeface="+mn-lt"/>
              </a:rPr>
              <a:t>departure</a:t>
            </a:r>
            <a:r>
              <a:rPr lang="de-DE" sz="1400" dirty="0">
                <a:ea typeface="+mn-lt"/>
                <a:cs typeface="+mn-lt"/>
              </a:rPr>
              <a:t>.</a:t>
            </a:r>
            <a:r>
              <a:rPr lang="de-DE" sz="1400" baseline="30000" dirty="0">
                <a:ea typeface="+mn-lt"/>
                <a:cs typeface="+mn-lt"/>
                <a:hlinkClick r:id="rId12"/>
              </a:rPr>
              <a:t>[19]</a:t>
            </a:r>
            <a:r>
              <a:rPr lang="de-DE" sz="1400" baseline="30000" dirty="0">
                <a:ea typeface="+mn-lt"/>
                <a:cs typeface="+mn-lt"/>
                <a:hlinkClick r:id="rId8"/>
              </a:rPr>
              <a:t>[11]</a:t>
            </a:r>
            <a:endParaRPr lang="de-DE" sz="1400">
              <a:hlinkClick r:id=""/>
            </a:endParaRPr>
          </a:p>
          <a:p>
            <a:pPr>
              <a:lnSpc>
                <a:spcPct val="100000"/>
              </a:lnSpc>
            </a:pPr>
            <a:r>
              <a:rPr lang="de-DE" sz="1400" err="1">
                <a:ea typeface="+mn-lt"/>
                <a:cs typeface="+mn-lt"/>
              </a:rPr>
              <a:t>Tallis's</a:t>
            </a:r>
            <a:r>
              <a:rPr lang="de-DE" sz="1400" dirty="0">
                <a:ea typeface="+mn-lt"/>
                <a:cs typeface="+mn-lt"/>
              </a:rPr>
              <a:t> </a:t>
            </a:r>
            <a:r>
              <a:rPr lang="de-DE" sz="1400" err="1">
                <a:ea typeface="+mn-lt"/>
                <a:cs typeface="+mn-lt"/>
              </a:rPr>
              <a:t>whereabouts</a:t>
            </a:r>
            <a:r>
              <a:rPr lang="de-DE" sz="1400" dirty="0">
                <a:ea typeface="+mn-lt"/>
                <a:cs typeface="+mn-lt"/>
              </a:rPr>
              <a:t> </a:t>
            </a:r>
            <a:r>
              <a:rPr lang="de-DE" sz="1400" err="1">
                <a:ea typeface="+mn-lt"/>
                <a:cs typeface="+mn-lt"/>
              </a:rPr>
              <a:t>are</a:t>
            </a:r>
            <a:r>
              <a:rPr lang="de-DE" sz="1400" dirty="0">
                <a:ea typeface="+mn-lt"/>
                <a:cs typeface="+mn-lt"/>
              </a:rPr>
              <a:t> not </a:t>
            </a:r>
            <a:r>
              <a:rPr lang="de-DE" sz="1400" err="1">
                <a:ea typeface="+mn-lt"/>
                <a:cs typeface="+mn-lt"/>
              </a:rPr>
              <a:t>known</a:t>
            </a:r>
            <a:r>
              <a:rPr lang="de-DE" sz="1400" dirty="0">
                <a:ea typeface="+mn-lt"/>
                <a:cs typeface="+mn-lt"/>
              </a:rPr>
              <a:t> </a:t>
            </a:r>
            <a:r>
              <a:rPr lang="de-DE" sz="1400" err="1">
                <a:ea typeface="+mn-lt"/>
                <a:cs typeface="+mn-lt"/>
              </a:rPr>
              <a:t>for</a:t>
            </a:r>
            <a:r>
              <a:rPr lang="de-DE" sz="1400" dirty="0">
                <a:ea typeface="+mn-lt"/>
                <a:cs typeface="+mn-lt"/>
              </a:rPr>
              <a:t> </a:t>
            </a:r>
            <a:r>
              <a:rPr lang="de-DE" sz="1400" err="1">
                <a:ea typeface="+mn-lt"/>
                <a:cs typeface="+mn-lt"/>
              </a:rPr>
              <a:t>the</a:t>
            </a:r>
            <a:r>
              <a:rPr lang="de-DE" sz="1400" dirty="0">
                <a:ea typeface="+mn-lt"/>
                <a:cs typeface="+mn-lt"/>
              </a:rPr>
              <a:t> </a:t>
            </a:r>
            <a:r>
              <a:rPr lang="de-DE" sz="1400" err="1">
                <a:ea typeface="+mn-lt"/>
                <a:cs typeface="+mn-lt"/>
              </a:rPr>
              <a:t>several</a:t>
            </a:r>
            <a:r>
              <a:rPr lang="de-DE" sz="1400" dirty="0">
                <a:ea typeface="+mn-lt"/>
                <a:cs typeface="+mn-lt"/>
              </a:rPr>
              <a:t> </a:t>
            </a:r>
            <a:r>
              <a:rPr lang="de-DE" sz="1400" err="1">
                <a:ea typeface="+mn-lt"/>
                <a:cs typeface="+mn-lt"/>
              </a:rPr>
              <a:t>months</a:t>
            </a:r>
            <a:r>
              <a:rPr lang="de-DE" sz="1400" dirty="0">
                <a:ea typeface="+mn-lt"/>
                <a:cs typeface="+mn-lt"/>
              </a:rPr>
              <a:t> after </a:t>
            </a:r>
            <a:r>
              <a:rPr lang="de-DE" sz="1400" err="1">
                <a:ea typeface="+mn-lt"/>
                <a:cs typeface="+mn-lt"/>
              </a:rPr>
              <a:t>this</a:t>
            </a:r>
            <a:r>
              <a:rPr lang="de-DE" sz="1400" dirty="0">
                <a:ea typeface="+mn-lt"/>
                <a:cs typeface="+mn-lt"/>
              </a:rPr>
              <a:t> </a:t>
            </a:r>
            <a:r>
              <a:rPr lang="de-DE" sz="1400" err="1">
                <a:ea typeface="+mn-lt"/>
                <a:cs typeface="+mn-lt"/>
              </a:rPr>
              <a:t>until</a:t>
            </a:r>
            <a:r>
              <a:rPr lang="de-DE" sz="1400" dirty="0">
                <a:ea typeface="+mn-lt"/>
                <a:cs typeface="+mn-lt"/>
              </a:rPr>
              <a:t> </a:t>
            </a:r>
            <a:r>
              <a:rPr lang="de-DE" sz="1400" err="1">
                <a:ea typeface="+mn-lt"/>
                <a:cs typeface="+mn-lt"/>
              </a:rPr>
              <a:t>mention</a:t>
            </a:r>
            <a:r>
              <a:rPr lang="de-DE" sz="1400" dirty="0">
                <a:ea typeface="+mn-lt"/>
                <a:cs typeface="+mn-lt"/>
              </a:rPr>
              <a:t> </a:t>
            </a:r>
            <a:r>
              <a:rPr lang="de-DE" sz="1400" err="1">
                <a:ea typeface="+mn-lt"/>
                <a:cs typeface="+mn-lt"/>
              </a:rPr>
              <a:t>is</a:t>
            </a:r>
            <a:r>
              <a:rPr lang="de-DE" sz="1400" dirty="0">
                <a:ea typeface="+mn-lt"/>
                <a:cs typeface="+mn-lt"/>
              </a:rPr>
              <a:t> </a:t>
            </a:r>
            <a:r>
              <a:rPr lang="de-DE" sz="1400" err="1">
                <a:ea typeface="+mn-lt"/>
                <a:cs typeface="+mn-lt"/>
              </a:rPr>
              <a:t>made</a:t>
            </a:r>
            <a:r>
              <a:rPr lang="de-DE" sz="1400" dirty="0">
                <a:ea typeface="+mn-lt"/>
                <a:cs typeface="+mn-lt"/>
              </a:rPr>
              <a:t> </a:t>
            </a:r>
            <a:r>
              <a:rPr lang="de-DE" sz="1400" err="1">
                <a:ea typeface="+mn-lt"/>
                <a:cs typeface="+mn-lt"/>
              </a:rPr>
              <a:t>of</a:t>
            </a:r>
            <a:r>
              <a:rPr lang="de-DE" sz="1400" dirty="0">
                <a:ea typeface="+mn-lt"/>
                <a:cs typeface="+mn-lt"/>
              </a:rPr>
              <a:t> </a:t>
            </a:r>
            <a:r>
              <a:rPr lang="de-DE" sz="1400" err="1">
                <a:ea typeface="+mn-lt"/>
                <a:cs typeface="+mn-lt"/>
              </a:rPr>
              <a:t>his</a:t>
            </a:r>
            <a:r>
              <a:rPr lang="de-DE" sz="1400" dirty="0">
                <a:ea typeface="+mn-lt"/>
                <a:cs typeface="+mn-lt"/>
              </a:rPr>
              <a:t> </a:t>
            </a:r>
            <a:r>
              <a:rPr lang="de-DE" sz="1400" err="1">
                <a:ea typeface="+mn-lt"/>
                <a:cs typeface="+mn-lt"/>
              </a:rPr>
              <a:t>being</a:t>
            </a:r>
            <a:r>
              <a:rPr lang="de-DE" sz="1400" dirty="0">
                <a:ea typeface="+mn-lt"/>
                <a:cs typeface="+mn-lt"/>
              </a:rPr>
              <a:t> </a:t>
            </a:r>
            <a:r>
              <a:rPr lang="de-DE" sz="1400" err="1">
                <a:ea typeface="+mn-lt"/>
                <a:cs typeface="+mn-lt"/>
              </a:rPr>
              <a:t>employed</a:t>
            </a:r>
            <a:r>
              <a:rPr lang="de-DE" sz="1400" dirty="0">
                <a:ea typeface="+mn-lt"/>
                <a:cs typeface="+mn-lt"/>
              </a:rPr>
              <a:t> at </a:t>
            </a:r>
            <a:r>
              <a:rPr lang="de-DE" sz="1400" dirty="0">
                <a:ea typeface="+mn-lt"/>
                <a:cs typeface="+mn-lt"/>
                <a:hlinkClick r:id="rId13"/>
              </a:rPr>
              <a:t>St Mary-at-Hill</a:t>
            </a:r>
            <a:r>
              <a:rPr lang="de-DE" sz="1400" dirty="0">
                <a:ea typeface="+mn-lt"/>
                <a:cs typeface="+mn-lt"/>
              </a:rPr>
              <a:t> in </a:t>
            </a:r>
            <a:r>
              <a:rPr lang="de-DE" sz="1400" err="1">
                <a:ea typeface="+mn-lt"/>
                <a:cs typeface="+mn-lt"/>
              </a:rPr>
              <a:t>London's</a:t>
            </a:r>
            <a:r>
              <a:rPr lang="de-DE" sz="1400" dirty="0">
                <a:ea typeface="+mn-lt"/>
                <a:cs typeface="+mn-lt"/>
              </a:rPr>
              <a:t> </a:t>
            </a:r>
            <a:r>
              <a:rPr lang="de-DE" sz="1400" dirty="0">
                <a:ea typeface="+mn-lt"/>
                <a:cs typeface="+mn-lt"/>
                <a:hlinkClick r:id="rId14"/>
              </a:rPr>
              <a:t>Billingsgate</a:t>
            </a:r>
            <a:r>
              <a:rPr lang="de-DE" sz="1400" dirty="0">
                <a:ea typeface="+mn-lt"/>
                <a:cs typeface="+mn-lt"/>
              </a:rPr>
              <a:t> ward.</a:t>
            </a:r>
            <a:r>
              <a:rPr lang="de-DE" sz="1400" baseline="30000" dirty="0">
                <a:ea typeface="+mn-lt"/>
                <a:cs typeface="+mn-lt"/>
                <a:hlinkClick r:id="rId12"/>
              </a:rPr>
              <a:t>[19]</a:t>
            </a:r>
            <a:r>
              <a:rPr lang="de-DE" sz="1400" dirty="0">
                <a:ea typeface="+mn-lt"/>
                <a:cs typeface="+mn-lt"/>
              </a:rPr>
              <a:t> Records </a:t>
            </a:r>
            <a:r>
              <a:rPr lang="de-DE" sz="1400" err="1">
                <a:ea typeface="+mn-lt"/>
                <a:cs typeface="+mn-lt"/>
              </a:rPr>
              <a:t>show</a:t>
            </a:r>
            <a:r>
              <a:rPr lang="de-DE" sz="1400" dirty="0">
                <a:ea typeface="+mn-lt"/>
                <a:cs typeface="+mn-lt"/>
              </a:rPr>
              <a:t> he was </a:t>
            </a:r>
            <a:r>
              <a:rPr lang="de-DE" sz="1400" err="1">
                <a:ea typeface="+mn-lt"/>
                <a:cs typeface="+mn-lt"/>
              </a:rPr>
              <a:t>paid</a:t>
            </a:r>
            <a:r>
              <a:rPr lang="de-DE" sz="1400" dirty="0">
                <a:ea typeface="+mn-lt"/>
                <a:cs typeface="+mn-lt"/>
              </a:rPr>
              <a:t> </a:t>
            </a:r>
            <a:r>
              <a:rPr lang="de-DE" sz="1400" err="1">
                <a:ea typeface="+mn-lt"/>
                <a:cs typeface="+mn-lt"/>
              </a:rPr>
              <a:t>four</a:t>
            </a:r>
            <a:r>
              <a:rPr lang="de-DE" sz="1400" dirty="0">
                <a:ea typeface="+mn-lt"/>
                <a:cs typeface="+mn-lt"/>
              </a:rPr>
              <a:t> half-</a:t>
            </a:r>
            <a:r>
              <a:rPr lang="de-DE" sz="1400" err="1">
                <a:ea typeface="+mn-lt"/>
                <a:cs typeface="+mn-lt"/>
              </a:rPr>
              <a:t>yearly</a:t>
            </a:r>
            <a:r>
              <a:rPr lang="de-DE" sz="1400" dirty="0">
                <a:ea typeface="+mn-lt"/>
                <a:cs typeface="+mn-lt"/>
              </a:rPr>
              <a:t> </a:t>
            </a:r>
            <a:r>
              <a:rPr lang="de-DE" sz="1400" err="1">
                <a:ea typeface="+mn-lt"/>
                <a:cs typeface="+mn-lt"/>
              </a:rPr>
              <a:t>payments</a:t>
            </a:r>
            <a:r>
              <a:rPr lang="de-DE" sz="1400" dirty="0">
                <a:ea typeface="+mn-lt"/>
                <a:cs typeface="+mn-lt"/>
              </a:rPr>
              <a:t> </a:t>
            </a:r>
            <a:r>
              <a:rPr lang="de-DE" sz="1400" err="1">
                <a:ea typeface="+mn-lt"/>
                <a:cs typeface="+mn-lt"/>
              </a:rPr>
              <a:t>from</a:t>
            </a:r>
            <a:r>
              <a:rPr lang="de-DE" sz="1400" dirty="0">
                <a:ea typeface="+mn-lt"/>
                <a:cs typeface="+mn-lt"/>
              </a:rPr>
              <a:t> 1536 </a:t>
            </a:r>
            <a:r>
              <a:rPr lang="de-DE" sz="1400" err="1">
                <a:ea typeface="+mn-lt"/>
                <a:cs typeface="+mn-lt"/>
              </a:rPr>
              <a:t>to</a:t>
            </a:r>
            <a:r>
              <a:rPr lang="de-DE" sz="1400" dirty="0">
                <a:ea typeface="+mn-lt"/>
                <a:cs typeface="+mn-lt"/>
              </a:rPr>
              <a:t> 1538, </a:t>
            </a:r>
            <a:r>
              <a:rPr lang="de-DE" sz="1400" err="1">
                <a:ea typeface="+mn-lt"/>
                <a:cs typeface="+mn-lt"/>
              </a:rPr>
              <a:t>with</a:t>
            </a:r>
            <a:r>
              <a:rPr lang="de-DE" sz="1400" dirty="0">
                <a:ea typeface="+mn-lt"/>
                <a:cs typeface="+mn-lt"/>
              </a:rPr>
              <a:t> </a:t>
            </a:r>
            <a:r>
              <a:rPr lang="de-DE" sz="1400" err="1">
                <a:ea typeface="+mn-lt"/>
                <a:cs typeface="+mn-lt"/>
              </a:rPr>
              <a:t>the</a:t>
            </a:r>
            <a:r>
              <a:rPr lang="de-DE" sz="1400" dirty="0">
                <a:ea typeface="+mn-lt"/>
                <a:cs typeface="+mn-lt"/>
              </a:rPr>
              <a:t> last </a:t>
            </a:r>
            <a:r>
              <a:rPr lang="de-DE" sz="1400" err="1">
                <a:ea typeface="+mn-lt"/>
                <a:cs typeface="+mn-lt"/>
              </a:rPr>
              <a:t>payment</a:t>
            </a:r>
            <a:r>
              <a:rPr lang="de-DE" sz="1400" dirty="0">
                <a:ea typeface="+mn-lt"/>
                <a:cs typeface="+mn-lt"/>
              </a:rPr>
              <a:t> </a:t>
            </a:r>
            <a:r>
              <a:rPr lang="de-DE" sz="1400" err="1">
                <a:ea typeface="+mn-lt"/>
                <a:cs typeface="+mn-lt"/>
              </a:rPr>
              <a:t>being</a:t>
            </a:r>
            <a:r>
              <a:rPr lang="de-DE" sz="1400" dirty="0">
                <a:ea typeface="+mn-lt"/>
                <a:cs typeface="+mn-lt"/>
              </a:rPr>
              <a:t> </a:t>
            </a:r>
            <a:r>
              <a:rPr lang="de-DE" sz="1400" err="1">
                <a:ea typeface="+mn-lt"/>
                <a:cs typeface="+mn-lt"/>
              </a:rPr>
              <a:t>specified</a:t>
            </a:r>
            <a:r>
              <a:rPr lang="de-DE" sz="1400" dirty="0">
                <a:ea typeface="+mn-lt"/>
                <a:cs typeface="+mn-lt"/>
              </a:rPr>
              <a:t> </a:t>
            </a:r>
            <a:r>
              <a:rPr lang="de-DE" sz="1400" err="1">
                <a:ea typeface="+mn-lt"/>
                <a:cs typeface="+mn-lt"/>
              </a:rPr>
              <a:t>for</a:t>
            </a:r>
            <a:r>
              <a:rPr lang="de-DE" sz="1400" dirty="0">
                <a:ea typeface="+mn-lt"/>
                <a:cs typeface="+mn-lt"/>
              </a:rPr>
              <a:t> </a:t>
            </a:r>
            <a:r>
              <a:rPr lang="de-DE" sz="1400" err="1">
                <a:ea typeface="+mn-lt"/>
                <a:cs typeface="+mn-lt"/>
              </a:rPr>
              <a:t>services</a:t>
            </a:r>
            <a:r>
              <a:rPr lang="de-DE" sz="1400" dirty="0">
                <a:ea typeface="+mn-lt"/>
                <a:cs typeface="+mn-lt"/>
              </a:rPr>
              <a:t>—</a:t>
            </a:r>
            <a:r>
              <a:rPr lang="de-DE" sz="1400" err="1">
                <a:ea typeface="+mn-lt"/>
                <a:cs typeface="+mn-lt"/>
              </a:rPr>
              <a:t>as</a:t>
            </a:r>
            <a:r>
              <a:rPr lang="de-DE" sz="1400" dirty="0">
                <a:ea typeface="+mn-lt"/>
                <a:cs typeface="+mn-lt"/>
              </a:rPr>
              <a:t> </a:t>
            </a:r>
            <a:r>
              <a:rPr lang="de-DE" sz="1400" err="1">
                <a:ea typeface="+mn-lt"/>
                <a:cs typeface="+mn-lt"/>
              </a:rPr>
              <a:t>either</a:t>
            </a:r>
            <a:r>
              <a:rPr lang="de-DE" sz="1400" dirty="0">
                <a:ea typeface="+mn-lt"/>
                <a:cs typeface="+mn-lt"/>
              </a:rPr>
              <a:t> a </a:t>
            </a:r>
            <a:r>
              <a:rPr lang="de-DE" sz="1400" err="1">
                <a:ea typeface="+mn-lt"/>
                <a:cs typeface="+mn-lt"/>
              </a:rPr>
              <a:t>singer</a:t>
            </a:r>
            <a:r>
              <a:rPr lang="de-DE" sz="1400" dirty="0">
                <a:ea typeface="+mn-lt"/>
                <a:cs typeface="+mn-lt"/>
              </a:rPr>
              <a:t> </a:t>
            </a:r>
            <a:r>
              <a:rPr lang="de-DE" sz="1400" err="1">
                <a:ea typeface="+mn-lt"/>
                <a:cs typeface="+mn-lt"/>
              </a:rPr>
              <a:t>or</a:t>
            </a:r>
            <a:r>
              <a:rPr lang="de-DE" sz="1400" dirty="0">
                <a:ea typeface="+mn-lt"/>
                <a:cs typeface="+mn-lt"/>
              </a:rPr>
              <a:t> an </a:t>
            </a:r>
            <a:r>
              <a:rPr lang="de-DE" sz="1400" err="1">
                <a:ea typeface="+mn-lt"/>
                <a:cs typeface="+mn-lt"/>
              </a:rPr>
              <a:t>organist</a:t>
            </a:r>
            <a:r>
              <a:rPr lang="de-DE" sz="1400" dirty="0">
                <a:ea typeface="+mn-lt"/>
                <a:cs typeface="+mn-lt"/>
              </a:rPr>
              <a:t>—</a:t>
            </a:r>
            <a:r>
              <a:rPr lang="de-DE" sz="1400" err="1">
                <a:ea typeface="+mn-lt"/>
                <a:cs typeface="+mn-lt"/>
              </a:rPr>
              <a:t>for</a:t>
            </a:r>
            <a:r>
              <a:rPr lang="de-DE" sz="1400" dirty="0">
                <a:ea typeface="+mn-lt"/>
                <a:cs typeface="+mn-lt"/>
              </a:rPr>
              <a:t> </a:t>
            </a:r>
            <a:r>
              <a:rPr lang="de-DE" sz="1400" err="1">
                <a:ea typeface="+mn-lt"/>
                <a:cs typeface="+mn-lt"/>
              </a:rPr>
              <a:t>the</a:t>
            </a:r>
            <a:r>
              <a:rPr lang="de-DE" sz="1400" dirty="0">
                <a:ea typeface="+mn-lt"/>
                <a:cs typeface="+mn-lt"/>
              </a:rPr>
              <a:t> </a:t>
            </a:r>
            <a:r>
              <a:rPr lang="de-DE" sz="1400" err="1">
                <a:ea typeface="+mn-lt"/>
                <a:cs typeface="+mn-lt"/>
              </a:rPr>
              <a:t>year</a:t>
            </a:r>
            <a:r>
              <a:rPr lang="de-DE" sz="1400" dirty="0">
                <a:ea typeface="+mn-lt"/>
                <a:cs typeface="+mn-lt"/>
              </a:rPr>
              <a:t> </a:t>
            </a:r>
            <a:r>
              <a:rPr lang="de-DE" sz="1400" err="1">
                <a:ea typeface="+mn-lt"/>
                <a:cs typeface="+mn-lt"/>
              </a:rPr>
              <a:t>up</a:t>
            </a:r>
            <a:r>
              <a:rPr lang="de-DE" sz="1400" dirty="0">
                <a:ea typeface="+mn-lt"/>
                <a:cs typeface="+mn-lt"/>
              </a:rPr>
              <a:t> </a:t>
            </a:r>
            <a:r>
              <a:rPr lang="de-DE" sz="1400" err="1">
                <a:ea typeface="+mn-lt"/>
                <a:cs typeface="+mn-lt"/>
              </a:rPr>
              <a:t>to</a:t>
            </a:r>
            <a:r>
              <a:rPr lang="de-DE" sz="1400" dirty="0">
                <a:ea typeface="+mn-lt"/>
                <a:cs typeface="+mn-lt"/>
              </a:rPr>
              <a:t> 25 March 1538.</a:t>
            </a:r>
            <a:r>
              <a:rPr lang="de-DE" sz="1400" baseline="30000" dirty="0">
                <a:ea typeface="+mn-lt"/>
                <a:cs typeface="+mn-lt"/>
                <a:hlinkClick r:id="rId8"/>
              </a:rPr>
              <a:t>[11]</a:t>
            </a:r>
            <a:r>
              <a:rPr lang="de-DE" sz="1400" baseline="30000" dirty="0">
                <a:ea typeface="+mn-lt"/>
                <a:cs typeface="+mn-lt"/>
                <a:hlinkClick r:id="rId8"/>
              </a:rPr>
              <a:t>[20]</a:t>
            </a:r>
            <a:endParaRPr lang="de-DE" sz="1400">
              <a:hlinkClick r:id=""/>
            </a:endParaRPr>
          </a:p>
          <a:p>
            <a:pPr>
              <a:lnSpc>
                <a:spcPct val="100000"/>
              </a:lnSpc>
            </a:pPr>
            <a:endParaRPr lang="de-DE" sz="1400" baseline="30000" dirty="0"/>
          </a:p>
          <a:p>
            <a:pPr>
              <a:lnSpc>
                <a:spcPct val="100000"/>
              </a:lnSpc>
            </a:pPr>
            <a:endParaRPr lang="de-DE" sz="700"/>
          </a:p>
        </p:txBody>
      </p:sp>
      <p:pic>
        <p:nvPicPr>
          <p:cNvPr id="4" name="Grafik 3" descr="Ein Bild, das Gebäude, Kapelle, Kathedrale, Heiligtümer enthält.&#10;&#10;KI-generierte Inhalte können fehlerhaft sein.">
            <a:extLst>
              <a:ext uri="{FF2B5EF4-FFF2-40B4-BE49-F238E27FC236}">
                <a16:creationId xmlns:a16="http://schemas.microsoft.com/office/drawing/2014/main" id="{A4DB3315-0E10-FC23-7614-33847B059041}"/>
              </a:ext>
            </a:extLst>
          </p:cNvPr>
          <p:cNvPicPr>
            <a:picLocks noChangeAspect="1"/>
          </p:cNvPicPr>
          <p:nvPr/>
        </p:nvPicPr>
        <p:blipFill>
          <a:blip r:embed="rId15"/>
          <a:srcRect l="17978" r="9664" b="1"/>
          <a:stretch>
            <a:fillRect/>
          </a:stretch>
        </p:blipFill>
        <p:spPr>
          <a:xfrm>
            <a:off x="4748403" y="10"/>
            <a:ext cx="7443597" cy="6857990"/>
          </a:xfrm>
          <a:prstGeom prst="rect">
            <a:avLst/>
          </a:prstGeom>
        </p:spPr>
      </p:pic>
      <p:sp>
        <p:nvSpPr>
          <p:cNvPr id="11" name="Rectangle 10">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403"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403"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94461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C36009-FCC5-A856-6502-41F6DBA73DE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734917-AE2B-FFE2-1C79-4FCC662B6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2DD6B38-BC60-BD5F-0C5E-0EFF0DCABD99}"/>
              </a:ext>
            </a:extLst>
          </p:cNvPr>
          <p:cNvSpPr>
            <a:spLocks noGrp="1"/>
          </p:cNvSpPr>
          <p:nvPr>
            <p:ph type="title"/>
          </p:nvPr>
        </p:nvSpPr>
        <p:spPr>
          <a:xfrm>
            <a:off x="576072" y="455362"/>
            <a:ext cx="3603625" cy="1550419"/>
          </a:xfrm>
        </p:spPr>
        <p:txBody>
          <a:bodyPr>
            <a:normAutofit/>
          </a:bodyPr>
          <a:lstStyle/>
          <a:p>
            <a:r>
              <a:rPr lang="de-DE" dirty="0">
                <a:ea typeface="+mj-lt"/>
                <a:cs typeface="+mj-lt"/>
              </a:rPr>
              <a:t>1530s and 1540s</a:t>
            </a:r>
          </a:p>
        </p:txBody>
      </p:sp>
      <p:sp>
        <p:nvSpPr>
          <p:cNvPr id="3" name="Inhaltsplatzhalter 2">
            <a:extLst>
              <a:ext uri="{FF2B5EF4-FFF2-40B4-BE49-F238E27FC236}">
                <a16:creationId xmlns:a16="http://schemas.microsoft.com/office/drawing/2014/main" id="{3C7B60CE-796C-02A4-6CF3-DFF2AD94367D}"/>
              </a:ext>
            </a:extLst>
          </p:cNvPr>
          <p:cNvSpPr>
            <a:spLocks noGrp="1"/>
          </p:cNvSpPr>
          <p:nvPr>
            <p:ph idx="1"/>
          </p:nvPr>
        </p:nvSpPr>
        <p:spPr>
          <a:xfrm>
            <a:off x="147447" y="1921891"/>
            <a:ext cx="4375150" cy="4783402"/>
          </a:xfrm>
        </p:spPr>
        <p:txBody>
          <a:bodyPr vert="horz" lIns="91440" tIns="45720" rIns="91440" bIns="45720" rtlCol="0" anchor="t">
            <a:noAutofit/>
          </a:bodyPr>
          <a:lstStyle/>
          <a:p>
            <a:pPr>
              <a:lnSpc>
                <a:spcPct val="100000"/>
              </a:lnSpc>
            </a:pPr>
            <a:r>
              <a:rPr lang="de-DE" sz="1600" baseline="30000" err="1">
                <a:ea typeface="+mn-lt"/>
                <a:cs typeface="+mn-lt"/>
              </a:rPr>
              <a:t>Towards</a:t>
            </a:r>
            <a:r>
              <a:rPr lang="de-DE" sz="1600" baseline="30000" dirty="0">
                <a:ea typeface="+mn-lt"/>
                <a:cs typeface="+mn-lt"/>
              </a:rPr>
              <a:t> </a:t>
            </a:r>
            <a:r>
              <a:rPr lang="de-DE" sz="1600" baseline="30000" err="1">
                <a:ea typeface="+mn-lt"/>
                <a:cs typeface="+mn-lt"/>
              </a:rPr>
              <a:t>the</a:t>
            </a:r>
            <a:r>
              <a:rPr lang="de-DE" sz="1600" baseline="30000" dirty="0">
                <a:ea typeface="+mn-lt"/>
                <a:cs typeface="+mn-lt"/>
              </a:rPr>
              <a:t> </a:t>
            </a:r>
            <a:r>
              <a:rPr lang="de-DE" sz="1600" baseline="30000" err="1">
                <a:ea typeface="+mn-lt"/>
                <a:cs typeface="+mn-lt"/>
              </a:rPr>
              <a:t>end</a:t>
            </a:r>
            <a:r>
              <a:rPr lang="de-DE" sz="1600" baseline="30000" dirty="0">
                <a:ea typeface="+mn-lt"/>
                <a:cs typeface="+mn-lt"/>
              </a:rPr>
              <a:t> </a:t>
            </a:r>
            <a:r>
              <a:rPr lang="de-DE" sz="1600" baseline="30000" err="1">
                <a:ea typeface="+mn-lt"/>
                <a:cs typeface="+mn-lt"/>
              </a:rPr>
              <a:t>of</a:t>
            </a:r>
            <a:r>
              <a:rPr lang="de-DE" sz="1600" baseline="30000" dirty="0">
                <a:ea typeface="+mn-lt"/>
                <a:cs typeface="+mn-lt"/>
              </a:rPr>
              <a:t> 1538 Tallis </a:t>
            </a:r>
            <a:r>
              <a:rPr lang="de-DE" sz="1600" baseline="30000" err="1">
                <a:ea typeface="+mn-lt"/>
                <a:cs typeface="+mn-lt"/>
              </a:rPr>
              <a:t>moved</a:t>
            </a:r>
            <a:r>
              <a:rPr lang="de-DE" sz="1600" baseline="30000" dirty="0">
                <a:ea typeface="+mn-lt"/>
                <a:cs typeface="+mn-lt"/>
              </a:rPr>
              <a:t> </a:t>
            </a:r>
            <a:r>
              <a:rPr lang="de-DE" sz="1600" baseline="30000" err="1">
                <a:ea typeface="+mn-lt"/>
                <a:cs typeface="+mn-lt"/>
              </a:rPr>
              <a:t>to</a:t>
            </a:r>
            <a:r>
              <a:rPr lang="de-DE" sz="1600" baseline="30000" dirty="0">
                <a:ea typeface="+mn-lt"/>
                <a:cs typeface="+mn-lt"/>
              </a:rPr>
              <a:t> a large </a:t>
            </a:r>
            <a:r>
              <a:rPr lang="de-DE" sz="1600" baseline="30000" dirty="0">
                <a:ea typeface="+mn-lt"/>
                <a:cs typeface="+mn-lt"/>
                <a:hlinkClick r:id="rId2"/>
              </a:rPr>
              <a:t>Augustinian</a:t>
            </a:r>
            <a:r>
              <a:rPr lang="de-DE" sz="1600" baseline="30000" dirty="0">
                <a:ea typeface="+mn-lt"/>
                <a:cs typeface="+mn-lt"/>
              </a:rPr>
              <a:t> </a:t>
            </a:r>
            <a:r>
              <a:rPr lang="de-DE" sz="1600" baseline="30000" err="1">
                <a:ea typeface="+mn-lt"/>
                <a:cs typeface="+mn-lt"/>
              </a:rPr>
              <a:t>monastery</a:t>
            </a:r>
            <a:r>
              <a:rPr lang="de-DE" sz="1600" baseline="30000" dirty="0">
                <a:ea typeface="+mn-lt"/>
                <a:cs typeface="+mn-lt"/>
              </a:rPr>
              <a:t>, </a:t>
            </a:r>
            <a:r>
              <a:rPr lang="de-DE" sz="1600" baseline="30000" dirty="0">
                <a:ea typeface="+mn-lt"/>
                <a:cs typeface="+mn-lt"/>
                <a:hlinkClick r:id="rId3"/>
              </a:rPr>
              <a:t>Waltham Abbey</a:t>
            </a:r>
            <a:r>
              <a:rPr lang="de-DE" sz="1600" baseline="30000" dirty="0">
                <a:ea typeface="+mn-lt"/>
                <a:cs typeface="+mn-lt"/>
              </a:rPr>
              <a:t> in </a:t>
            </a:r>
            <a:r>
              <a:rPr lang="de-DE" sz="1600" baseline="30000" dirty="0">
                <a:ea typeface="+mn-lt"/>
                <a:cs typeface="+mn-lt"/>
                <a:hlinkClick r:id="rId4"/>
              </a:rPr>
              <a:t>Essex</a:t>
            </a:r>
            <a:r>
              <a:rPr lang="de-DE" sz="1600" baseline="30000" dirty="0">
                <a:ea typeface="+mn-lt"/>
                <a:cs typeface="+mn-lt"/>
              </a:rPr>
              <a:t>,</a:t>
            </a:r>
            <a:r>
              <a:rPr lang="de-DE" sz="1600" baseline="30000" dirty="0">
                <a:ea typeface="+mn-lt"/>
                <a:cs typeface="+mn-lt"/>
                <a:hlinkClick r:id="rId5"/>
              </a:rPr>
              <a:t>[21]</a:t>
            </a:r>
            <a:r>
              <a:rPr lang="de-DE" sz="1600" baseline="30000" dirty="0">
                <a:ea typeface="+mn-lt"/>
                <a:cs typeface="+mn-lt"/>
              </a:rPr>
              <a:t> after he </a:t>
            </a:r>
            <a:r>
              <a:rPr lang="de-DE" sz="1600" baseline="30000" err="1">
                <a:ea typeface="+mn-lt"/>
                <a:cs typeface="+mn-lt"/>
              </a:rPr>
              <a:t>had</a:t>
            </a:r>
            <a:r>
              <a:rPr lang="de-DE" sz="1600" baseline="30000" dirty="0">
                <a:ea typeface="+mn-lt"/>
                <a:cs typeface="+mn-lt"/>
              </a:rPr>
              <a:t> </a:t>
            </a:r>
            <a:r>
              <a:rPr lang="de-DE" sz="1600" baseline="30000" err="1">
                <a:ea typeface="+mn-lt"/>
                <a:cs typeface="+mn-lt"/>
              </a:rPr>
              <a:t>come</a:t>
            </a:r>
            <a:r>
              <a:rPr lang="de-DE" sz="1600" baseline="30000" dirty="0">
                <a:ea typeface="+mn-lt"/>
                <a:cs typeface="+mn-lt"/>
              </a:rPr>
              <a:t> </a:t>
            </a:r>
            <a:r>
              <a:rPr lang="de-DE" sz="1600" baseline="30000" err="1">
                <a:ea typeface="+mn-lt"/>
                <a:cs typeface="+mn-lt"/>
              </a:rPr>
              <a:t>into</a:t>
            </a:r>
            <a:r>
              <a:rPr lang="de-DE" sz="1600" baseline="30000" dirty="0">
                <a:ea typeface="+mn-lt"/>
                <a:cs typeface="+mn-lt"/>
              </a:rPr>
              <a:t> </a:t>
            </a:r>
            <a:r>
              <a:rPr lang="de-DE" sz="1600" baseline="30000" err="1">
                <a:ea typeface="+mn-lt"/>
                <a:cs typeface="+mn-lt"/>
              </a:rPr>
              <a:t>contact</a:t>
            </a:r>
            <a:r>
              <a:rPr lang="de-DE" sz="1600" baseline="30000" dirty="0">
                <a:ea typeface="+mn-lt"/>
                <a:cs typeface="+mn-lt"/>
              </a:rPr>
              <a:t> </a:t>
            </a:r>
            <a:r>
              <a:rPr lang="de-DE" sz="1600" baseline="30000" err="1">
                <a:ea typeface="+mn-lt"/>
                <a:cs typeface="+mn-lt"/>
              </a:rPr>
              <a:t>with</a:t>
            </a:r>
            <a:r>
              <a:rPr lang="de-DE" sz="1600" baseline="30000" dirty="0">
                <a:ea typeface="+mn-lt"/>
                <a:cs typeface="+mn-lt"/>
              </a:rPr>
              <a:t> </a:t>
            </a:r>
            <a:r>
              <a:rPr lang="de-DE" sz="1600" baseline="30000" err="1">
                <a:ea typeface="+mn-lt"/>
                <a:cs typeface="+mn-lt"/>
              </a:rPr>
              <a:t>the</a:t>
            </a:r>
            <a:r>
              <a:rPr lang="de-DE" sz="1600" baseline="30000" dirty="0">
                <a:ea typeface="+mn-lt"/>
                <a:cs typeface="+mn-lt"/>
              </a:rPr>
              <a:t> </a:t>
            </a:r>
            <a:r>
              <a:rPr lang="de-DE" sz="1600" baseline="30000" err="1">
                <a:ea typeface="+mn-lt"/>
                <a:cs typeface="+mn-lt"/>
              </a:rPr>
              <a:t>abbot</a:t>
            </a:r>
            <a:r>
              <a:rPr lang="de-DE" sz="1600" baseline="30000" dirty="0">
                <a:ea typeface="+mn-lt"/>
                <a:cs typeface="+mn-lt"/>
              </a:rPr>
              <a:t>, </a:t>
            </a:r>
            <a:r>
              <a:rPr lang="de-DE" sz="1600" baseline="30000" err="1">
                <a:ea typeface="+mn-lt"/>
                <a:cs typeface="+mn-lt"/>
              </a:rPr>
              <a:t>whose</a:t>
            </a:r>
            <a:r>
              <a:rPr lang="de-DE" sz="1600" baseline="30000" dirty="0">
                <a:ea typeface="+mn-lt"/>
                <a:cs typeface="+mn-lt"/>
              </a:rPr>
              <a:t> London </a:t>
            </a:r>
            <a:r>
              <a:rPr lang="de-DE" sz="1600" baseline="30000" err="1">
                <a:ea typeface="+mn-lt"/>
                <a:cs typeface="+mn-lt"/>
              </a:rPr>
              <a:t>home</a:t>
            </a:r>
            <a:r>
              <a:rPr lang="de-DE" sz="1600" baseline="30000" dirty="0">
                <a:ea typeface="+mn-lt"/>
                <a:cs typeface="+mn-lt"/>
              </a:rPr>
              <a:t> was </a:t>
            </a:r>
            <a:r>
              <a:rPr lang="de-DE" sz="1600" baseline="30000" err="1">
                <a:ea typeface="+mn-lt"/>
                <a:cs typeface="+mn-lt"/>
              </a:rPr>
              <a:t>near</a:t>
            </a:r>
            <a:r>
              <a:rPr lang="de-DE" sz="1600" baseline="30000" dirty="0">
                <a:ea typeface="+mn-lt"/>
                <a:cs typeface="+mn-lt"/>
              </a:rPr>
              <a:t> </a:t>
            </a:r>
            <a:r>
              <a:rPr lang="de-DE" sz="1600" baseline="30000" err="1">
                <a:ea typeface="+mn-lt"/>
                <a:cs typeface="+mn-lt"/>
              </a:rPr>
              <a:t>to</a:t>
            </a:r>
            <a:r>
              <a:rPr lang="de-DE" sz="1600" baseline="30000" dirty="0">
                <a:ea typeface="+mn-lt"/>
                <a:cs typeface="+mn-lt"/>
              </a:rPr>
              <a:t> St Mary-at-Hill.</a:t>
            </a:r>
            <a:r>
              <a:rPr lang="de-DE" sz="1600" baseline="30000" dirty="0">
                <a:ea typeface="+mn-lt"/>
                <a:cs typeface="+mn-lt"/>
                <a:hlinkClick r:id="rId6"/>
              </a:rPr>
              <a:t>[22]</a:t>
            </a:r>
            <a:r>
              <a:rPr lang="de-DE" sz="1600" baseline="30000" dirty="0">
                <a:ea typeface="+mn-lt"/>
                <a:cs typeface="+mn-lt"/>
              </a:rPr>
              <a:t> At Waltham, Tallis </a:t>
            </a:r>
            <a:r>
              <a:rPr lang="de-DE" sz="1600" baseline="30000" err="1">
                <a:ea typeface="+mn-lt"/>
                <a:cs typeface="+mn-lt"/>
              </a:rPr>
              <a:t>became</a:t>
            </a:r>
            <a:r>
              <a:rPr lang="de-DE" sz="1600" baseline="30000" dirty="0">
                <a:ea typeface="+mn-lt"/>
                <a:cs typeface="+mn-lt"/>
              </a:rPr>
              <a:t> a </a:t>
            </a:r>
            <a:r>
              <a:rPr lang="de-DE" sz="1600" baseline="30000" err="1">
                <a:ea typeface="+mn-lt"/>
                <a:cs typeface="+mn-lt"/>
              </a:rPr>
              <a:t>senior</a:t>
            </a:r>
            <a:r>
              <a:rPr lang="de-DE" sz="1600" baseline="30000" dirty="0">
                <a:ea typeface="+mn-lt"/>
                <a:cs typeface="+mn-lt"/>
              </a:rPr>
              <a:t> </a:t>
            </a:r>
            <a:r>
              <a:rPr lang="de-DE" sz="1600" baseline="30000" err="1">
                <a:ea typeface="+mn-lt"/>
                <a:cs typeface="+mn-lt"/>
              </a:rPr>
              <a:t>member</a:t>
            </a:r>
            <a:r>
              <a:rPr lang="de-DE" sz="1600" baseline="30000" dirty="0">
                <a:ea typeface="+mn-lt"/>
                <a:cs typeface="+mn-lt"/>
              </a:rPr>
              <a:t>.</a:t>
            </a:r>
            <a:r>
              <a:rPr lang="de-DE" sz="1600" baseline="30000" dirty="0">
                <a:ea typeface="+mn-lt"/>
                <a:cs typeface="+mn-lt"/>
                <a:hlinkClick r:id="rId5"/>
              </a:rPr>
              <a:t>[21]</a:t>
            </a:r>
            <a:r>
              <a:rPr lang="de-DE" sz="1600" baseline="30000" dirty="0">
                <a:ea typeface="+mn-lt"/>
                <a:cs typeface="+mn-lt"/>
              </a:rPr>
              <a:t> </a:t>
            </a:r>
            <a:r>
              <a:rPr lang="de-DE" sz="1600" baseline="30000" err="1">
                <a:ea typeface="+mn-lt"/>
                <a:cs typeface="+mn-lt"/>
              </a:rPr>
              <a:t>When</a:t>
            </a:r>
            <a:r>
              <a:rPr lang="de-DE" sz="1600" baseline="30000" dirty="0">
                <a:ea typeface="+mn-lt"/>
                <a:cs typeface="+mn-lt"/>
              </a:rPr>
              <a:t> </a:t>
            </a:r>
            <a:r>
              <a:rPr lang="de-DE" sz="1600" baseline="30000" err="1">
                <a:ea typeface="+mn-lt"/>
                <a:cs typeface="+mn-lt"/>
              </a:rPr>
              <a:t>the</a:t>
            </a:r>
            <a:r>
              <a:rPr lang="de-DE" sz="1600" baseline="30000" dirty="0">
                <a:ea typeface="+mn-lt"/>
                <a:cs typeface="+mn-lt"/>
              </a:rPr>
              <a:t> </a:t>
            </a:r>
            <a:r>
              <a:rPr lang="de-DE" sz="1600" baseline="30000" err="1">
                <a:ea typeface="+mn-lt"/>
                <a:cs typeface="+mn-lt"/>
              </a:rPr>
              <a:t>abbey</a:t>
            </a:r>
            <a:r>
              <a:rPr lang="de-DE" sz="1600" baseline="30000" dirty="0">
                <a:ea typeface="+mn-lt"/>
                <a:cs typeface="+mn-lt"/>
              </a:rPr>
              <a:t>, </a:t>
            </a:r>
            <a:r>
              <a:rPr lang="de-DE" sz="1600" baseline="30000" err="1">
                <a:ea typeface="+mn-lt"/>
                <a:cs typeface="+mn-lt"/>
              </a:rPr>
              <a:t>too</a:t>
            </a:r>
            <a:r>
              <a:rPr lang="de-DE" sz="1600" baseline="30000" dirty="0">
                <a:ea typeface="+mn-lt"/>
                <a:cs typeface="+mn-lt"/>
              </a:rPr>
              <a:t>, was </a:t>
            </a:r>
            <a:r>
              <a:rPr lang="de-DE" sz="1600" baseline="30000" dirty="0">
                <a:ea typeface="+mn-lt"/>
                <a:cs typeface="+mn-lt"/>
                <a:hlinkClick r:id="rId7"/>
              </a:rPr>
              <a:t>dissolved</a:t>
            </a:r>
            <a:r>
              <a:rPr lang="de-DE" sz="1600" baseline="30000" dirty="0">
                <a:ea typeface="+mn-lt"/>
                <a:cs typeface="+mn-lt"/>
              </a:rPr>
              <a:t> in March 1540, Tallis </a:t>
            </a:r>
            <a:r>
              <a:rPr lang="de-DE" sz="1600" baseline="30000" err="1">
                <a:ea typeface="+mn-lt"/>
                <a:cs typeface="+mn-lt"/>
              </a:rPr>
              <a:t>left</a:t>
            </a:r>
            <a:r>
              <a:rPr lang="de-DE" sz="1600" baseline="30000" dirty="0">
                <a:ea typeface="+mn-lt"/>
                <a:cs typeface="+mn-lt"/>
              </a:rPr>
              <a:t> </a:t>
            </a:r>
            <a:r>
              <a:rPr lang="de-DE" sz="1600" baseline="30000" err="1">
                <a:ea typeface="+mn-lt"/>
                <a:cs typeface="+mn-lt"/>
              </a:rPr>
              <a:t>without</a:t>
            </a:r>
            <a:r>
              <a:rPr lang="de-DE" sz="1600" baseline="30000" dirty="0">
                <a:ea typeface="+mn-lt"/>
                <a:cs typeface="+mn-lt"/>
              </a:rPr>
              <a:t> </a:t>
            </a:r>
            <a:r>
              <a:rPr lang="de-DE" sz="1600" baseline="30000" err="1">
                <a:ea typeface="+mn-lt"/>
                <a:cs typeface="+mn-lt"/>
              </a:rPr>
              <a:t>receiving</a:t>
            </a:r>
            <a:r>
              <a:rPr lang="de-DE" sz="1600" baseline="30000" dirty="0">
                <a:ea typeface="+mn-lt"/>
                <a:cs typeface="+mn-lt"/>
              </a:rPr>
              <a:t> a </a:t>
            </a:r>
            <a:r>
              <a:rPr lang="de-DE" sz="1600" baseline="30000" err="1">
                <a:ea typeface="+mn-lt"/>
                <a:cs typeface="+mn-lt"/>
              </a:rPr>
              <a:t>pension</a:t>
            </a:r>
            <a:r>
              <a:rPr lang="de-DE" sz="1600" baseline="30000" dirty="0">
                <a:ea typeface="+mn-lt"/>
                <a:cs typeface="+mn-lt"/>
              </a:rPr>
              <a:t> (</a:t>
            </a:r>
            <a:r>
              <a:rPr lang="de-DE" sz="1600" baseline="30000" err="1">
                <a:ea typeface="+mn-lt"/>
                <a:cs typeface="+mn-lt"/>
              </a:rPr>
              <a:t>since</a:t>
            </a:r>
            <a:r>
              <a:rPr lang="de-DE" sz="1600" baseline="30000" dirty="0">
                <a:ea typeface="+mn-lt"/>
                <a:cs typeface="+mn-lt"/>
              </a:rPr>
              <a:t> he </a:t>
            </a:r>
            <a:r>
              <a:rPr lang="de-DE" sz="1600" baseline="30000" err="1">
                <a:ea typeface="+mn-lt"/>
                <a:cs typeface="+mn-lt"/>
              </a:rPr>
              <a:t>had</a:t>
            </a:r>
            <a:r>
              <a:rPr lang="de-DE" sz="1600" baseline="30000" dirty="0">
                <a:ea typeface="+mn-lt"/>
                <a:cs typeface="+mn-lt"/>
              </a:rPr>
              <a:t> </a:t>
            </a:r>
            <a:r>
              <a:rPr lang="de-DE" sz="1600" baseline="30000" err="1">
                <a:ea typeface="+mn-lt"/>
                <a:cs typeface="+mn-lt"/>
              </a:rPr>
              <a:t>only</a:t>
            </a:r>
            <a:r>
              <a:rPr lang="de-DE" sz="1600" baseline="30000" dirty="0">
                <a:ea typeface="+mn-lt"/>
                <a:cs typeface="+mn-lt"/>
              </a:rPr>
              <a:t> </a:t>
            </a:r>
            <a:r>
              <a:rPr lang="de-DE" sz="1600" baseline="30000" err="1">
                <a:ea typeface="+mn-lt"/>
                <a:cs typeface="+mn-lt"/>
              </a:rPr>
              <a:t>recently</a:t>
            </a:r>
            <a:r>
              <a:rPr lang="de-DE" sz="1600" baseline="30000" dirty="0">
                <a:ea typeface="+mn-lt"/>
                <a:cs typeface="+mn-lt"/>
              </a:rPr>
              <a:t> </a:t>
            </a:r>
            <a:r>
              <a:rPr lang="de-DE" sz="1600" baseline="30000" err="1">
                <a:ea typeface="+mn-lt"/>
                <a:cs typeface="+mn-lt"/>
              </a:rPr>
              <a:t>been</a:t>
            </a:r>
            <a:r>
              <a:rPr lang="de-DE" sz="1600" baseline="30000" dirty="0">
                <a:ea typeface="+mn-lt"/>
                <a:cs typeface="+mn-lt"/>
              </a:rPr>
              <a:t> </a:t>
            </a:r>
            <a:r>
              <a:rPr lang="de-DE" sz="1600" baseline="30000" err="1">
                <a:ea typeface="+mn-lt"/>
                <a:cs typeface="+mn-lt"/>
              </a:rPr>
              <a:t>employed</a:t>
            </a:r>
            <a:r>
              <a:rPr lang="de-DE" sz="1600" baseline="30000" dirty="0">
                <a:ea typeface="+mn-lt"/>
                <a:cs typeface="+mn-lt"/>
              </a:rPr>
              <a:t> </a:t>
            </a:r>
            <a:r>
              <a:rPr lang="de-DE" sz="1600" baseline="30000" err="1">
                <a:ea typeface="+mn-lt"/>
                <a:cs typeface="+mn-lt"/>
              </a:rPr>
              <a:t>there</a:t>
            </a:r>
            <a:r>
              <a:rPr lang="de-DE" sz="1600" baseline="30000" dirty="0">
                <a:ea typeface="+mn-lt"/>
                <a:cs typeface="+mn-lt"/>
              </a:rPr>
              <a:t>), and was </a:t>
            </a:r>
            <a:r>
              <a:rPr lang="de-DE" sz="1600" baseline="30000" err="1">
                <a:ea typeface="+mn-lt"/>
                <a:cs typeface="+mn-lt"/>
              </a:rPr>
              <a:t>instead</a:t>
            </a:r>
            <a:r>
              <a:rPr lang="de-DE" sz="1600" baseline="30000" dirty="0">
                <a:ea typeface="+mn-lt"/>
                <a:cs typeface="+mn-lt"/>
              </a:rPr>
              <a:t> </a:t>
            </a:r>
            <a:r>
              <a:rPr lang="de-DE" sz="1600" baseline="30000" err="1">
                <a:ea typeface="+mn-lt"/>
                <a:cs typeface="+mn-lt"/>
              </a:rPr>
              <a:t>given</a:t>
            </a:r>
            <a:r>
              <a:rPr lang="de-DE" sz="1600" baseline="30000" dirty="0">
                <a:ea typeface="+mn-lt"/>
                <a:cs typeface="+mn-lt"/>
              </a:rPr>
              <a:t> a </a:t>
            </a:r>
            <a:r>
              <a:rPr lang="de-DE" sz="1600" baseline="30000" err="1">
                <a:ea typeface="+mn-lt"/>
                <a:cs typeface="+mn-lt"/>
              </a:rPr>
              <a:t>one</a:t>
            </a:r>
            <a:r>
              <a:rPr lang="de-DE" sz="1600" baseline="30000" dirty="0">
                <a:ea typeface="+mn-lt"/>
                <a:cs typeface="+mn-lt"/>
              </a:rPr>
              <a:t>-off </a:t>
            </a:r>
            <a:r>
              <a:rPr lang="de-DE" sz="1600" baseline="30000" err="1">
                <a:ea typeface="+mn-lt"/>
                <a:cs typeface="+mn-lt"/>
              </a:rPr>
              <a:t>payment</a:t>
            </a:r>
            <a:r>
              <a:rPr lang="de-DE" sz="1600" baseline="30000" dirty="0">
                <a:ea typeface="+mn-lt"/>
                <a:cs typeface="+mn-lt"/>
              </a:rPr>
              <a:t> </a:t>
            </a:r>
            <a:r>
              <a:rPr lang="de-DE" sz="1600" baseline="30000" err="1">
                <a:ea typeface="+mn-lt"/>
                <a:cs typeface="+mn-lt"/>
              </a:rPr>
              <a:t>of</a:t>
            </a:r>
            <a:r>
              <a:rPr lang="de-DE" sz="1600" baseline="30000" dirty="0">
                <a:ea typeface="+mn-lt"/>
                <a:cs typeface="+mn-lt"/>
              </a:rPr>
              <a:t> 40 </a:t>
            </a:r>
            <a:r>
              <a:rPr lang="de-DE" sz="1600" baseline="30000" dirty="0">
                <a:ea typeface="+mn-lt"/>
                <a:cs typeface="+mn-lt"/>
                <a:hlinkClick r:id="rId8"/>
              </a:rPr>
              <a:t>shillings</a:t>
            </a:r>
            <a:r>
              <a:rPr lang="de-DE" sz="1600" baseline="30000" dirty="0">
                <a:ea typeface="+mn-lt"/>
                <a:cs typeface="+mn-lt"/>
              </a:rPr>
              <a:t>. He </a:t>
            </a:r>
            <a:r>
              <a:rPr lang="de-DE" sz="1600" baseline="30000" err="1">
                <a:ea typeface="+mn-lt"/>
                <a:cs typeface="+mn-lt"/>
              </a:rPr>
              <a:t>took</a:t>
            </a:r>
            <a:r>
              <a:rPr lang="de-DE" sz="1600" baseline="30000" dirty="0">
                <a:ea typeface="+mn-lt"/>
                <a:cs typeface="+mn-lt"/>
              </a:rPr>
              <a:t> </a:t>
            </a:r>
            <a:r>
              <a:rPr lang="de-DE" sz="1600" baseline="30000" err="1">
                <a:ea typeface="+mn-lt"/>
                <a:cs typeface="+mn-lt"/>
              </a:rPr>
              <a:t>away</a:t>
            </a:r>
            <a:r>
              <a:rPr lang="de-DE" sz="1600" baseline="30000" dirty="0">
                <a:ea typeface="+mn-lt"/>
                <a:cs typeface="+mn-lt"/>
              </a:rPr>
              <a:t> a </a:t>
            </a:r>
            <a:r>
              <a:rPr lang="de-DE" sz="1600" baseline="30000" err="1">
                <a:ea typeface="+mn-lt"/>
                <a:cs typeface="+mn-lt"/>
              </a:rPr>
              <a:t>volume</a:t>
            </a:r>
            <a:r>
              <a:rPr lang="de-DE" sz="1600" baseline="30000" dirty="0">
                <a:ea typeface="+mn-lt"/>
                <a:cs typeface="+mn-lt"/>
              </a:rPr>
              <a:t> </a:t>
            </a:r>
            <a:r>
              <a:rPr lang="de-DE" sz="1600" baseline="30000" err="1">
                <a:ea typeface="+mn-lt"/>
                <a:cs typeface="+mn-lt"/>
              </a:rPr>
              <a:t>of</a:t>
            </a:r>
            <a:r>
              <a:rPr lang="de-DE" sz="1600" baseline="30000" dirty="0">
                <a:ea typeface="+mn-lt"/>
                <a:cs typeface="+mn-lt"/>
              </a:rPr>
              <a:t> </a:t>
            </a:r>
            <a:r>
              <a:rPr lang="de-DE" sz="1600" baseline="30000" err="1">
                <a:ea typeface="+mn-lt"/>
                <a:cs typeface="+mn-lt"/>
              </a:rPr>
              <a:t>musical</a:t>
            </a:r>
            <a:r>
              <a:rPr lang="de-DE" sz="1600" baseline="30000" dirty="0">
                <a:ea typeface="+mn-lt"/>
                <a:cs typeface="+mn-lt"/>
              </a:rPr>
              <a:t> </a:t>
            </a:r>
            <a:r>
              <a:rPr lang="de-DE" sz="1600" baseline="30000" err="1">
                <a:ea typeface="+mn-lt"/>
                <a:cs typeface="+mn-lt"/>
              </a:rPr>
              <a:t>treatises</a:t>
            </a:r>
            <a:r>
              <a:rPr lang="de-DE" sz="1600" baseline="30000" dirty="0">
                <a:ea typeface="+mn-lt"/>
                <a:cs typeface="+mn-lt"/>
              </a:rPr>
              <a:t> </a:t>
            </a:r>
            <a:r>
              <a:rPr lang="de-DE" sz="1600" baseline="30000" err="1">
                <a:ea typeface="+mn-lt"/>
                <a:cs typeface="+mn-lt"/>
              </a:rPr>
              <a:t>copied</a:t>
            </a:r>
            <a:r>
              <a:rPr lang="de-DE" sz="1600" baseline="30000" dirty="0">
                <a:ea typeface="+mn-lt"/>
                <a:cs typeface="+mn-lt"/>
              </a:rPr>
              <a:t> </a:t>
            </a:r>
            <a:r>
              <a:rPr lang="de-DE" sz="1600" baseline="30000" err="1">
                <a:ea typeface="+mn-lt"/>
                <a:cs typeface="+mn-lt"/>
              </a:rPr>
              <a:t>by</a:t>
            </a:r>
            <a:r>
              <a:rPr lang="de-DE" sz="1600" baseline="30000" dirty="0">
                <a:ea typeface="+mn-lt"/>
                <a:cs typeface="+mn-lt"/>
              </a:rPr>
              <a:t> </a:t>
            </a:r>
            <a:r>
              <a:rPr lang="de-DE" sz="1600" baseline="30000" dirty="0">
                <a:ea typeface="+mn-lt"/>
                <a:cs typeface="+mn-lt"/>
                <a:hlinkClick r:id="rId9"/>
              </a:rPr>
              <a:t>John Wylde</a:t>
            </a:r>
            <a:r>
              <a:rPr lang="de-DE" sz="1600" baseline="30000" dirty="0">
                <a:ea typeface="+mn-lt"/>
                <a:cs typeface="+mn-lt"/>
              </a:rPr>
              <a:t>, </a:t>
            </a:r>
            <a:r>
              <a:rPr lang="de-DE" sz="1600" baseline="30000" err="1">
                <a:ea typeface="+mn-lt"/>
                <a:cs typeface="+mn-lt"/>
              </a:rPr>
              <a:t>once</a:t>
            </a:r>
            <a:r>
              <a:rPr lang="de-DE" sz="1600" baseline="30000" dirty="0">
                <a:ea typeface="+mn-lt"/>
                <a:cs typeface="+mn-lt"/>
              </a:rPr>
              <a:t> a </a:t>
            </a:r>
            <a:r>
              <a:rPr lang="de-DE" sz="1600" baseline="30000" dirty="0">
                <a:ea typeface="+mn-lt"/>
                <a:cs typeface="+mn-lt"/>
                <a:hlinkClick r:id="rId10"/>
              </a:rPr>
              <a:t>preceptor</a:t>
            </a:r>
            <a:r>
              <a:rPr lang="de-DE" sz="1600" baseline="30000" dirty="0">
                <a:ea typeface="+mn-lt"/>
                <a:cs typeface="+mn-lt"/>
              </a:rPr>
              <a:t> at Waltham. </a:t>
            </a:r>
            <a:r>
              <a:rPr lang="de-DE" sz="1600" baseline="30000" err="1">
                <a:ea typeface="+mn-lt"/>
                <a:cs typeface="+mn-lt"/>
              </a:rPr>
              <a:t>Among</a:t>
            </a:r>
            <a:r>
              <a:rPr lang="de-DE" sz="1600" baseline="30000" dirty="0">
                <a:ea typeface="+mn-lt"/>
                <a:cs typeface="+mn-lt"/>
              </a:rPr>
              <a:t> </a:t>
            </a:r>
            <a:r>
              <a:rPr lang="de-DE" sz="1600" baseline="30000" err="1">
                <a:ea typeface="+mn-lt"/>
                <a:cs typeface="+mn-lt"/>
              </a:rPr>
              <a:t>its</a:t>
            </a:r>
            <a:r>
              <a:rPr lang="de-DE" sz="1600" baseline="30000" dirty="0">
                <a:ea typeface="+mn-lt"/>
                <a:cs typeface="+mn-lt"/>
              </a:rPr>
              <a:t> </a:t>
            </a:r>
            <a:r>
              <a:rPr lang="de-DE" sz="1600" baseline="30000" err="1">
                <a:ea typeface="+mn-lt"/>
                <a:cs typeface="+mn-lt"/>
              </a:rPr>
              <a:t>contents</a:t>
            </a:r>
            <a:r>
              <a:rPr lang="de-DE" sz="1600" baseline="30000" dirty="0">
                <a:ea typeface="+mn-lt"/>
                <a:cs typeface="+mn-lt"/>
              </a:rPr>
              <a:t> was a </a:t>
            </a:r>
            <a:r>
              <a:rPr lang="de-DE" sz="1600" baseline="30000" dirty="0">
                <a:ea typeface="+mn-lt"/>
                <a:cs typeface="+mn-lt"/>
                <a:hlinkClick r:id="rId11"/>
              </a:rPr>
              <a:t>treatise</a:t>
            </a:r>
            <a:r>
              <a:rPr lang="de-DE" sz="1600" baseline="30000" dirty="0">
                <a:ea typeface="+mn-lt"/>
                <a:cs typeface="+mn-lt"/>
              </a:rPr>
              <a:t> </a:t>
            </a:r>
            <a:r>
              <a:rPr lang="de-DE" sz="1600" baseline="30000" err="1">
                <a:ea typeface="+mn-lt"/>
                <a:cs typeface="+mn-lt"/>
              </a:rPr>
              <a:t>by</a:t>
            </a:r>
            <a:r>
              <a:rPr lang="de-DE" sz="1600" baseline="30000" dirty="0">
                <a:ea typeface="+mn-lt"/>
                <a:cs typeface="+mn-lt"/>
              </a:rPr>
              <a:t> </a:t>
            </a:r>
            <a:r>
              <a:rPr lang="de-DE" sz="1600" baseline="30000" dirty="0">
                <a:ea typeface="+mn-lt"/>
                <a:cs typeface="+mn-lt"/>
                <a:hlinkClick r:id="rId12"/>
              </a:rPr>
              <a:t>Leonel Power</a:t>
            </a:r>
            <a:r>
              <a:rPr lang="de-DE" sz="1600" baseline="30000" dirty="0">
                <a:ea typeface="+mn-lt"/>
                <a:cs typeface="+mn-lt"/>
              </a:rPr>
              <a:t> </a:t>
            </a:r>
            <a:r>
              <a:rPr lang="de-DE" sz="1600" baseline="30000" err="1">
                <a:ea typeface="+mn-lt"/>
                <a:cs typeface="+mn-lt"/>
              </a:rPr>
              <a:t>that</a:t>
            </a:r>
            <a:r>
              <a:rPr lang="de-DE" sz="1600" baseline="30000" dirty="0">
                <a:ea typeface="+mn-lt"/>
                <a:cs typeface="+mn-lt"/>
              </a:rPr>
              <a:t> </a:t>
            </a:r>
            <a:r>
              <a:rPr lang="de-DE" sz="1600" baseline="30000" err="1">
                <a:ea typeface="+mn-lt"/>
                <a:cs typeface="+mn-lt"/>
              </a:rPr>
              <a:t>prohibited</a:t>
            </a:r>
            <a:r>
              <a:rPr lang="de-DE" sz="1600" baseline="30000" dirty="0">
                <a:ea typeface="+mn-lt"/>
                <a:cs typeface="+mn-lt"/>
              </a:rPr>
              <a:t> </a:t>
            </a:r>
            <a:r>
              <a:rPr lang="de-DE" sz="1600" baseline="30000" err="1">
                <a:ea typeface="+mn-lt"/>
                <a:cs typeface="+mn-lt"/>
              </a:rPr>
              <a:t>consecutive</a:t>
            </a:r>
            <a:r>
              <a:rPr lang="de-DE" sz="1600" baseline="30000" dirty="0">
                <a:ea typeface="+mn-lt"/>
                <a:cs typeface="+mn-lt"/>
              </a:rPr>
              <a:t> </a:t>
            </a:r>
            <a:r>
              <a:rPr lang="de-DE" sz="1600" baseline="30000" dirty="0">
                <a:ea typeface="+mn-lt"/>
                <a:cs typeface="+mn-lt"/>
                <a:hlinkClick r:id="rId13"/>
              </a:rPr>
              <a:t>unisons</a:t>
            </a:r>
            <a:r>
              <a:rPr lang="de-DE" sz="1600" baseline="30000" dirty="0">
                <a:ea typeface="+mn-lt"/>
                <a:cs typeface="+mn-lt"/>
              </a:rPr>
              <a:t>, </a:t>
            </a:r>
            <a:r>
              <a:rPr lang="de-DE" sz="1600" baseline="30000" dirty="0">
                <a:ea typeface="+mn-lt"/>
                <a:cs typeface="+mn-lt"/>
                <a:hlinkClick r:id="rId14"/>
              </a:rPr>
              <a:t>fifths</a:t>
            </a:r>
            <a:r>
              <a:rPr lang="de-DE" sz="1600" baseline="30000" dirty="0">
                <a:ea typeface="+mn-lt"/>
                <a:cs typeface="+mn-lt"/>
              </a:rPr>
              <a:t>, and </a:t>
            </a:r>
            <a:r>
              <a:rPr lang="de-DE" sz="1600" baseline="30000" dirty="0">
                <a:ea typeface="+mn-lt"/>
                <a:cs typeface="+mn-lt"/>
                <a:hlinkClick r:id="rId15"/>
              </a:rPr>
              <a:t>octaves</a:t>
            </a:r>
            <a:r>
              <a:rPr lang="de-DE" sz="1600" baseline="30000" dirty="0">
                <a:ea typeface="+mn-lt"/>
                <a:cs typeface="+mn-lt"/>
              </a:rPr>
              <a:t>; </a:t>
            </a:r>
            <a:r>
              <a:rPr lang="de-DE" sz="1600" baseline="30000" err="1">
                <a:ea typeface="+mn-lt"/>
                <a:cs typeface="+mn-lt"/>
              </a:rPr>
              <a:t>the</a:t>
            </a:r>
            <a:r>
              <a:rPr lang="de-DE" sz="1600" baseline="30000" dirty="0">
                <a:ea typeface="+mn-lt"/>
                <a:cs typeface="+mn-lt"/>
              </a:rPr>
              <a:t> last </a:t>
            </a:r>
            <a:r>
              <a:rPr lang="de-DE" sz="1600" baseline="30000" err="1">
                <a:ea typeface="+mn-lt"/>
                <a:cs typeface="+mn-lt"/>
              </a:rPr>
              <a:t>page</a:t>
            </a:r>
            <a:r>
              <a:rPr lang="de-DE" sz="1600" baseline="30000" dirty="0">
                <a:ea typeface="+mn-lt"/>
                <a:cs typeface="+mn-lt"/>
              </a:rPr>
              <a:t> </a:t>
            </a:r>
            <a:r>
              <a:rPr lang="de-DE" sz="1600" baseline="30000" err="1">
                <a:ea typeface="+mn-lt"/>
                <a:cs typeface="+mn-lt"/>
              </a:rPr>
              <a:t>is</a:t>
            </a:r>
            <a:r>
              <a:rPr lang="de-DE" sz="1600" baseline="30000" dirty="0">
                <a:ea typeface="+mn-lt"/>
                <a:cs typeface="+mn-lt"/>
              </a:rPr>
              <a:t> </a:t>
            </a:r>
            <a:r>
              <a:rPr lang="de-DE" sz="1600" baseline="30000" err="1">
                <a:ea typeface="+mn-lt"/>
                <a:cs typeface="+mn-lt"/>
              </a:rPr>
              <a:t>inscribed</a:t>
            </a:r>
            <a:r>
              <a:rPr lang="de-DE" sz="1600" baseline="30000" dirty="0">
                <a:ea typeface="+mn-lt"/>
                <a:cs typeface="+mn-lt"/>
              </a:rPr>
              <a:t> </a:t>
            </a:r>
            <a:r>
              <a:rPr lang="de-DE" sz="1600" baseline="30000" err="1">
                <a:ea typeface="+mn-lt"/>
                <a:cs typeface="+mn-lt"/>
              </a:rPr>
              <a:t>with</a:t>
            </a:r>
            <a:r>
              <a:rPr lang="de-DE" sz="1600" baseline="30000" dirty="0">
                <a:ea typeface="+mn-lt"/>
                <a:cs typeface="+mn-lt"/>
              </a:rPr>
              <a:t> </a:t>
            </a:r>
            <a:r>
              <a:rPr lang="de-DE" sz="1600" baseline="30000" err="1">
                <a:ea typeface="+mn-lt"/>
                <a:cs typeface="+mn-lt"/>
              </a:rPr>
              <a:t>his</a:t>
            </a:r>
            <a:r>
              <a:rPr lang="de-DE" sz="1600" baseline="30000" dirty="0">
                <a:ea typeface="+mn-lt"/>
                <a:cs typeface="+mn-lt"/>
              </a:rPr>
              <a:t> </a:t>
            </a:r>
            <a:r>
              <a:rPr lang="de-DE" sz="1600" baseline="30000" err="1">
                <a:ea typeface="+mn-lt"/>
                <a:cs typeface="+mn-lt"/>
              </a:rPr>
              <a:t>name</a:t>
            </a:r>
            <a:r>
              <a:rPr lang="de-DE" sz="1600" baseline="30000" dirty="0">
                <a:ea typeface="+mn-lt"/>
                <a:cs typeface="+mn-lt"/>
              </a:rPr>
              <a:t>.</a:t>
            </a:r>
            <a:r>
              <a:rPr lang="de-DE" sz="1600" baseline="30000" dirty="0">
                <a:ea typeface="+mn-lt"/>
                <a:cs typeface="+mn-lt"/>
                <a:hlinkClick r:id="rId5"/>
              </a:rPr>
              <a:t>[</a:t>
            </a:r>
            <a:r>
              <a:rPr lang="de-DE" sz="1600" baseline="30000" dirty="0">
                <a:ea typeface="+mn-lt"/>
                <a:cs typeface="+mn-lt"/>
                <a:hlinkClick r:id="rId5"/>
              </a:rPr>
              <a:t>11</a:t>
            </a:r>
            <a:r>
              <a:rPr lang="de-DE" sz="1600" baseline="30000" dirty="0">
                <a:ea typeface="+mn-lt"/>
                <a:cs typeface="+mn-lt"/>
                <a:hlinkClick r:id="rId5"/>
              </a:rPr>
              <a:t>][6</a:t>
            </a:r>
            <a:r>
              <a:rPr lang="de-DE" sz="1600" baseline="30000" dirty="0">
                <a:ea typeface="+mn-lt"/>
                <a:cs typeface="+mn-lt"/>
                <a:hlinkClick r:id="rId5"/>
              </a:rPr>
              <a:t>]</a:t>
            </a:r>
            <a:endParaRPr lang="de-DE" sz="1600" baseline="30000" dirty="0"/>
          </a:p>
          <a:p>
            <a:pPr>
              <a:lnSpc>
                <a:spcPct val="100000"/>
              </a:lnSpc>
            </a:pPr>
            <a:r>
              <a:rPr lang="de-DE" sz="1600" baseline="30000" dirty="0">
                <a:ea typeface="+mn-lt"/>
                <a:cs typeface="+mn-lt"/>
              </a:rPr>
              <a:t>By </a:t>
            </a:r>
            <a:r>
              <a:rPr lang="de-DE" sz="1600" baseline="30000" err="1">
                <a:ea typeface="+mn-lt"/>
                <a:cs typeface="+mn-lt"/>
              </a:rPr>
              <a:t>the</a:t>
            </a:r>
            <a:r>
              <a:rPr lang="de-DE" sz="1600" baseline="30000" dirty="0">
                <a:ea typeface="+mn-lt"/>
                <a:cs typeface="+mn-lt"/>
              </a:rPr>
              <a:t> </a:t>
            </a:r>
            <a:r>
              <a:rPr lang="de-DE" sz="1600" baseline="30000" err="1">
                <a:ea typeface="+mn-lt"/>
                <a:cs typeface="+mn-lt"/>
              </a:rPr>
              <a:t>summer</a:t>
            </a:r>
            <a:r>
              <a:rPr lang="de-DE" sz="1600" baseline="30000" dirty="0">
                <a:ea typeface="+mn-lt"/>
                <a:cs typeface="+mn-lt"/>
              </a:rPr>
              <a:t> </a:t>
            </a:r>
            <a:r>
              <a:rPr lang="de-DE" sz="1600" baseline="30000" err="1">
                <a:ea typeface="+mn-lt"/>
                <a:cs typeface="+mn-lt"/>
              </a:rPr>
              <a:t>of</a:t>
            </a:r>
            <a:r>
              <a:rPr lang="de-DE" sz="1600" baseline="30000" dirty="0">
                <a:ea typeface="+mn-lt"/>
                <a:cs typeface="+mn-lt"/>
              </a:rPr>
              <a:t> 1540 Tallis </a:t>
            </a:r>
            <a:r>
              <a:rPr lang="de-DE" sz="1600" baseline="30000" err="1">
                <a:ea typeface="+mn-lt"/>
                <a:cs typeface="+mn-lt"/>
              </a:rPr>
              <a:t>had</a:t>
            </a:r>
            <a:r>
              <a:rPr lang="de-DE" sz="1600" baseline="30000" dirty="0">
                <a:ea typeface="+mn-lt"/>
                <a:cs typeface="+mn-lt"/>
              </a:rPr>
              <a:t> </a:t>
            </a:r>
            <a:r>
              <a:rPr lang="de-DE" sz="1600" baseline="30000" err="1">
                <a:ea typeface="+mn-lt"/>
                <a:cs typeface="+mn-lt"/>
              </a:rPr>
              <a:t>moved</a:t>
            </a:r>
            <a:r>
              <a:rPr lang="de-DE" sz="1600" baseline="30000" dirty="0">
                <a:ea typeface="+mn-lt"/>
                <a:cs typeface="+mn-lt"/>
              </a:rPr>
              <a:t> </a:t>
            </a:r>
            <a:r>
              <a:rPr lang="de-DE" sz="1600" baseline="30000" err="1">
                <a:ea typeface="+mn-lt"/>
                <a:cs typeface="+mn-lt"/>
              </a:rPr>
              <a:t>to</a:t>
            </a:r>
            <a:r>
              <a:rPr lang="de-DE" sz="1600" baseline="30000" dirty="0">
                <a:ea typeface="+mn-lt"/>
                <a:cs typeface="+mn-lt"/>
              </a:rPr>
              <a:t> </a:t>
            </a:r>
            <a:r>
              <a:rPr lang="de-DE" sz="1600" baseline="30000" err="1">
                <a:ea typeface="+mn-lt"/>
                <a:cs typeface="+mn-lt"/>
              </a:rPr>
              <a:t>the</a:t>
            </a:r>
            <a:r>
              <a:rPr lang="de-DE" sz="1600" baseline="30000" dirty="0">
                <a:ea typeface="+mn-lt"/>
                <a:cs typeface="+mn-lt"/>
              </a:rPr>
              <a:t> </a:t>
            </a:r>
            <a:r>
              <a:rPr lang="de-DE" sz="1600" baseline="30000" err="1">
                <a:ea typeface="+mn-lt"/>
                <a:cs typeface="+mn-lt"/>
              </a:rPr>
              <a:t>formerly</a:t>
            </a:r>
            <a:r>
              <a:rPr lang="de-DE" sz="1600" baseline="30000" dirty="0">
                <a:ea typeface="+mn-lt"/>
                <a:cs typeface="+mn-lt"/>
              </a:rPr>
              <a:t> </a:t>
            </a:r>
            <a:r>
              <a:rPr lang="de-DE" sz="1600" baseline="30000" err="1">
                <a:ea typeface="+mn-lt"/>
                <a:cs typeface="+mn-lt"/>
              </a:rPr>
              <a:t>monastic</a:t>
            </a:r>
            <a:r>
              <a:rPr lang="de-DE" sz="1600" baseline="30000" dirty="0">
                <a:ea typeface="+mn-lt"/>
                <a:cs typeface="+mn-lt"/>
              </a:rPr>
              <a:t> but </a:t>
            </a:r>
            <a:r>
              <a:rPr lang="de-DE" sz="1600" baseline="30000" err="1">
                <a:ea typeface="+mn-lt"/>
                <a:cs typeface="+mn-lt"/>
              </a:rPr>
              <a:t>recently</a:t>
            </a:r>
            <a:r>
              <a:rPr lang="de-DE" sz="1600" baseline="30000" dirty="0">
                <a:ea typeface="+mn-lt"/>
                <a:cs typeface="+mn-lt"/>
              </a:rPr>
              <a:t> </a:t>
            </a:r>
            <a:r>
              <a:rPr lang="de-DE" sz="1600" baseline="30000" dirty="0">
                <a:ea typeface="+mn-lt"/>
                <a:cs typeface="+mn-lt"/>
                <a:hlinkClick r:id="rId16"/>
              </a:rPr>
              <a:t>secularised</a:t>
            </a:r>
            <a:r>
              <a:rPr lang="de-DE" sz="1600" baseline="30000" dirty="0">
                <a:ea typeface="+mn-lt"/>
                <a:cs typeface="+mn-lt"/>
              </a:rPr>
              <a:t> </a:t>
            </a:r>
            <a:r>
              <a:rPr lang="de-DE" sz="1600" baseline="30000" dirty="0">
                <a:ea typeface="+mn-lt"/>
                <a:cs typeface="+mn-lt"/>
                <a:hlinkClick r:id="rId17"/>
              </a:rPr>
              <a:t>Canterbury Cathedral</a:t>
            </a:r>
            <a:r>
              <a:rPr lang="de-DE" sz="1600" baseline="30000" dirty="0">
                <a:ea typeface="+mn-lt"/>
                <a:cs typeface="+mn-lt"/>
              </a:rPr>
              <a:t>, </a:t>
            </a:r>
            <a:r>
              <a:rPr lang="de-DE" sz="1600" baseline="30000" err="1">
                <a:ea typeface="+mn-lt"/>
                <a:cs typeface="+mn-lt"/>
              </a:rPr>
              <a:t>where</a:t>
            </a:r>
            <a:r>
              <a:rPr lang="de-DE" sz="1600" baseline="30000" dirty="0">
                <a:ea typeface="+mn-lt"/>
                <a:cs typeface="+mn-lt"/>
              </a:rPr>
              <a:t> </a:t>
            </a:r>
            <a:r>
              <a:rPr lang="de-DE" sz="1600" baseline="30000" err="1">
                <a:ea typeface="+mn-lt"/>
                <a:cs typeface="+mn-lt"/>
              </a:rPr>
              <a:t>his</a:t>
            </a:r>
            <a:r>
              <a:rPr lang="de-DE" sz="1600" baseline="30000" dirty="0">
                <a:ea typeface="+mn-lt"/>
                <a:cs typeface="+mn-lt"/>
              </a:rPr>
              <a:t> </a:t>
            </a:r>
            <a:r>
              <a:rPr lang="de-DE" sz="1600" baseline="30000" err="1">
                <a:ea typeface="+mn-lt"/>
                <a:cs typeface="+mn-lt"/>
              </a:rPr>
              <a:t>name</a:t>
            </a:r>
            <a:r>
              <a:rPr lang="de-DE" sz="1600" baseline="30000" dirty="0">
                <a:ea typeface="+mn-lt"/>
                <a:cs typeface="+mn-lt"/>
              </a:rPr>
              <a:t> </a:t>
            </a:r>
            <a:r>
              <a:rPr lang="de-DE" sz="1600" baseline="30000" err="1">
                <a:ea typeface="+mn-lt"/>
                <a:cs typeface="+mn-lt"/>
              </a:rPr>
              <a:t>heads</a:t>
            </a:r>
            <a:r>
              <a:rPr lang="de-DE" sz="1600" baseline="30000" dirty="0">
                <a:ea typeface="+mn-lt"/>
                <a:cs typeface="+mn-lt"/>
              </a:rPr>
              <a:t> </a:t>
            </a:r>
            <a:r>
              <a:rPr lang="de-DE" sz="1600" baseline="30000" err="1">
                <a:ea typeface="+mn-lt"/>
                <a:cs typeface="+mn-lt"/>
              </a:rPr>
              <a:t>the</a:t>
            </a:r>
            <a:r>
              <a:rPr lang="de-DE" sz="1600" baseline="30000" dirty="0">
                <a:ea typeface="+mn-lt"/>
                <a:cs typeface="+mn-lt"/>
              </a:rPr>
              <a:t> </a:t>
            </a:r>
            <a:r>
              <a:rPr lang="de-DE" sz="1600" baseline="30000" err="1">
                <a:ea typeface="+mn-lt"/>
                <a:cs typeface="+mn-lt"/>
              </a:rPr>
              <a:t>list</a:t>
            </a:r>
            <a:r>
              <a:rPr lang="de-DE" sz="1600" baseline="30000" dirty="0">
                <a:ea typeface="+mn-lt"/>
                <a:cs typeface="+mn-lt"/>
              </a:rPr>
              <a:t> </a:t>
            </a:r>
            <a:r>
              <a:rPr lang="de-DE" sz="1600" baseline="30000" err="1">
                <a:ea typeface="+mn-lt"/>
                <a:cs typeface="+mn-lt"/>
              </a:rPr>
              <a:t>of</a:t>
            </a:r>
            <a:r>
              <a:rPr lang="de-DE" sz="1600" baseline="30000" dirty="0">
                <a:ea typeface="+mn-lt"/>
                <a:cs typeface="+mn-lt"/>
              </a:rPr>
              <a:t> </a:t>
            </a:r>
            <a:r>
              <a:rPr lang="de-DE" sz="1600" baseline="30000" err="1">
                <a:ea typeface="+mn-lt"/>
                <a:cs typeface="+mn-lt"/>
              </a:rPr>
              <a:t>singers</a:t>
            </a:r>
            <a:r>
              <a:rPr lang="de-DE" sz="1600" baseline="30000" dirty="0">
                <a:ea typeface="+mn-lt"/>
                <a:cs typeface="+mn-lt"/>
              </a:rPr>
              <a:t> in </a:t>
            </a:r>
            <a:r>
              <a:rPr lang="de-DE" sz="1600" baseline="30000" err="1">
                <a:ea typeface="+mn-lt"/>
                <a:cs typeface="+mn-lt"/>
              </a:rPr>
              <a:t>the</a:t>
            </a:r>
            <a:r>
              <a:rPr lang="de-DE" sz="1600" baseline="30000" dirty="0">
                <a:ea typeface="+mn-lt"/>
                <a:cs typeface="+mn-lt"/>
              </a:rPr>
              <a:t> </a:t>
            </a:r>
            <a:r>
              <a:rPr lang="de-DE" sz="1600" baseline="30000" err="1">
                <a:ea typeface="+mn-lt"/>
                <a:cs typeface="+mn-lt"/>
              </a:rPr>
              <a:t>newly</a:t>
            </a:r>
            <a:r>
              <a:rPr lang="de-DE" sz="1600" baseline="30000" dirty="0">
                <a:ea typeface="+mn-lt"/>
                <a:cs typeface="+mn-lt"/>
              </a:rPr>
              <a:t> </a:t>
            </a:r>
            <a:r>
              <a:rPr lang="de-DE" sz="1600" baseline="30000" err="1">
                <a:ea typeface="+mn-lt"/>
                <a:cs typeface="+mn-lt"/>
              </a:rPr>
              <a:t>expanded</a:t>
            </a:r>
            <a:r>
              <a:rPr lang="de-DE" sz="1600" baseline="30000" dirty="0">
                <a:ea typeface="+mn-lt"/>
                <a:cs typeface="+mn-lt"/>
              </a:rPr>
              <a:t> </a:t>
            </a:r>
            <a:r>
              <a:rPr lang="de-DE" sz="1600" baseline="30000" err="1">
                <a:ea typeface="+mn-lt"/>
                <a:cs typeface="+mn-lt"/>
              </a:rPr>
              <a:t>choir</a:t>
            </a:r>
            <a:r>
              <a:rPr lang="de-DE" sz="1600" baseline="30000" dirty="0">
                <a:ea typeface="+mn-lt"/>
                <a:cs typeface="+mn-lt"/>
              </a:rPr>
              <a:t> </a:t>
            </a:r>
            <a:r>
              <a:rPr lang="de-DE" sz="1600" baseline="30000" err="1">
                <a:ea typeface="+mn-lt"/>
                <a:cs typeface="+mn-lt"/>
              </a:rPr>
              <a:t>of</a:t>
            </a:r>
            <a:r>
              <a:rPr lang="de-DE" sz="1600" baseline="30000" dirty="0">
                <a:ea typeface="+mn-lt"/>
                <a:cs typeface="+mn-lt"/>
              </a:rPr>
              <a:t> 10 </a:t>
            </a:r>
            <a:r>
              <a:rPr lang="de-DE" sz="1600" baseline="30000" err="1">
                <a:ea typeface="+mn-lt"/>
                <a:cs typeface="+mn-lt"/>
              </a:rPr>
              <a:t>boys</a:t>
            </a:r>
            <a:r>
              <a:rPr lang="de-DE" sz="1600" baseline="30000" dirty="0">
                <a:ea typeface="+mn-lt"/>
                <a:cs typeface="+mn-lt"/>
              </a:rPr>
              <a:t> and 12 </a:t>
            </a:r>
            <a:r>
              <a:rPr lang="de-DE" sz="1600" baseline="30000" err="1">
                <a:ea typeface="+mn-lt"/>
                <a:cs typeface="+mn-lt"/>
              </a:rPr>
              <a:t>men</a:t>
            </a:r>
            <a:r>
              <a:rPr lang="de-DE" sz="1600" baseline="30000" dirty="0">
                <a:ea typeface="+mn-lt"/>
                <a:cs typeface="+mn-lt"/>
              </a:rPr>
              <a:t>. Tallis </a:t>
            </a:r>
            <a:r>
              <a:rPr lang="de-DE" sz="1600" baseline="30000" err="1">
                <a:ea typeface="+mn-lt"/>
                <a:cs typeface="+mn-lt"/>
              </a:rPr>
              <a:t>brought</a:t>
            </a:r>
            <a:r>
              <a:rPr lang="de-DE" sz="1600" baseline="30000" dirty="0">
                <a:ea typeface="+mn-lt"/>
                <a:cs typeface="+mn-lt"/>
              </a:rPr>
              <a:t> </a:t>
            </a:r>
            <a:r>
              <a:rPr lang="de-DE" sz="1600" baseline="30000" err="1">
                <a:ea typeface="+mn-lt"/>
                <a:cs typeface="+mn-lt"/>
              </a:rPr>
              <a:t>with</a:t>
            </a:r>
            <a:r>
              <a:rPr lang="de-DE" sz="1600" baseline="30000" dirty="0">
                <a:ea typeface="+mn-lt"/>
                <a:cs typeface="+mn-lt"/>
              </a:rPr>
              <a:t> </a:t>
            </a:r>
            <a:r>
              <a:rPr lang="de-DE" sz="1600" baseline="30000" err="1">
                <a:ea typeface="+mn-lt"/>
                <a:cs typeface="+mn-lt"/>
              </a:rPr>
              <a:t>him</a:t>
            </a:r>
            <a:r>
              <a:rPr lang="de-DE" sz="1600" baseline="30000" dirty="0">
                <a:ea typeface="+mn-lt"/>
                <a:cs typeface="+mn-lt"/>
              </a:rPr>
              <a:t> </a:t>
            </a:r>
            <a:r>
              <a:rPr lang="de-DE" sz="1600" baseline="30000" err="1">
                <a:ea typeface="+mn-lt"/>
                <a:cs typeface="+mn-lt"/>
              </a:rPr>
              <a:t>several</a:t>
            </a:r>
            <a:r>
              <a:rPr lang="de-DE" sz="1600" baseline="30000" dirty="0">
                <a:ea typeface="+mn-lt"/>
                <a:cs typeface="+mn-lt"/>
              </a:rPr>
              <a:t> </a:t>
            </a:r>
            <a:r>
              <a:rPr lang="de-DE" sz="1600" baseline="30000" err="1">
                <a:ea typeface="+mn-lt"/>
                <a:cs typeface="+mn-lt"/>
              </a:rPr>
              <a:t>manuscripts</a:t>
            </a:r>
            <a:r>
              <a:rPr lang="de-DE" sz="1600" baseline="30000" dirty="0">
                <a:ea typeface="+mn-lt"/>
                <a:cs typeface="+mn-lt"/>
              </a:rPr>
              <a:t> </a:t>
            </a:r>
            <a:r>
              <a:rPr lang="de-DE" sz="1600" baseline="30000" err="1">
                <a:ea typeface="+mn-lt"/>
                <a:cs typeface="+mn-lt"/>
              </a:rPr>
              <a:t>of</a:t>
            </a:r>
            <a:r>
              <a:rPr lang="de-DE" sz="1600" baseline="30000" dirty="0">
                <a:ea typeface="+mn-lt"/>
                <a:cs typeface="+mn-lt"/>
              </a:rPr>
              <a:t> </a:t>
            </a:r>
            <a:r>
              <a:rPr lang="de-DE" sz="1600" baseline="30000" err="1">
                <a:ea typeface="+mn-lt"/>
                <a:cs typeface="+mn-lt"/>
              </a:rPr>
              <a:t>his</a:t>
            </a:r>
            <a:r>
              <a:rPr lang="de-DE" sz="1600" baseline="30000" dirty="0">
                <a:ea typeface="+mn-lt"/>
                <a:cs typeface="+mn-lt"/>
              </a:rPr>
              <a:t> </a:t>
            </a:r>
            <a:r>
              <a:rPr lang="de-DE" sz="1600" baseline="30000" err="1">
                <a:ea typeface="+mn-lt"/>
                <a:cs typeface="+mn-lt"/>
              </a:rPr>
              <a:t>early</a:t>
            </a:r>
            <a:r>
              <a:rPr lang="de-DE" sz="1600" baseline="30000" dirty="0">
                <a:ea typeface="+mn-lt"/>
                <a:cs typeface="+mn-lt"/>
              </a:rPr>
              <a:t> </a:t>
            </a:r>
            <a:r>
              <a:rPr lang="de-DE" sz="1600" baseline="30000" err="1">
                <a:ea typeface="+mn-lt"/>
                <a:cs typeface="+mn-lt"/>
              </a:rPr>
              <a:t>votive</a:t>
            </a:r>
            <a:r>
              <a:rPr lang="de-DE" sz="1600" baseline="30000" dirty="0">
                <a:ea typeface="+mn-lt"/>
                <a:cs typeface="+mn-lt"/>
              </a:rPr>
              <a:t> </a:t>
            </a:r>
            <a:r>
              <a:rPr lang="de-DE" sz="1600" baseline="30000" err="1">
                <a:ea typeface="+mn-lt"/>
                <a:cs typeface="+mn-lt"/>
              </a:rPr>
              <a:t>works</a:t>
            </a:r>
            <a:r>
              <a:rPr lang="de-DE" sz="1600" baseline="30000" dirty="0">
                <a:ea typeface="+mn-lt"/>
                <a:cs typeface="+mn-lt"/>
              </a:rPr>
              <a:t> </a:t>
            </a:r>
            <a:r>
              <a:rPr lang="de-DE" sz="1600" baseline="30000" err="1">
                <a:ea typeface="+mn-lt"/>
                <a:cs typeface="+mn-lt"/>
              </a:rPr>
              <a:t>for</a:t>
            </a:r>
            <a:r>
              <a:rPr lang="de-DE" sz="1600" baseline="30000" dirty="0">
                <a:ea typeface="+mn-lt"/>
                <a:cs typeface="+mn-lt"/>
              </a:rPr>
              <a:t> frequent </a:t>
            </a:r>
            <a:r>
              <a:rPr lang="de-DE" sz="1600" baseline="30000" dirty="0">
                <a:ea typeface="+mn-lt"/>
                <a:cs typeface="+mn-lt"/>
                <a:hlinkClick r:id="rId18"/>
              </a:rPr>
              <a:t>Sarum use</a:t>
            </a:r>
            <a:r>
              <a:rPr lang="de-DE" sz="1600" baseline="30000" dirty="0">
                <a:ea typeface="+mn-lt"/>
                <a:cs typeface="+mn-lt"/>
              </a:rPr>
              <a:t>.</a:t>
            </a:r>
            <a:r>
              <a:rPr lang="de-DE" sz="1600" baseline="30000" dirty="0">
                <a:ea typeface="+mn-lt"/>
                <a:cs typeface="+mn-lt"/>
                <a:hlinkClick r:id="rId19"/>
              </a:rPr>
              <a:t>[23]</a:t>
            </a:r>
            <a:r>
              <a:rPr lang="de-DE" sz="1600" baseline="30000" dirty="0">
                <a:ea typeface="+mn-lt"/>
                <a:cs typeface="+mn-lt"/>
              </a:rPr>
              <a:t> He </a:t>
            </a:r>
            <a:r>
              <a:rPr lang="de-DE" sz="1600" baseline="30000" err="1">
                <a:ea typeface="+mn-lt"/>
                <a:cs typeface="+mn-lt"/>
              </a:rPr>
              <a:t>remained</a:t>
            </a:r>
            <a:r>
              <a:rPr lang="de-DE" sz="1600" baseline="30000" dirty="0">
                <a:ea typeface="+mn-lt"/>
                <a:cs typeface="+mn-lt"/>
              </a:rPr>
              <a:t> </a:t>
            </a:r>
            <a:r>
              <a:rPr lang="de-DE" sz="1600" baseline="30000" err="1">
                <a:ea typeface="+mn-lt"/>
                <a:cs typeface="+mn-lt"/>
              </a:rPr>
              <a:t>there</a:t>
            </a:r>
            <a:r>
              <a:rPr lang="de-DE" sz="1600" baseline="30000" dirty="0">
                <a:ea typeface="+mn-lt"/>
                <a:cs typeface="+mn-lt"/>
              </a:rPr>
              <a:t> </a:t>
            </a:r>
            <a:r>
              <a:rPr lang="de-DE" sz="1600" baseline="30000" err="1">
                <a:ea typeface="+mn-lt"/>
                <a:cs typeface="+mn-lt"/>
              </a:rPr>
              <a:t>for</a:t>
            </a:r>
            <a:r>
              <a:rPr lang="de-DE" sz="1600" baseline="30000" dirty="0">
                <a:ea typeface="+mn-lt"/>
                <a:cs typeface="+mn-lt"/>
              </a:rPr>
              <a:t> </a:t>
            </a:r>
            <a:r>
              <a:rPr lang="de-DE" sz="1600" baseline="30000" err="1">
                <a:ea typeface="+mn-lt"/>
                <a:cs typeface="+mn-lt"/>
              </a:rPr>
              <a:t>two</a:t>
            </a:r>
            <a:r>
              <a:rPr lang="de-DE" sz="1600" baseline="30000" dirty="0">
                <a:ea typeface="+mn-lt"/>
                <a:cs typeface="+mn-lt"/>
              </a:rPr>
              <a:t> </a:t>
            </a:r>
            <a:r>
              <a:rPr lang="de-DE" sz="1600" baseline="30000" err="1">
                <a:ea typeface="+mn-lt"/>
                <a:cs typeface="+mn-lt"/>
              </a:rPr>
              <a:t>years</a:t>
            </a:r>
            <a:r>
              <a:rPr lang="de-DE" sz="1600" baseline="30000" dirty="0">
                <a:ea typeface="+mn-lt"/>
                <a:cs typeface="+mn-lt"/>
              </a:rPr>
              <a:t>.</a:t>
            </a:r>
            <a:r>
              <a:rPr lang="de-DE" sz="1600" baseline="30000" dirty="0">
                <a:ea typeface="+mn-lt"/>
                <a:cs typeface="+mn-lt"/>
                <a:hlinkClick r:id="rId5"/>
              </a:rPr>
              <a:t>[21][11]</a:t>
            </a:r>
            <a:endParaRPr lang="de-DE" sz="1600"/>
          </a:p>
          <a:p>
            <a:pPr>
              <a:lnSpc>
                <a:spcPct val="100000"/>
              </a:lnSpc>
            </a:pPr>
            <a:endParaRPr lang="de-DE" sz="1600" baseline="30000" dirty="0"/>
          </a:p>
          <a:p>
            <a:pPr>
              <a:lnSpc>
                <a:spcPct val="100000"/>
              </a:lnSpc>
            </a:pPr>
            <a:endParaRPr lang="de-DE" sz="700"/>
          </a:p>
        </p:txBody>
      </p:sp>
      <p:pic>
        <p:nvPicPr>
          <p:cNvPr id="4" name="Grafik 3" descr="Ein Bild, das Gebäude, Kapelle, Kathedrale, Heiligtümer enthält.&#10;&#10;KI-generierte Inhalte können fehlerhaft sein.">
            <a:extLst>
              <a:ext uri="{FF2B5EF4-FFF2-40B4-BE49-F238E27FC236}">
                <a16:creationId xmlns:a16="http://schemas.microsoft.com/office/drawing/2014/main" id="{A746F6C5-DAAF-9308-991D-982A596A2DDF}"/>
              </a:ext>
            </a:extLst>
          </p:cNvPr>
          <p:cNvPicPr>
            <a:picLocks noChangeAspect="1"/>
          </p:cNvPicPr>
          <p:nvPr/>
        </p:nvPicPr>
        <p:blipFill>
          <a:blip r:embed="rId20"/>
          <a:srcRect l="17978" r="9664" b="1"/>
          <a:stretch>
            <a:fillRect/>
          </a:stretch>
        </p:blipFill>
        <p:spPr>
          <a:xfrm>
            <a:off x="4748403" y="10"/>
            <a:ext cx="7443597" cy="6857990"/>
          </a:xfrm>
          <a:prstGeom prst="rect">
            <a:avLst/>
          </a:prstGeom>
        </p:spPr>
      </p:pic>
      <p:sp>
        <p:nvSpPr>
          <p:cNvPr id="11" name="Rectangle 10">
            <a:extLst>
              <a:ext uri="{FF2B5EF4-FFF2-40B4-BE49-F238E27FC236}">
                <a16:creationId xmlns:a16="http://schemas.microsoft.com/office/drawing/2014/main" id="{0B2203C8-A69D-52B3-850B-13A81212B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403"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6F9A09B-3808-9CDB-E0E9-39F77085F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403"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65010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9B9214-ECBF-CF54-9F34-D3C698F31C53}"/>
              </a:ext>
            </a:extLst>
          </p:cNvPr>
          <p:cNvSpPr>
            <a:spLocks noGrp="1"/>
          </p:cNvSpPr>
          <p:nvPr>
            <p:ph type="title"/>
          </p:nvPr>
        </p:nvSpPr>
        <p:spPr/>
        <p:txBody>
          <a:bodyPr>
            <a:normAutofit fontScale="90000"/>
          </a:bodyPr>
          <a:lstStyle/>
          <a:p>
            <a:r>
              <a:rPr lang="de-DE" err="1"/>
              <a:t>Employment</a:t>
            </a:r>
            <a:r>
              <a:rPr lang="de-DE"/>
              <a:t> at </a:t>
            </a:r>
            <a:r>
              <a:rPr lang="de-DE" err="1"/>
              <a:t>the</a:t>
            </a:r>
            <a:r>
              <a:rPr lang="de-DE"/>
              <a:t> Chapel Royal</a:t>
            </a:r>
            <a:endParaRPr lang="de-DE" sz="600" b="0" baseline="30000" dirty="0"/>
          </a:p>
          <a:p>
            <a:pPr>
              <a:spcBef>
                <a:spcPts val="1200"/>
              </a:spcBef>
            </a:pPr>
            <a:br>
              <a:rPr lang="en-US" dirty="0"/>
            </a:br>
            <a:endParaRPr lang="en-US" dirty="0"/>
          </a:p>
        </p:txBody>
      </p:sp>
      <p:sp>
        <p:nvSpPr>
          <p:cNvPr id="3" name="Inhaltsplatzhalter 2">
            <a:extLst>
              <a:ext uri="{FF2B5EF4-FFF2-40B4-BE49-F238E27FC236}">
                <a16:creationId xmlns:a16="http://schemas.microsoft.com/office/drawing/2014/main" id="{475016F6-0027-68A3-60A8-15C37C05187C}"/>
              </a:ext>
            </a:extLst>
          </p:cNvPr>
          <p:cNvSpPr>
            <a:spLocks noGrp="1"/>
          </p:cNvSpPr>
          <p:nvPr>
            <p:ph idx="1"/>
          </p:nvPr>
        </p:nvSpPr>
        <p:spPr>
          <a:xfrm>
            <a:off x="1587710" y="1375605"/>
            <a:ext cx="9486690" cy="5270856"/>
          </a:xfrm>
        </p:spPr>
        <p:txBody>
          <a:bodyPr vert="horz" lIns="91440" tIns="45720" rIns="91440" bIns="45720" rtlCol="0" anchor="t">
            <a:noAutofit/>
          </a:bodyPr>
          <a:lstStyle/>
          <a:p>
            <a:r>
              <a:rPr lang="de-DE" sz="1600" dirty="0" err="1">
                <a:solidFill>
                  <a:srgbClr val="EAECF0"/>
                </a:solidFill>
                <a:ea typeface="+mn-lt"/>
                <a:cs typeface="+mn-lt"/>
              </a:rPr>
              <a:t>Tallis's</a:t>
            </a:r>
            <a:r>
              <a:rPr lang="de-DE" sz="1600" dirty="0">
                <a:solidFill>
                  <a:srgbClr val="EAECF0"/>
                </a:solidFill>
                <a:ea typeface="+mn-lt"/>
                <a:cs typeface="+mn-lt"/>
              </a:rPr>
              <a:t> </a:t>
            </a:r>
            <a:r>
              <a:rPr lang="de-DE" sz="1600" dirty="0" err="1">
                <a:solidFill>
                  <a:srgbClr val="EAECF0"/>
                </a:solidFill>
                <a:ea typeface="+mn-lt"/>
                <a:cs typeface="+mn-lt"/>
              </a:rPr>
              <a:t>employment</a:t>
            </a:r>
            <a:r>
              <a:rPr lang="de-DE" sz="1600" dirty="0">
                <a:solidFill>
                  <a:srgbClr val="EAECF0"/>
                </a:solidFill>
                <a:ea typeface="+mn-lt"/>
                <a:cs typeface="+mn-lt"/>
              </a:rPr>
              <a:t> in </a:t>
            </a:r>
            <a:r>
              <a:rPr lang="de-DE" sz="1600" dirty="0" err="1">
                <a:solidFill>
                  <a:srgbClr val="EAECF0"/>
                </a:solidFill>
                <a:ea typeface="+mn-lt"/>
                <a:cs typeface="+mn-lt"/>
              </a:rPr>
              <a:t>the</a:t>
            </a:r>
            <a:r>
              <a:rPr lang="de-DE" sz="1600" dirty="0">
                <a:solidFill>
                  <a:srgbClr val="EAECF0"/>
                </a:solidFill>
                <a:ea typeface="+mn-lt"/>
                <a:cs typeface="+mn-lt"/>
              </a:rPr>
              <a:t> Chapel Royal </a:t>
            </a:r>
            <a:r>
              <a:rPr lang="de-DE" sz="1600" dirty="0" err="1">
                <a:solidFill>
                  <a:srgbClr val="EAECF0"/>
                </a:solidFill>
                <a:ea typeface="+mn-lt"/>
                <a:cs typeface="+mn-lt"/>
              </a:rPr>
              <a:t>probably</a:t>
            </a:r>
            <a:r>
              <a:rPr lang="de-DE" sz="1600" dirty="0">
                <a:solidFill>
                  <a:srgbClr val="EAECF0"/>
                </a:solidFill>
                <a:ea typeface="+mn-lt"/>
                <a:cs typeface="+mn-lt"/>
              </a:rPr>
              <a:t> </a:t>
            </a:r>
            <a:r>
              <a:rPr lang="de-DE" sz="1600" dirty="0" err="1">
                <a:solidFill>
                  <a:srgbClr val="EAECF0"/>
                </a:solidFill>
                <a:ea typeface="+mn-lt"/>
                <a:cs typeface="+mn-lt"/>
              </a:rPr>
              <a:t>began</a:t>
            </a:r>
            <a:r>
              <a:rPr lang="de-DE" sz="1600" dirty="0">
                <a:solidFill>
                  <a:srgbClr val="EAECF0"/>
                </a:solidFill>
                <a:ea typeface="+mn-lt"/>
                <a:cs typeface="+mn-lt"/>
              </a:rPr>
              <a:t> in 1543. His </a:t>
            </a:r>
            <a:r>
              <a:rPr lang="de-DE" sz="1600" dirty="0" err="1">
                <a:solidFill>
                  <a:srgbClr val="EAECF0"/>
                </a:solidFill>
                <a:ea typeface="+mn-lt"/>
                <a:cs typeface="+mn-lt"/>
              </a:rPr>
              <a:t>name</a:t>
            </a:r>
            <a:r>
              <a:rPr lang="de-DE" sz="1600" dirty="0">
                <a:solidFill>
                  <a:srgbClr val="EAECF0"/>
                </a:solidFill>
                <a:ea typeface="+mn-lt"/>
                <a:cs typeface="+mn-lt"/>
              </a:rPr>
              <a:t> </a:t>
            </a:r>
            <a:r>
              <a:rPr lang="de-DE" sz="1600" dirty="0" err="1">
                <a:solidFill>
                  <a:srgbClr val="EAECF0"/>
                </a:solidFill>
                <a:ea typeface="+mn-lt"/>
                <a:cs typeface="+mn-lt"/>
              </a:rPr>
              <a:t>appears</a:t>
            </a:r>
            <a:r>
              <a:rPr lang="de-DE" sz="1600" dirty="0">
                <a:solidFill>
                  <a:srgbClr val="EAECF0"/>
                </a:solidFill>
                <a:ea typeface="+mn-lt"/>
                <a:cs typeface="+mn-lt"/>
              </a:rPr>
              <a:t> on a 1544 </a:t>
            </a:r>
            <a:r>
              <a:rPr lang="de-DE" sz="1600" dirty="0">
                <a:solidFill>
                  <a:srgbClr val="88A3E8"/>
                </a:solidFill>
                <a:ea typeface="+mn-lt"/>
                <a:cs typeface="+mn-lt"/>
                <a:hlinkClick r:id="rId2"/>
              </a:rPr>
              <a:t>lay subsidy roll</a:t>
            </a:r>
            <a:r>
              <a:rPr lang="de-DE" sz="1600" dirty="0">
                <a:solidFill>
                  <a:srgbClr val="EAECF0"/>
                </a:solidFill>
                <a:ea typeface="+mn-lt"/>
                <a:cs typeface="+mn-lt"/>
              </a:rPr>
              <a:t> and </a:t>
            </a:r>
            <a:r>
              <a:rPr lang="de-DE" sz="1600" dirty="0" err="1">
                <a:solidFill>
                  <a:srgbClr val="EAECF0"/>
                </a:solidFill>
                <a:ea typeface="+mn-lt"/>
                <a:cs typeface="+mn-lt"/>
              </a:rPr>
              <a:t>is</a:t>
            </a:r>
            <a:r>
              <a:rPr lang="de-DE" sz="1600" dirty="0">
                <a:solidFill>
                  <a:srgbClr val="EAECF0"/>
                </a:solidFill>
                <a:ea typeface="+mn-lt"/>
                <a:cs typeface="+mn-lt"/>
              </a:rPr>
              <a:t> </a:t>
            </a:r>
            <a:r>
              <a:rPr lang="de-DE" sz="1600" dirty="0" err="1">
                <a:solidFill>
                  <a:srgbClr val="EAECF0"/>
                </a:solidFill>
                <a:ea typeface="+mn-lt"/>
                <a:cs typeface="+mn-lt"/>
              </a:rPr>
              <a:t>listed</a:t>
            </a:r>
            <a:r>
              <a:rPr lang="de-DE" sz="1600" dirty="0">
                <a:solidFill>
                  <a:srgbClr val="EAECF0"/>
                </a:solidFill>
                <a:ea typeface="+mn-lt"/>
                <a:cs typeface="+mn-lt"/>
              </a:rPr>
              <a:t> in a </a:t>
            </a:r>
            <a:r>
              <a:rPr lang="de-DE" sz="1600" dirty="0" err="1">
                <a:solidFill>
                  <a:srgbClr val="EAECF0"/>
                </a:solidFill>
                <a:ea typeface="+mn-lt"/>
                <a:cs typeface="+mn-lt"/>
              </a:rPr>
              <a:t>later</a:t>
            </a:r>
            <a:r>
              <a:rPr lang="de-DE" sz="1600" dirty="0">
                <a:solidFill>
                  <a:srgbClr val="EAECF0"/>
                </a:solidFill>
                <a:ea typeface="+mn-lt"/>
                <a:cs typeface="+mn-lt"/>
              </a:rPr>
              <a:t> </a:t>
            </a:r>
            <a:r>
              <a:rPr lang="de-DE" sz="1600" dirty="0" err="1">
                <a:solidFill>
                  <a:srgbClr val="EAECF0"/>
                </a:solidFill>
                <a:ea typeface="+mn-lt"/>
                <a:cs typeface="+mn-lt"/>
              </a:rPr>
              <a:t>document</a:t>
            </a:r>
            <a:r>
              <a:rPr lang="de-DE" sz="1600" dirty="0">
                <a:solidFill>
                  <a:srgbClr val="EAECF0"/>
                </a:solidFill>
                <a:ea typeface="+mn-lt"/>
                <a:cs typeface="+mn-lt"/>
              </a:rPr>
              <a:t>. </a:t>
            </a:r>
            <a:r>
              <a:rPr lang="de-DE" sz="1600" dirty="0" err="1">
                <a:solidFill>
                  <a:srgbClr val="EAECF0"/>
                </a:solidFill>
                <a:ea typeface="+mn-lt"/>
                <a:cs typeface="+mn-lt"/>
              </a:rPr>
              <a:t>It</a:t>
            </a:r>
            <a:r>
              <a:rPr lang="de-DE" sz="1600" dirty="0">
                <a:solidFill>
                  <a:srgbClr val="EAECF0"/>
                </a:solidFill>
                <a:ea typeface="+mn-lt"/>
                <a:cs typeface="+mn-lt"/>
              </a:rPr>
              <a:t> </a:t>
            </a:r>
            <a:r>
              <a:rPr lang="de-DE" sz="1600" dirty="0" err="1">
                <a:solidFill>
                  <a:srgbClr val="EAECF0"/>
                </a:solidFill>
                <a:ea typeface="+mn-lt"/>
                <a:cs typeface="+mn-lt"/>
              </a:rPr>
              <a:t>is</a:t>
            </a:r>
            <a:r>
              <a:rPr lang="de-DE" sz="1600" dirty="0">
                <a:solidFill>
                  <a:srgbClr val="EAECF0"/>
                </a:solidFill>
                <a:ea typeface="+mn-lt"/>
                <a:cs typeface="+mn-lt"/>
              </a:rPr>
              <a:t> possible </a:t>
            </a:r>
            <a:r>
              <a:rPr lang="de-DE" sz="1600" dirty="0" err="1">
                <a:solidFill>
                  <a:srgbClr val="EAECF0"/>
                </a:solidFill>
                <a:ea typeface="+mn-lt"/>
                <a:cs typeface="+mn-lt"/>
              </a:rPr>
              <a:t>that</a:t>
            </a:r>
            <a:r>
              <a:rPr lang="de-DE" sz="1600" dirty="0">
                <a:solidFill>
                  <a:srgbClr val="EAECF0"/>
                </a:solidFill>
                <a:ea typeface="+mn-lt"/>
                <a:cs typeface="+mn-lt"/>
              </a:rPr>
              <a:t> he was </a:t>
            </a:r>
            <a:r>
              <a:rPr lang="de-DE" sz="1600" dirty="0" err="1">
                <a:solidFill>
                  <a:srgbClr val="EAECF0"/>
                </a:solidFill>
                <a:ea typeface="+mn-lt"/>
                <a:cs typeface="+mn-lt"/>
              </a:rPr>
              <a:t>connected</a:t>
            </a:r>
            <a:r>
              <a:rPr lang="de-DE" sz="1600" dirty="0">
                <a:solidFill>
                  <a:srgbClr val="EAECF0"/>
                </a:solidFill>
                <a:ea typeface="+mn-lt"/>
                <a:cs typeface="+mn-lt"/>
              </a:rPr>
              <a:t> </a:t>
            </a:r>
            <a:r>
              <a:rPr lang="de-DE" sz="1600" dirty="0" err="1">
                <a:solidFill>
                  <a:srgbClr val="EAECF0"/>
                </a:solidFill>
                <a:ea typeface="+mn-lt"/>
                <a:cs typeface="+mn-lt"/>
              </a:rPr>
              <a:t>with</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court</a:t>
            </a:r>
            <a:r>
              <a:rPr lang="de-DE" sz="1600" dirty="0">
                <a:solidFill>
                  <a:srgbClr val="EAECF0"/>
                </a:solidFill>
                <a:ea typeface="+mn-lt"/>
                <a:cs typeface="+mn-lt"/>
              </a:rPr>
              <a:t> </a:t>
            </a:r>
            <a:r>
              <a:rPr lang="de-DE" sz="1600" dirty="0" err="1">
                <a:solidFill>
                  <a:srgbClr val="EAECF0"/>
                </a:solidFill>
                <a:ea typeface="+mn-lt"/>
                <a:cs typeface="+mn-lt"/>
              </a:rPr>
              <a:t>when</a:t>
            </a:r>
            <a:r>
              <a:rPr lang="de-DE" sz="1600" dirty="0">
                <a:solidFill>
                  <a:srgbClr val="EAECF0"/>
                </a:solidFill>
                <a:ea typeface="+mn-lt"/>
                <a:cs typeface="+mn-lt"/>
              </a:rPr>
              <a:t> at St Mary-at-Hill, </a:t>
            </a:r>
            <a:r>
              <a:rPr lang="de-DE" sz="1600" dirty="0" err="1">
                <a:solidFill>
                  <a:srgbClr val="EAECF0"/>
                </a:solidFill>
                <a:ea typeface="+mn-lt"/>
                <a:cs typeface="+mn-lt"/>
              </a:rPr>
              <a:t>since</a:t>
            </a:r>
            <a:r>
              <a:rPr lang="de-DE" sz="1600" dirty="0">
                <a:solidFill>
                  <a:srgbClr val="EAECF0"/>
                </a:solidFill>
                <a:ea typeface="+mn-lt"/>
                <a:cs typeface="+mn-lt"/>
              </a:rPr>
              <a:t> in 1577 Tallis </a:t>
            </a:r>
            <a:r>
              <a:rPr lang="de-DE" sz="1600" dirty="0" err="1">
                <a:solidFill>
                  <a:srgbClr val="EAECF0"/>
                </a:solidFill>
                <a:ea typeface="+mn-lt"/>
                <a:cs typeface="+mn-lt"/>
              </a:rPr>
              <a:t>claimed</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have</a:t>
            </a:r>
            <a:r>
              <a:rPr lang="de-DE" sz="1600" dirty="0">
                <a:solidFill>
                  <a:srgbClr val="EAECF0"/>
                </a:solidFill>
                <a:ea typeface="+mn-lt"/>
                <a:cs typeface="+mn-lt"/>
              </a:rPr>
              <a:t> "</a:t>
            </a:r>
            <a:r>
              <a:rPr lang="de-DE" sz="1600" dirty="0" err="1">
                <a:solidFill>
                  <a:srgbClr val="EAECF0"/>
                </a:solidFill>
                <a:ea typeface="+mn-lt"/>
                <a:cs typeface="+mn-lt"/>
              </a:rPr>
              <a:t>served</a:t>
            </a:r>
            <a:r>
              <a:rPr lang="de-DE" sz="1600" dirty="0">
                <a:solidFill>
                  <a:srgbClr val="EAECF0"/>
                </a:solidFill>
                <a:ea typeface="+mn-lt"/>
                <a:cs typeface="+mn-lt"/>
              </a:rPr>
              <a:t> </a:t>
            </a:r>
            <a:r>
              <a:rPr lang="de-DE" sz="1600" dirty="0" err="1">
                <a:solidFill>
                  <a:srgbClr val="EAECF0"/>
                </a:solidFill>
                <a:ea typeface="+mn-lt"/>
                <a:cs typeface="+mn-lt"/>
              </a:rPr>
              <a:t>yo</a:t>
            </a:r>
            <a:r>
              <a:rPr lang="de-DE" sz="1600" dirty="0">
                <a:solidFill>
                  <a:srgbClr val="EAECF0"/>
                </a:solidFill>
                <a:ea typeface="+mn-lt"/>
                <a:cs typeface="+mn-lt"/>
              </a:rPr>
              <a:t>[u]r Ma[</a:t>
            </a:r>
            <a:r>
              <a:rPr lang="de-DE" sz="1600" dirty="0" err="1">
                <a:solidFill>
                  <a:srgbClr val="EAECF0"/>
                </a:solidFill>
                <a:ea typeface="+mn-lt"/>
                <a:cs typeface="+mn-lt"/>
              </a:rPr>
              <a:t>jes</a:t>
            </a:r>
            <a:r>
              <a:rPr lang="de-DE" sz="1600" dirty="0">
                <a:solidFill>
                  <a:srgbClr val="EAECF0"/>
                </a:solidFill>
                <a:ea typeface="+mn-lt"/>
                <a:cs typeface="+mn-lt"/>
              </a:rPr>
              <a:t>]</a:t>
            </a:r>
            <a:r>
              <a:rPr lang="de-DE" sz="1600" dirty="0" err="1">
                <a:solidFill>
                  <a:srgbClr val="EAECF0"/>
                </a:solidFill>
                <a:ea typeface="+mn-lt"/>
                <a:cs typeface="+mn-lt"/>
              </a:rPr>
              <a:t>tie</a:t>
            </a:r>
            <a:r>
              <a:rPr lang="de-DE" sz="1600" dirty="0">
                <a:solidFill>
                  <a:srgbClr val="EAECF0"/>
                </a:solidFill>
                <a:ea typeface="+mn-lt"/>
                <a:cs typeface="+mn-lt"/>
              </a:rPr>
              <a:t> and </a:t>
            </a:r>
            <a:r>
              <a:rPr lang="de-DE" sz="1600" dirty="0" err="1">
                <a:solidFill>
                  <a:srgbClr val="EAECF0"/>
                </a:solidFill>
                <a:ea typeface="+mn-lt"/>
                <a:cs typeface="+mn-lt"/>
              </a:rPr>
              <a:t>yo</a:t>
            </a:r>
            <a:r>
              <a:rPr lang="de-DE" sz="1600" dirty="0">
                <a:solidFill>
                  <a:srgbClr val="EAECF0"/>
                </a:solidFill>
                <a:ea typeface="+mn-lt"/>
                <a:cs typeface="+mn-lt"/>
              </a:rPr>
              <a:t>[u]r Royall </a:t>
            </a:r>
            <a:r>
              <a:rPr lang="de-DE" sz="1600" dirty="0" err="1">
                <a:solidFill>
                  <a:srgbClr val="EAECF0"/>
                </a:solidFill>
                <a:ea typeface="+mn-lt"/>
                <a:cs typeface="+mn-lt"/>
              </a:rPr>
              <a:t>ancestors</a:t>
            </a:r>
            <a:r>
              <a:rPr lang="de-DE" sz="1600" dirty="0">
                <a:solidFill>
                  <a:srgbClr val="EAECF0"/>
                </a:solidFill>
                <a:ea typeface="+mn-lt"/>
                <a:cs typeface="+mn-lt"/>
              </a:rPr>
              <a:t> </a:t>
            </a:r>
            <a:r>
              <a:rPr lang="de-DE" sz="1600" dirty="0" err="1">
                <a:solidFill>
                  <a:srgbClr val="EAECF0"/>
                </a:solidFill>
                <a:ea typeface="+mn-lt"/>
                <a:cs typeface="+mn-lt"/>
              </a:rPr>
              <a:t>these</a:t>
            </a:r>
            <a:r>
              <a:rPr lang="de-DE" sz="1600" dirty="0">
                <a:solidFill>
                  <a:srgbClr val="EAECF0"/>
                </a:solidFill>
                <a:ea typeface="+mn-lt"/>
                <a:cs typeface="+mn-lt"/>
              </a:rPr>
              <a:t> </a:t>
            </a:r>
            <a:r>
              <a:rPr lang="de-DE" sz="1600" dirty="0" err="1">
                <a:solidFill>
                  <a:srgbClr val="EAECF0"/>
                </a:solidFill>
                <a:ea typeface="+mn-lt"/>
                <a:cs typeface="+mn-lt"/>
              </a:rPr>
              <a:t>fortie</a:t>
            </a:r>
            <a:r>
              <a:rPr lang="de-DE" sz="1600" dirty="0">
                <a:solidFill>
                  <a:srgbClr val="EAECF0"/>
                </a:solidFill>
                <a:ea typeface="+mn-lt"/>
                <a:cs typeface="+mn-lt"/>
              </a:rPr>
              <a:t> </a:t>
            </a:r>
            <a:r>
              <a:rPr lang="de-DE" sz="1600" dirty="0" err="1">
                <a:solidFill>
                  <a:srgbClr val="EAECF0"/>
                </a:solidFill>
                <a:ea typeface="+mn-lt"/>
                <a:cs typeface="+mn-lt"/>
              </a:rPr>
              <a:t>yeres</a:t>
            </a:r>
            <a:r>
              <a:rPr lang="de-DE" sz="1600" dirty="0">
                <a:solidFill>
                  <a:srgbClr val="EAECF0"/>
                </a:solidFill>
                <a:ea typeface="+mn-lt"/>
                <a:cs typeface="+mn-lt"/>
              </a:rPr>
              <a:t>". He </a:t>
            </a:r>
            <a:r>
              <a:rPr lang="de-DE" sz="1600" dirty="0" err="1">
                <a:solidFill>
                  <a:srgbClr val="EAECF0"/>
                </a:solidFill>
                <a:ea typeface="+mn-lt"/>
                <a:cs typeface="+mn-lt"/>
              </a:rPr>
              <a:t>may</a:t>
            </a:r>
            <a:r>
              <a:rPr lang="de-DE" sz="1600" dirty="0">
                <a:solidFill>
                  <a:srgbClr val="EAECF0"/>
                </a:solidFill>
                <a:ea typeface="+mn-lt"/>
                <a:cs typeface="+mn-lt"/>
              </a:rPr>
              <a:t> </a:t>
            </a:r>
            <a:r>
              <a:rPr lang="de-DE" sz="1600" dirty="0" err="1">
                <a:solidFill>
                  <a:srgbClr val="EAECF0"/>
                </a:solidFill>
                <a:ea typeface="+mn-lt"/>
                <a:cs typeface="+mn-lt"/>
              </a:rPr>
              <a:t>have</a:t>
            </a:r>
            <a:r>
              <a:rPr lang="de-DE" sz="1600" dirty="0">
                <a:solidFill>
                  <a:srgbClr val="EAECF0"/>
                </a:solidFill>
                <a:ea typeface="+mn-lt"/>
                <a:cs typeface="+mn-lt"/>
              </a:rPr>
              <a:t> </a:t>
            </a:r>
            <a:r>
              <a:rPr lang="de-DE" sz="1600" dirty="0" err="1">
                <a:solidFill>
                  <a:srgbClr val="EAECF0"/>
                </a:solidFill>
                <a:ea typeface="+mn-lt"/>
                <a:cs typeface="+mn-lt"/>
              </a:rPr>
              <a:t>been</a:t>
            </a:r>
            <a:r>
              <a:rPr lang="de-DE" sz="1600" dirty="0">
                <a:solidFill>
                  <a:srgbClr val="EAECF0"/>
                </a:solidFill>
                <a:ea typeface="+mn-lt"/>
                <a:cs typeface="+mn-lt"/>
              </a:rPr>
              <a:t> </a:t>
            </a:r>
            <a:r>
              <a:rPr lang="de-DE" sz="1600" dirty="0" err="1">
                <a:solidFill>
                  <a:srgbClr val="EAECF0"/>
                </a:solidFill>
                <a:ea typeface="+mn-lt"/>
                <a:cs typeface="+mn-lt"/>
              </a:rPr>
              <a:t>responsible</a:t>
            </a:r>
            <a:r>
              <a:rPr lang="de-DE" sz="1600" dirty="0">
                <a:solidFill>
                  <a:srgbClr val="EAECF0"/>
                </a:solidFill>
                <a:ea typeface="+mn-lt"/>
                <a:cs typeface="+mn-lt"/>
              </a:rPr>
              <a:t> </a:t>
            </a:r>
            <a:r>
              <a:rPr lang="de-DE" sz="1600" dirty="0" err="1">
                <a:solidFill>
                  <a:srgbClr val="EAECF0"/>
                </a:solidFill>
                <a:ea typeface="+mn-lt"/>
                <a:cs typeface="+mn-lt"/>
              </a:rPr>
              <a:t>for</a:t>
            </a:r>
            <a:r>
              <a:rPr lang="de-DE" sz="1600" dirty="0">
                <a:solidFill>
                  <a:srgbClr val="EAECF0"/>
                </a:solidFill>
                <a:ea typeface="+mn-lt"/>
                <a:cs typeface="+mn-lt"/>
              </a:rPr>
              <a:t> </a:t>
            </a:r>
            <a:r>
              <a:rPr lang="de-DE" sz="1600" dirty="0" err="1">
                <a:solidFill>
                  <a:srgbClr val="EAECF0"/>
                </a:solidFill>
                <a:ea typeface="+mn-lt"/>
                <a:cs typeface="+mn-lt"/>
              </a:rPr>
              <a:t>teaching</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boys</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choir</a:t>
            </a:r>
            <a:r>
              <a:rPr lang="de-DE" sz="1600" dirty="0">
                <a:solidFill>
                  <a:srgbClr val="EAECF0"/>
                </a:solidFill>
                <a:ea typeface="+mn-lt"/>
                <a:cs typeface="+mn-lt"/>
              </a:rPr>
              <a:t> </a:t>
            </a:r>
            <a:r>
              <a:rPr lang="de-DE" sz="1600" dirty="0" err="1">
                <a:solidFill>
                  <a:srgbClr val="EAECF0"/>
                </a:solidFill>
                <a:ea typeface="+mn-lt"/>
                <a:cs typeface="+mn-lt"/>
              </a:rPr>
              <a:t>keyboard</a:t>
            </a:r>
            <a:r>
              <a:rPr lang="de-DE" sz="1600" dirty="0">
                <a:solidFill>
                  <a:srgbClr val="EAECF0"/>
                </a:solidFill>
                <a:ea typeface="+mn-lt"/>
                <a:cs typeface="+mn-lt"/>
              </a:rPr>
              <a:t> and </a:t>
            </a:r>
            <a:r>
              <a:rPr lang="de-DE" sz="1600" dirty="0" err="1">
                <a:solidFill>
                  <a:srgbClr val="EAECF0"/>
                </a:solidFill>
                <a:ea typeface="+mn-lt"/>
                <a:cs typeface="+mn-lt"/>
              </a:rPr>
              <a:t>composition</a:t>
            </a:r>
            <a:r>
              <a:rPr lang="de-DE" sz="1600" dirty="0">
                <a:solidFill>
                  <a:srgbClr val="EAECF0"/>
                </a:solidFill>
                <a:ea typeface="+mn-lt"/>
                <a:cs typeface="+mn-lt"/>
              </a:rPr>
              <a:t>.</a:t>
            </a:r>
            <a:r>
              <a:rPr lang="de-DE" sz="1100" baseline="30000" dirty="0">
                <a:solidFill>
                  <a:srgbClr val="88A3E8"/>
                </a:solidFill>
                <a:ea typeface="+mn-lt"/>
                <a:cs typeface="+mn-lt"/>
                <a:hlinkClick r:id="rId3"/>
              </a:rPr>
              <a:t>[11]</a:t>
            </a:r>
            <a:r>
              <a:rPr lang="de-DE" sz="1600" dirty="0">
                <a:solidFill>
                  <a:srgbClr val="EAECF0"/>
                </a:solidFill>
                <a:ea typeface="+mn-lt"/>
                <a:cs typeface="+mn-lt"/>
              </a:rPr>
              <a:t> Tallis </a:t>
            </a:r>
            <a:r>
              <a:rPr lang="de-DE" sz="1600" dirty="0" err="1">
                <a:solidFill>
                  <a:srgbClr val="EAECF0"/>
                </a:solidFill>
                <a:ea typeface="+mn-lt"/>
                <a:cs typeface="+mn-lt"/>
              </a:rPr>
              <a:t>oversaw</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will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a:solidFill>
                  <a:srgbClr val="88A3E8"/>
                </a:solidFill>
                <a:ea typeface="+mn-lt"/>
                <a:cs typeface="+mn-lt"/>
                <a:hlinkClick r:id="rId4"/>
              </a:rPr>
              <a:t>Richard Bower</a:t>
            </a:r>
            <a:r>
              <a:rPr lang="de-DE" sz="1600" dirty="0">
                <a:solidFill>
                  <a:srgbClr val="EAECF0"/>
                </a:solidFill>
                <a:ea typeface="+mn-lt"/>
                <a:cs typeface="+mn-lt"/>
              </a:rPr>
              <a:t>, </a:t>
            </a:r>
            <a:r>
              <a:rPr lang="de-DE" sz="1600" dirty="0" err="1">
                <a:solidFill>
                  <a:srgbClr val="EAECF0"/>
                </a:solidFill>
                <a:ea typeface="+mn-lt"/>
                <a:cs typeface="+mn-lt"/>
              </a:rPr>
              <a:t>who</a:t>
            </a:r>
            <a:r>
              <a:rPr lang="de-DE" sz="1600" dirty="0">
                <a:solidFill>
                  <a:srgbClr val="EAECF0"/>
                </a:solidFill>
                <a:ea typeface="+mn-lt"/>
                <a:cs typeface="+mn-lt"/>
              </a:rPr>
              <a:t> was </a:t>
            </a:r>
            <a:r>
              <a:rPr lang="de-DE" sz="1600" dirty="0">
                <a:solidFill>
                  <a:srgbClr val="88A3E8"/>
                </a:solidFill>
                <a:ea typeface="+mn-lt"/>
                <a:cs typeface="+mn-lt"/>
                <a:hlinkClick r:id="rId5"/>
              </a:rPr>
              <a:t>Master of the Children of the Chapel Royal</a:t>
            </a:r>
            <a:r>
              <a:rPr lang="de-DE" sz="1600" dirty="0">
                <a:solidFill>
                  <a:srgbClr val="EAECF0"/>
                </a:solidFill>
                <a:ea typeface="+mn-lt"/>
                <a:cs typeface="+mn-lt"/>
              </a:rPr>
              <a:t>.</a:t>
            </a:r>
            <a:r>
              <a:rPr lang="de-DE" sz="1100" baseline="30000" dirty="0">
                <a:solidFill>
                  <a:srgbClr val="88A3E8"/>
                </a:solidFill>
                <a:ea typeface="+mn-lt"/>
                <a:cs typeface="+mn-lt"/>
                <a:hlinkClick r:id="rId6"/>
              </a:rPr>
              <a:t>[24]</a:t>
            </a:r>
            <a:endParaRPr lang="de-DE" sz="1100"/>
          </a:p>
          <a:p>
            <a:r>
              <a:rPr lang="de-DE" sz="1600" dirty="0" err="1">
                <a:solidFill>
                  <a:srgbClr val="EAECF0"/>
                </a:solidFill>
                <a:ea typeface="+mn-lt"/>
                <a:cs typeface="+mn-lt"/>
              </a:rPr>
              <a:t>Around</a:t>
            </a:r>
            <a:r>
              <a:rPr lang="de-DE" sz="1600" dirty="0">
                <a:solidFill>
                  <a:srgbClr val="EAECF0"/>
                </a:solidFill>
                <a:ea typeface="+mn-lt"/>
                <a:cs typeface="+mn-lt"/>
              </a:rPr>
              <a:t> 1552, Tallis </a:t>
            </a:r>
            <a:r>
              <a:rPr lang="de-DE" sz="1600" dirty="0" err="1">
                <a:solidFill>
                  <a:srgbClr val="EAECF0"/>
                </a:solidFill>
                <a:ea typeface="+mn-lt"/>
                <a:cs typeface="+mn-lt"/>
              </a:rPr>
              <a:t>married</a:t>
            </a:r>
            <a:r>
              <a:rPr lang="de-DE" sz="1600" dirty="0">
                <a:solidFill>
                  <a:srgbClr val="EAECF0"/>
                </a:solidFill>
                <a:ea typeface="+mn-lt"/>
                <a:cs typeface="+mn-lt"/>
              </a:rPr>
              <a:t>, </a:t>
            </a:r>
            <a:r>
              <a:rPr lang="de-DE" sz="1600" dirty="0" err="1">
                <a:solidFill>
                  <a:srgbClr val="EAECF0"/>
                </a:solidFill>
                <a:ea typeface="+mn-lt"/>
                <a:cs typeface="+mn-lt"/>
              </a:rPr>
              <a:t>probably</a:t>
            </a:r>
            <a:r>
              <a:rPr lang="de-DE" sz="1600" dirty="0">
                <a:solidFill>
                  <a:srgbClr val="EAECF0"/>
                </a:solidFill>
                <a:ea typeface="+mn-lt"/>
                <a:cs typeface="+mn-lt"/>
              </a:rPr>
              <a:t> </a:t>
            </a:r>
            <a:r>
              <a:rPr lang="de-DE" sz="1600" dirty="0" err="1">
                <a:solidFill>
                  <a:srgbClr val="EAECF0"/>
                </a:solidFill>
                <a:ea typeface="+mn-lt"/>
                <a:cs typeface="+mn-lt"/>
              </a:rPr>
              <a:t>for</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first</a:t>
            </a:r>
            <a:r>
              <a:rPr lang="de-DE" sz="1600" dirty="0">
                <a:solidFill>
                  <a:srgbClr val="EAECF0"/>
                </a:solidFill>
                <a:ea typeface="+mn-lt"/>
                <a:cs typeface="+mn-lt"/>
              </a:rPr>
              <a:t> time, </a:t>
            </a:r>
            <a:r>
              <a:rPr lang="de-DE" sz="1600" dirty="0" err="1">
                <a:solidFill>
                  <a:srgbClr val="EAECF0"/>
                </a:solidFill>
                <a:ea typeface="+mn-lt"/>
                <a:cs typeface="+mn-lt"/>
              </a:rPr>
              <a:t>to</a:t>
            </a:r>
            <a:r>
              <a:rPr lang="de-DE" sz="1600" dirty="0">
                <a:solidFill>
                  <a:srgbClr val="EAECF0"/>
                </a:solidFill>
                <a:ea typeface="+mn-lt"/>
                <a:cs typeface="+mn-lt"/>
              </a:rPr>
              <a:t> Joan,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widow</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 </a:t>
            </a:r>
            <a:r>
              <a:rPr lang="de-DE" sz="1600" dirty="0" err="1">
                <a:solidFill>
                  <a:srgbClr val="EAECF0"/>
                </a:solidFill>
                <a:ea typeface="+mn-lt"/>
                <a:cs typeface="+mn-lt"/>
              </a:rPr>
              <a:t>gentleman</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Chapel Royal. Like </a:t>
            </a:r>
            <a:r>
              <a:rPr lang="de-DE" sz="1600" dirty="0" err="1">
                <a:solidFill>
                  <a:srgbClr val="EAECF0"/>
                </a:solidFill>
                <a:ea typeface="+mn-lt"/>
                <a:cs typeface="+mn-lt"/>
              </a:rPr>
              <a:t>many</a:t>
            </a:r>
            <a:r>
              <a:rPr lang="de-DE" sz="1600" dirty="0">
                <a:solidFill>
                  <a:srgbClr val="EAECF0"/>
                </a:solidFill>
                <a:ea typeface="+mn-lt"/>
                <a:cs typeface="+mn-lt"/>
              </a:rPr>
              <a:t> </a:t>
            </a:r>
            <a:r>
              <a:rPr lang="de-DE" sz="1600" dirty="0" err="1">
                <a:solidFill>
                  <a:srgbClr val="EAECF0"/>
                </a:solidFill>
                <a:ea typeface="+mn-lt"/>
                <a:cs typeface="+mn-lt"/>
              </a:rPr>
              <a:t>other</a:t>
            </a:r>
            <a:r>
              <a:rPr lang="de-DE" sz="1600" dirty="0">
                <a:solidFill>
                  <a:srgbClr val="EAECF0"/>
                </a:solidFill>
                <a:ea typeface="+mn-lt"/>
                <a:cs typeface="+mn-lt"/>
              </a:rPr>
              <a:t> </a:t>
            </a:r>
            <a:r>
              <a:rPr lang="de-DE" sz="1600" dirty="0" err="1">
                <a:solidFill>
                  <a:srgbClr val="EAECF0"/>
                </a:solidFill>
                <a:ea typeface="+mn-lt"/>
                <a:cs typeface="+mn-lt"/>
              </a:rPr>
              <a:t>members</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royal </a:t>
            </a:r>
            <a:r>
              <a:rPr lang="de-DE" sz="1600" dirty="0" err="1">
                <a:solidFill>
                  <a:srgbClr val="EAECF0"/>
                </a:solidFill>
                <a:ea typeface="+mn-lt"/>
                <a:cs typeface="+mn-lt"/>
              </a:rPr>
              <a:t>household</a:t>
            </a:r>
            <a:r>
              <a:rPr lang="de-DE" sz="1600" dirty="0">
                <a:solidFill>
                  <a:srgbClr val="EAECF0"/>
                </a:solidFill>
                <a:ea typeface="+mn-lt"/>
                <a:cs typeface="+mn-lt"/>
              </a:rPr>
              <a:t> </a:t>
            </a:r>
            <a:r>
              <a:rPr lang="de-DE" sz="1600" dirty="0" err="1">
                <a:solidFill>
                  <a:srgbClr val="EAECF0"/>
                </a:solidFill>
                <a:ea typeface="+mn-lt"/>
                <a:cs typeface="+mn-lt"/>
              </a:rPr>
              <a:t>choir</a:t>
            </a:r>
            <a:r>
              <a:rPr lang="de-DE" sz="1600" dirty="0">
                <a:solidFill>
                  <a:srgbClr val="EAECF0"/>
                </a:solidFill>
                <a:ea typeface="+mn-lt"/>
                <a:cs typeface="+mn-lt"/>
              </a:rPr>
              <a:t>, Tallis and </a:t>
            </a:r>
            <a:r>
              <a:rPr lang="de-DE" sz="1600" dirty="0" err="1">
                <a:solidFill>
                  <a:srgbClr val="EAECF0"/>
                </a:solidFill>
                <a:ea typeface="+mn-lt"/>
                <a:cs typeface="+mn-lt"/>
              </a:rPr>
              <a:t>his</a:t>
            </a:r>
            <a:r>
              <a:rPr lang="de-DE" sz="1600" dirty="0">
                <a:solidFill>
                  <a:srgbClr val="EAECF0"/>
                </a:solidFill>
                <a:ea typeface="+mn-lt"/>
                <a:cs typeface="+mn-lt"/>
              </a:rPr>
              <a:t> </a:t>
            </a:r>
            <a:r>
              <a:rPr lang="de-DE" sz="1600" dirty="0" err="1">
                <a:solidFill>
                  <a:srgbClr val="EAECF0"/>
                </a:solidFill>
                <a:ea typeface="+mn-lt"/>
                <a:cs typeface="+mn-lt"/>
              </a:rPr>
              <a:t>wife</a:t>
            </a:r>
            <a:r>
              <a:rPr lang="de-DE" sz="1600" dirty="0">
                <a:solidFill>
                  <a:srgbClr val="EAECF0"/>
                </a:solidFill>
                <a:ea typeface="+mn-lt"/>
                <a:cs typeface="+mn-lt"/>
              </a:rPr>
              <a:t> </a:t>
            </a:r>
            <a:r>
              <a:rPr lang="de-DE" sz="1600" dirty="0" err="1">
                <a:solidFill>
                  <a:srgbClr val="EAECF0"/>
                </a:solidFill>
                <a:ea typeface="+mn-lt"/>
                <a:cs typeface="+mn-lt"/>
              </a:rPr>
              <a:t>lived</a:t>
            </a:r>
            <a:r>
              <a:rPr lang="de-DE" sz="1600" dirty="0">
                <a:solidFill>
                  <a:srgbClr val="EAECF0"/>
                </a:solidFill>
                <a:ea typeface="+mn-lt"/>
                <a:cs typeface="+mn-lt"/>
              </a:rPr>
              <a:t> in </a:t>
            </a:r>
            <a:r>
              <a:rPr lang="de-DE" sz="1600" dirty="0">
                <a:solidFill>
                  <a:srgbClr val="88A3E8"/>
                </a:solidFill>
                <a:ea typeface="+mn-lt"/>
                <a:cs typeface="+mn-lt"/>
                <a:hlinkClick r:id="rId7"/>
              </a:rPr>
              <a:t>Greenwich</a:t>
            </a:r>
            <a:r>
              <a:rPr lang="de-DE" sz="1600" dirty="0">
                <a:solidFill>
                  <a:srgbClr val="EAECF0"/>
                </a:solidFill>
                <a:ea typeface="+mn-lt"/>
                <a:cs typeface="+mn-lt"/>
              </a:rPr>
              <a:t>,</a:t>
            </a:r>
            <a:r>
              <a:rPr lang="de-DE" sz="1100" baseline="30000" dirty="0">
                <a:solidFill>
                  <a:srgbClr val="88A3E8"/>
                </a:solidFill>
                <a:ea typeface="+mn-lt"/>
                <a:cs typeface="+mn-lt"/>
                <a:hlinkClick r:id="rId8"/>
              </a:rPr>
              <a:t>[22]</a:t>
            </a:r>
            <a:r>
              <a:rPr lang="de-DE" sz="1600" dirty="0">
                <a:solidFill>
                  <a:srgbClr val="EAECF0"/>
                </a:solidFill>
                <a:ea typeface="+mn-lt"/>
                <a:cs typeface="+mn-lt"/>
              </a:rPr>
              <a:t> </a:t>
            </a:r>
            <a:r>
              <a:rPr lang="de-DE" sz="1600" dirty="0" err="1">
                <a:solidFill>
                  <a:srgbClr val="EAECF0"/>
                </a:solidFill>
                <a:ea typeface="+mn-lt"/>
                <a:cs typeface="+mn-lt"/>
              </a:rPr>
              <a:t>although</a:t>
            </a:r>
            <a:r>
              <a:rPr lang="de-DE" sz="1600" dirty="0">
                <a:solidFill>
                  <a:srgbClr val="EAECF0"/>
                </a:solidFill>
                <a:ea typeface="+mn-lt"/>
                <a:cs typeface="+mn-lt"/>
              </a:rPr>
              <a:t> </a:t>
            </a:r>
            <a:r>
              <a:rPr lang="de-DE" sz="1600" dirty="0" err="1">
                <a:solidFill>
                  <a:srgbClr val="EAECF0"/>
                </a:solidFill>
                <a:ea typeface="+mn-lt"/>
                <a:cs typeface="+mn-lt"/>
              </a:rPr>
              <a:t>it</a:t>
            </a:r>
            <a:r>
              <a:rPr lang="de-DE" sz="1600" dirty="0">
                <a:solidFill>
                  <a:srgbClr val="EAECF0"/>
                </a:solidFill>
                <a:ea typeface="+mn-lt"/>
                <a:cs typeface="+mn-lt"/>
              </a:rPr>
              <a:t> </a:t>
            </a:r>
            <a:r>
              <a:rPr lang="de-DE" sz="1600" dirty="0" err="1">
                <a:solidFill>
                  <a:srgbClr val="EAECF0"/>
                </a:solidFill>
                <a:ea typeface="+mn-lt"/>
                <a:cs typeface="+mn-lt"/>
              </a:rPr>
              <a:t>is</a:t>
            </a:r>
            <a:r>
              <a:rPr lang="de-DE" sz="1600" dirty="0">
                <a:solidFill>
                  <a:srgbClr val="EAECF0"/>
                </a:solidFill>
                <a:ea typeface="+mn-lt"/>
                <a:cs typeface="+mn-lt"/>
              </a:rPr>
              <a:t> not </a:t>
            </a:r>
            <a:r>
              <a:rPr lang="de-DE" sz="1600" dirty="0" err="1">
                <a:solidFill>
                  <a:srgbClr val="EAECF0"/>
                </a:solidFill>
                <a:ea typeface="+mn-lt"/>
                <a:cs typeface="+mn-lt"/>
              </a:rPr>
              <a:t>known</a:t>
            </a:r>
            <a:r>
              <a:rPr lang="de-DE" sz="1600" dirty="0">
                <a:solidFill>
                  <a:srgbClr val="EAECF0"/>
                </a:solidFill>
                <a:ea typeface="+mn-lt"/>
                <a:cs typeface="+mn-lt"/>
              </a:rPr>
              <a:t> </a:t>
            </a:r>
            <a:r>
              <a:rPr lang="de-DE" sz="1600" dirty="0" err="1">
                <a:solidFill>
                  <a:srgbClr val="EAECF0"/>
                </a:solidFill>
                <a:ea typeface="+mn-lt"/>
                <a:cs typeface="+mn-lt"/>
              </a:rPr>
              <a:t>if</a:t>
            </a:r>
            <a:r>
              <a:rPr lang="de-DE" sz="1600" dirty="0">
                <a:solidFill>
                  <a:srgbClr val="EAECF0"/>
                </a:solidFill>
                <a:ea typeface="+mn-lt"/>
                <a:cs typeface="+mn-lt"/>
              </a:rPr>
              <a:t> he </a:t>
            </a:r>
            <a:r>
              <a:rPr lang="de-DE" sz="1600" dirty="0" err="1">
                <a:solidFill>
                  <a:srgbClr val="EAECF0"/>
                </a:solidFill>
                <a:ea typeface="+mn-lt"/>
                <a:cs typeface="+mn-lt"/>
              </a:rPr>
              <a:t>ever</a:t>
            </a:r>
            <a:r>
              <a:rPr lang="de-DE" sz="1600" dirty="0">
                <a:solidFill>
                  <a:srgbClr val="EAECF0"/>
                </a:solidFill>
                <a:ea typeface="+mn-lt"/>
                <a:cs typeface="+mn-lt"/>
              </a:rPr>
              <a:t> </a:t>
            </a:r>
            <a:r>
              <a:rPr lang="de-DE" sz="1600" dirty="0" err="1">
                <a:solidFill>
                  <a:srgbClr val="EAECF0"/>
                </a:solidFill>
                <a:ea typeface="+mn-lt"/>
                <a:cs typeface="+mn-lt"/>
              </a:rPr>
              <a:t>owned</a:t>
            </a:r>
            <a:r>
              <a:rPr lang="de-DE" sz="1600" dirty="0">
                <a:solidFill>
                  <a:srgbClr val="EAECF0"/>
                </a:solidFill>
                <a:ea typeface="+mn-lt"/>
                <a:cs typeface="+mn-lt"/>
              </a:rPr>
              <a:t> </a:t>
            </a:r>
            <a:r>
              <a:rPr lang="de-DE" sz="1600" dirty="0" err="1">
                <a:solidFill>
                  <a:srgbClr val="EAECF0"/>
                </a:solidFill>
                <a:ea typeface="+mn-lt"/>
                <a:cs typeface="+mn-lt"/>
              </a:rPr>
              <a:t>his</a:t>
            </a:r>
            <a:r>
              <a:rPr lang="de-DE" sz="1600" dirty="0">
                <a:solidFill>
                  <a:srgbClr val="EAECF0"/>
                </a:solidFill>
                <a:ea typeface="+mn-lt"/>
                <a:cs typeface="+mn-lt"/>
              </a:rPr>
              <a:t> </a:t>
            </a:r>
            <a:r>
              <a:rPr lang="de-DE" sz="1600" dirty="0" err="1">
                <a:solidFill>
                  <a:srgbClr val="EAECF0"/>
                </a:solidFill>
                <a:ea typeface="+mn-lt"/>
                <a:cs typeface="+mn-lt"/>
              </a:rPr>
              <a:t>house</a:t>
            </a:r>
            <a:r>
              <a:rPr lang="de-DE" sz="1600" dirty="0">
                <a:solidFill>
                  <a:srgbClr val="EAECF0"/>
                </a:solidFill>
                <a:ea typeface="+mn-lt"/>
                <a:cs typeface="+mn-lt"/>
              </a:rPr>
              <a:t> </a:t>
            </a:r>
            <a:r>
              <a:rPr lang="de-DE" sz="1600" dirty="0" err="1">
                <a:solidFill>
                  <a:srgbClr val="EAECF0"/>
                </a:solidFill>
                <a:ea typeface="+mn-lt"/>
                <a:cs typeface="+mn-lt"/>
              </a:rPr>
              <a:t>there</a:t>
            </a:r>
            <a:r>
              <a:rPr lang="de-DE" sz="1600" dirty="0">
                <a:solidFill>
                  <a:srgbClr val="EAECF0"/>
                </a:solidFill>
                <a:ea typeface="+mn-lt"/>
                <a:cs typeface="+mn-lt"/>
              </a:rPr>
              <a:t>. He </a:t>
            </a:r>
            <a:r>
              <a:rPr lang="de-DE" sz="1600" dirty="0" err="1">
                <a:solidFill>
                  <a:srgbClr val="EAECF0"/>
                </a:solidFill>
                <a:ea typeface="+mn-lt"/>
                <a:cs typeface="+mn-lt"/>
              </a:rPr>
              <a:t>probably</a:t>
            </a:r>
            <a:r>
              <a:rPr lang="de-DE" sz="1600" dirty="0">
                <a:solidFill>
                  <a:srgbClr val="EAECF0"/>
                </a:solidFill>
                <a:ea typeface="+mn-lt"/>
                <a:cs typeface="+mn-lt"/>
              </a:rPr>
              <a:t> </a:t>
            </a:r>
            <a:r>
              <a:rPr lang="de-DE" sz="1600" dirty="0" err="1">
                <a:solidFill>
                  <a:srgbClr val="EAECF0"/>
                </a:solidFill>
                <a:ea typeface="+mn-lt"/>
                <a:cs typeface="+mn-lt"/>
              </a:rPr>
              <a:t>rented</a:t>
            </a:r>
            <a:r>
              <a:rPr lang="de-DE" sz="1600" dirty="0">
                <a:solidFill>
                  <a:srgbClr val="EAECF0"/>
                </a:solidFill>
                <a:ea typeface="+mn-lt"/>
                <a:cs typeface="+mn-lt"/>
              </a:rPr>
              <a:t> a </a:t>
            </a:r>
            <a:r>
              <a:rPr lang="de-DE" sz="1600" dirty="0" err="1">
                <a:solidFill>
                  <a:srgbClr val="EAECF0"/>
                </a:solidFill>
                <a:ea typeface="+mn-lt"/>
                <a:cs typeface="+mn-lt"/>
              </a:rPr>
              <a:t>house</a:t>
            </a:r>
            <a:r>
              <a:rPr lang="de-DE" sz="1600" dirty="0">
                <a:solidFill>
                  <a:srgbClr val="EAECF0"/>
                </a:solidFill>
                <a:ea typeface="+mn-lt"/>
                <a:cs typeface="+mn-lt"/>
              </a:rPr>
              <a:t>, </a:t>
            </a:r>
            <a:r>
              <a:rPr lang="de-DE" sz="1600" dirty="0" err="1">
                <a:solidFill>
                  <a:srgbClr val="EAECF0"/>
                </a:solidFill>
                <a:ea typeface="+mn-lt"/>
                <a:cs typeface="+mn-lt"/>
              </a:rPr>
              <a:t>by</a:t>
            </a:r>
            <a:r>
              <a:rPr lang="de-DE" sz="1600" dirty="0">
                <a:solidFill>
                  <a:srgbClr val="EAECF0"/>
                </a:solidFill>
                <a:ea typeface="+mn-lt"/>
                <a:cs typeface="+mn-lt"/>
              </a:rPr>
              <a:t> </a:t>
            </a:r>
            <a:r>
              <a:rPr lang="de-DE" sz="1600" dirty="0" err="1">
                <a:solidFill>
                  <a:srgbClr val="EAECF0"/>
                </a:solidFill>
                <a:ea typeface="+mn-lt"/>
                <a:cs typeface="+mn-lt"/>
              </a:rPr>
              <a:t>tradition</a:t>
            </a:r>
            <a:r>
              <a:rPr lang="de-DE" sz="1600" dirty="0">
                <a:solidFill>
                  <a:srgbClr val="EAECF0"/>
                </a:solidFill>
                <a:ea typeface="+mn-lt"/>
                <a:cs typeface="+mn-lt"/>
              </a:rPr>
              <a:t> in </a:t>
            </a:r>
            <a:r>
              <a:rPr lang="de-DE" sz="1600" dirty="0" err="1">
                <a:solidFill>
                  <a:srgbClr val="EAECF0"/>
                </a:solidFill>
                <a:ea typeface="+mn-lt"/>
                <a:cs typeface="+mn-lt"/>
              </a:rPr>
              <a:t>Stockwell</a:t>
            </a:r>
            <a:r>
              <a:rPr lang="de-DE" sz="1600" dirty="0">
                <a:solidFill>
                  <a:srgbClr val="EAECF0"/>
                </a:solidFill>
                <a:ea typeface="+mn-lt"/>
                <a:cs typeface="+mn-lt"/>
              </a:rPr>
              <a:t> Street.</a:t>
            </a:r>
            <a:r>
              <a:rPr lang="de-DE" sz="1100" baseline="30000" dirty="0">
                <a:solidFill>
                  <a:srgbClr val="88A3E8"/>
                </a:solidFill>
                <a:ea typeface="+mn-lt"/>
                <a:cs typeface="+mn-lt"/>
                <a:hlinkClick r:id="rId3"/>
              </a:rPr>
              <a:t>[11]</a:t>
            </a:r>
            <a:r>
              <a:rPr lang="de-DE" sz="1600" dirty="0">
                <a:solidFill>
                  <a:srgbClr val="EAECF0"/>
                </a:solidFill>
                <a:ea typeface="+mn-lt"/>
                <a:cs typeface="+mn-lt"/>
              </a:rPr>
              <a:t> </a:t>
            </a:r>
            <a:r>
              <a:rPr lang="de-DE" sz="1600" dirty="0" err="1">
                <a:solidFill>
                  <a:srgbClr val="EAECF0"/>
                </a:solidFill>
                <a:ea typeface="+mn-lt"/>
                <a:cs typeface="+mn-lt"/>
              </a:rPr>
              <a:t>According</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Tallis' </a:t>
            </a:r>
            <a:r>
              <a:rPr lang="de-DE" sz="1600" dirty="0" err="1">
                <a:solidFill>
                  <a:srgbClr val="EAECF0"/>
                </a:solidFill>
                <a:ea typeface="+mn-lt"/>
                <a:cs typeface="+mn-lt"/>
              </a:rPr>
              <a:t>epitaph</a:t>
            </a:r>
            <a:r>
              <a:rPr lang="de-DE" sz="1600" dirty="0">
                <a:solidFill>
                  <a:srgbClr val="EAECF0"/>
                </a:solidFill>
                <a:ea typeface="+mn-lt"/>
                <a:cs typeface="+mn-lt"/>
              </a:rPr>
              <a:t> and Joan Tallis' will, </a:t>
            </a:r>
            <a:r>
              <a:rPr lang="de-DE" sz="1600" dirty="0" err="1">
                <a:solidFill>
                  <a:srgbClr val="EAECF0"/>
                </a:solidFill>
                <a:ea typeface="+mn-lt"/>
                <a:cs typeface="+mn-lt"/>
              </a:rPr>
              <a:t>there</a:t>
            </a:r>
            <a:r>
              <a:rPr lang="de-DE" sz="1600" dirty="0">
                <a:solidFill>
                  <a:srgbClr val="EAECF0"/>
                </a:solidFill>
                <a:ea typeface="+mn-lt"/>
                <a:cs typeface="+mn-lt"/>
              </a:rPr>
              <a:t> </a:t>
            </a:r>
            <a:r>
              <a:rPr lang="de-DE" sz="1600" dirty="0" err="1">
                <a:solidFill>
                  <a:srgbClr val="EAECF0"/>
                </a:solidFill>
                <a:ea typeface="+mn-lt"/>
                <a:cs typeface="+mn-lt"/>
              </a:rPr>
              <a:t>were</a:t>
            </a:r>
            <a:r>
              <a:rPr lang="de-DE" sz="1600" dirty="0">
                <a:solidFill>
                  <a:srgbClr val="EAECF0"/>
                </a:solidFill>
                <a:ea typeface="+mn-lt"/>
                <a:cs typeface="+mn-lt"/>
              </a:rPr>
              <a:t> </a:t>
            </a:r>
            <a:r>
              <a:rPr lang="de-DE" sz="1600" dirty="0" err="1">
                <a:solidFill>
                  <a:srgbClr val="EAECF0"/>
                </a:solidFill>
                <a:ea typeface="+mn-lt"/>
                <a:cs typeface="+mn-lt"/>
              </a:rPr>
              <a:t>no</a:t>
            </a:r>
            <a:r>
              <a:rPr lang="de-DE" sz="1600" dirty="0">
                <a:solidFill>
                  <a:srgbClr val="EAECF0"/>
                </a:solidFill>
                <a:ea typeface="+mn-lt"/>
                <a:cs typeface="+mn-lt"/>
              </a:rPr>
              <a:t> </a:t>
            </a:r>
            <a:r>
              <a:rPr lang="de-DE" sz="1600" dirty="0" err="1">
                <a:solidFill>
                  <a:srgbClr val="EAECF0"/>
                </a:solidFill>
                <a:ea typeface="+mn-lt"/>
                <a:cs typeface="+mn-lt"/>
              </a:rPr>
              <a:t>children</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marriage</a:t>
            </a:r>
            <a:r>
              <a:rPr lang="de-DE" sz="1600" dirty="0">
                <a:solidFill>
                  <a:srgbClr val="EAECF0"/>
                </a:solidFill>
                <a:ea typeface="+mn-lt"/>
                <a:cs typeface="+mn-lt"/>
              </a:rPr>
              <a:t>.</a:t>
            </a:r>
            <a:r>
              <a:rPr lang="de-DE" sz="1100" baseline="30000" dirty="0">
                <a:solidFill>
                  <a:srgbClr val="88A3E8"/>
                </a:solidFill>
                <a:ea typeface="+mn-lt"/>
                <a:cs typeface="+mn-lt"/>
                <a:hlinkClick r:id="rId3"/>
              </a:rPr>
              <a:t>[11][25]</a:t>
            </a:r>
            <a:r>
              <a:rPr lang="de-DE" sz="1600" dirty="0">
                <a:solidFill>
                  <a:srgbClr val="EAECF0"/>
                </a:solidFill>
                <a:ea typeface="+mn-lt"/>
                <a:cs typeface="+mn-lt"/>
              </a:rPr>
              <a:t> In </a:t>
            </a:r>
            <a:r>
              <a:rPr lang="de-DE" sz="1600" dirty="0" err="1">
                <a:solidFill>
                  <a:srgbClr val="EAECF0"/>
                </a:solidFill>
                <a:ea typeface="+mn-lt"/>
                <a:cs typeface="+mn-lt"/>
              </a:rPr>
              <a:t>the</a:t>
            </a:r>
            <a:r>
              <a:rPr lang="de-DE" sz="1600" dirty="0">
                <a:solidFill>
                  <a:srgbClr val="EAECF0"/>
                </a:solidFill>
                <a:ea typeface="+mn-lt"/>
                <a:cs typeface="+mn-lt"/>
              </a:rPr>
              <a:t> 1550s, and 1560s, </a:t>
            </a:r>
            <a:r>
              <a:rPr lang="de-DE" sz="1600" dirty="0" err="1">
                <a:solidFill>
                  <a:srgbClr val="EAECF0"/>
                </a:solidFill>
                <a:ea typeface="+mn-lt"/>
                <a:cs typeface="+mn-lt"/>
              </a:rPr>
              <a:t>it</a:t>
            </a:r>
            <a:r>
              <a:rPr lang="de-DE" sz="1600" dirty="0">
                <a:solidFill>
                  <a:srgbClr val="EAECF0"/>
                </a:solidFill>
                <a:ea typeface="+mn-lt"/>
                <a:cs typeface="+mn-lt"/>
              </a:rPr>
              <a:t> </a:t>
            </a:r>
            <a:r>
              <a:rPr lang="de-DE" sz="1600" dirty="0" err="1">
                <a:solidFill>
                  <a:srgbClr val="EAECF0"/>
                </a:solidFill>
                <a:ea typeface="+mn-lt"/>
                <a:cs typeface="+mn-lt"/>
              </a:rPr>
              <a:t>is</a:t>
            </a:r>
            <a:r>
              <a:rPr lang="de-DE" sz="1600" dirty="0">
                <a:solidFill>
                  <a:srgbClr val="EAECF0"/>
                </a:solidFill>
                <a:ea typeface="+mn-lt"/>
                <a:cs typeface="+mn-lt"/>
              </a:rPr>
              <a:t> </a:t>
            </a:r>
            <a:r>
              <a:rPr lang="de-DE" sz="1600" dirty="0" err="1">
                <a:solidFill>
                  <a:srgbClr val="EAECF0"/>
                </a:solidFill>
                <a:ea typeface="+mn-lt"/>
                <a:cs typeface="+mn-lt"/>
              </a:rPr>
              <a:t>likely</a:t>
            </a:r>
            <a:r>
              <a:rPr lang="de-DE" sz="1600" dirty="0">
                <a:solidFill>
                  <a:srgbClr val="EAECF0"/>
                </a:solidFill>
                <a:ea typeface="+mn-lt"/>
                <a:cs typeface="+mn-lt"/>
              </a:rPr>
              <a:t> </a:t>
            </a:r>
            <a:r>
              <a:rPr lang="de-DE" sz="1600" dirty="0" err="1">
                <a:solidFill>
                  <a:srgbClr val="EAECF0"/>
                </a:solidFill>
                <a:ea typeface="+mn-lt"/>
                <a:cs typeface="+mn-lt"/>
              </a:rPr>
              <a:t>that</a:t>
            </a:r>
            <a:r>
              <a:rPr lang="de-DE" sz="1600" dirty="0">
                <a:solidFill>
                  <a:srgbClr val="EAECF0"/>
                </a:solidFill>
                <a:ea typeface="+mn-lt"/>
                <a:cs typeface="+mn-lt"/>
              </a:rPr>
              <a:t> </a:t>
            </a:r>
            <a:r>
              <a:rPr lang="de-DE" sz="1600" dirty="0">
                <a:solidFill>
                  <a:srgbClr val="88A3E8"/>
                </a:solidFill>
                <a:ea typeface="+mn-lt"/>
                <a:cs typeface="+mn-lt"/>
                <a:hlinkClick r:id="rId9"/>
              </a:rPr>
              <a:t>William Byrd</a:t>
            </a:r>
            <a:r>
              <a:rPr lang="de-DE" sz="1600" dirty="0">
                <a:solidFill>
                  <a:srgbClr val="EAECF0"/>
                </a:solidFill>
                <a:ea typeface="+mn-lt"/>
                <a:cs typeface="+mn-lt"/>
              </a:rPr>
              <a:t> was </a:t>
            </a:r>
            <a:r>
              <a:rPr lang="de-DE" sz="1600" dirty="0" err="1">
                <a:solidFill>
                  <a:srgbClr val="EAECF0"/>
                </a:solidFill>
                <a:ea typeface="+mn-lt"/>
                <a:cs typeface="+mn-lt"/>
              </a:rPr>
              <a:t>taught</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organ</a:t>
            </a:r>
            <a:r>
              <a:rPr lang="de-DE" sz="1600" dirty="0">
                <a:solidFill>
                  <a:srgbClr val="EAECF0"/>
                </a:solidFill>
                <a:ea typeface="+mn-lt"/>
                <a:cs typeface="+mn-lt"/>
              </a:rPr>
              <a:t> and </a:t>
            </a:r>
            <a:r>
              <a:rPr lang="de-DE" sz="1600" dirty="0" err="1">
                <a:solidFill>
                  <a:srgbClr val="EAECF0"/>
                </a:solidFill>
                <a:ea typeface="+mn-lt"/>
                <a:cs typeface="+mn-lt"/>
              </a:rPr>
              <a:t>some</a:t>
            </a:r>
            <a:r>
              <a:rPr lang="de-DE" sz="1600" dirty="0">
                <a:solidFill>
                  <a:srgbClr val="EAECF0"/>
                </a:solidFill>
                <a:ea typeface="+mn-lt"/>
                <a:cs typeface="+mn-lt"/>
              </a:rPr>
              <a:t> </a:t>
            </a:r>
            <a:r>
              <a:rPr lang="de-DE" sz="1600" dirty="0" err="1">
                <a:solidFill>
                  <a:srgbClr val="EAECF0"/>
                </a:solidFill>
                <a:ea typeface="+mn-lt"/>
                <a:cs typeface="+mn-lt"/>
              </a:rPr>
              <a:t>composition</a:t>
            </a:r>
            <a:r>
              <a:rPr lang="de-DE" sz="1600" dirty="0">
                <a:solidFill>
                  <a:srgbClr val="EAECF0"/>
                </a:solidFill>
                <a:ea typeface="+mn-lt"/>
                <a:cs typeface="+mn-lt"/>
              </a:rPr>
              <a:t> </a:t>
            </a:r>
            <a:r>
              <a:rPr lang="de-DE" sz="1600" dirty="0" err="1">
                <a:solidFill>
                  <a:srgbClr val="EAECF0"/>
                </a:solidFill>
                <a:ea typeface="+mn-lt"/>
                <a:cs typeface="+mn-lt"/>
              </a:rPr>
              <a:t>by</a:t>
            </a:r>
            <a:r>
              <a:rPr lang="de-DE" sz="1600" dirty="0">
                <a:solidFill>
                  <a:srgbClr val="EAECF0"/>
                </a:solidFill>
                <a:ea typeface="+mn-lt"/>
                <a:cs typeface="+mn-lt"/>
              </a:rPr>
              <a:t> Tallis ("</a:t>
            </a:r>
            <a:r>
              <a:rPr lang="de-DE" sz="1600" dirty="0" err="1">
                <a:solidFill>
                  <a:srgbClr val="EAECF0"/>
                </a:solidFill>
                <a:ea typeface="+mn-lt"/>
                <a:cs typeface="+mn-lt"/>
              </a:rPr>
              <a:t>bred</a:t>
            </a:r>
            <a:r>
              <a:rPr lang="de-DE" sz="1600" dirty="0">
                <a:solidFill>
                  <a:srgbClr val="EAECF0"/>
                </a:solidFill>
                <a:ea typeface="+mn-lt"/>
                <a:cs typeface="+mn-lt"/>
              </a:rPr>
              <a:t> </a:t>
            </a:r>
            <a:r>
              <a:rPr lang="de-DE" sz="1600" dirty="0" err="1">
                <a:solidFill>
                  <a:srgbClr val="EAECF0"/>
                </a:solidFill>
                <a:ea typeface="+mn-lt"/>
                <a:cs typeface="+mn-lt"/>
              </a:rPr>
              <a:t>up</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Musick </a:t>
            </a:r>
            <a:r>
              <a:rPr lang="de-DE" sz="1600" dirty="0" err="1">
                <a:solidFill>
                  <a:srgbClr val="EAECF0"/>
                </a:solidFill>
                <a:ea typeface="+mn-lt"/>
                <a:cs typeface="+mn-lt"/>
              </a:rPr>
              <a:t>under</a:t>
            </a:r>
            <a:r>
              <a:rPr lang="de-DE" sz="1600" dirty="0">
                <a:solidFill>
                  <a:srgbClr val="EAECF0"/>
                </a:solidFill>
                <a:ea typeface="+mn-lt"/>
                <a:cs typeface="+mn-lt"/>
              </a:rPr>
              <a:t> Tho. </a:t>
            </a:r>
            <a:r>
              <a:rPr lang="de-DE" sz="1600" dirty="0" err="1">
                <a:solidFill>
                  <a:srgbClr val="EAECF0"/>
                </a:solidFill>
                <a:ea typeface="+mn-lt"/>
                <a:cs typeface="+mn-lt"/>
              </a:rPr>
              <a:t>Tallys</a:t>
            </a:r>
            <a:r>
              <a:rPr lang="de-DE" sz="1600" dirty="0">
                <a:solidFill>
                  <a:srgbClr val="EAECF0"/>
                </a:solidFill>
                <a:ea typeface="+mn-lt"/>
                <a:cs typeface="+mn-lt"/>
              </a:rPr>
              <a:t>").</a:t>
            </a:r>
            <a:r>
              <a:rPr lang="de-DE" sz="1100" baseline="30000" dirty="0">
                <a:solidFill>
                  <a:srgbClr val="88A3E8"/>
                </a:solidFill>
                <a:ea typeface="+mn-lt"/>
                <a:cs typeface="+mn-lt"/>
                <a:hlinkClick r:id="rId10"/>
              </a:rPr>
              <a:t>[26]</a:t>
            </a:r>
            <a:r>
              <a:rPr lang="de-DE" sz="1600" dirty="0">
                <a:solidFill>
                  <a:srgbClr val="EAECF0"/>
                </a:solidFill>
                <a:ea typeface="+mn-lt"/>
                <a:cs typeface="+mn-lt"/>
              </a:rPr>
              <a:t> Byrd </a:t>
            </a:r>
            <a:r>
              <a:rPr lang="de-DE" sz="1600" dirty="0" err="1">
                <a:solidFill>
                  <a:srgbClr val="EAECF0"/>
                </a:solidFill>
                <a:ea typeface="+mn-lt"/>
                <a:cs typeface="+mn-lt"/>
              </a:rPr>
              <a:t>kept</a:t>
            </a:r>
            <a:r>
              <a:rPr lang="de-DE" sz="1600" dirty="0">
                <a:solidFill>
                  <a:srgbClr val="EAECF0"/>
                </a:solidFill>
                <a:ea typeface="+mn-lt"/>
                <a:cs typeface="+mn-lt"/>
              </a:rPr>
              <a:t> a </a:t>
            </a:r>
            <a:r>
              <a:rPr lang="de-DE" sz="1600" dirty="0" err="1">
                <a:solidFill>
                  <a:srgbClr val="EAECF0"/>
                </a:solidFill>
                <a:ea typeface="+mn-lt"/>
                <a:cs typeface="+mn-lt"/>
              </a:rPr>
              <a:t>close</a:t>
            </a:r>
            <a:r>
              <a:rPr lang="de-DE" sz="1600" dirty="0">
                <a:solidFill>
                  <a:srgbClr val="EAECF0"/>
                </a:solidFill>
                <a:ea typeface="+mn-lt"/>
                <a:cs typeface="+mn-lt"/>
              </a:rPr>
              <a:t> </a:t>
            </a:r>
            <a:r>
              <a:rPr lang="de-DE" sz="1600" dirty="0" err="1">
                <a:solidFill>
                  <a:srgbClr val="EAECF0"/>
                </a:solidFill>
                <a:ea typeface="+mn-lt"/>
                <a:cs typeface="+mn-lt"/>
              </a:rPr>
              <a:t>relationship</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Tallis, </a:t>
            </a:r>
            <a:r>
              <a:rPr lang="de-DE" sz="1600" dirty="0" err="1">
                <a:solidFill>
                  <a:srgbClr val="EAECF0"/>
                </a:solidFill>
                <a:ea typeface="+mn-lt"/>
                <a:cs typeface="+mn-lt"/>
              </a:rPr>
              <a:t>as</a:t>
            </a:r>
            <a:r>
              <a:rPr lang="de-DE" sz="1600" dirty="0">
                <a:solidFill>
                  <a:srgbClr val="EAECF0"/>
                </a:solidFill>
                <a:ea typeface="+mn-lt"/>
                <a:cs typeface="+mn-lt"/>
              </a:rPr>
              <a:t> Tallis </a:t>
            </a:r>
            <a:r>
              <a:rPr lang="de-DE" sz="1600" dirty="0" err="1">
                <a:solidFill>
                  <a:srgbClr val="EAECF0"/>
                </a:solidFill>
                <a:ea typeface="+mn-lt"/>
                <a:cs typeface="+mn-lt"/>
              </a:rPr>
              <a:t>went</a:t>
            </a:r>
            <a:r>
              <a:rPr lang="de-DE" sz="1600" dirty="0">
                <a:solidFill>
                  <a:srgbClr val="EAECF0"/>
                </a:solidFill>
                <a:ea typeface="+mn-lt"/>
                <a:cs typeface="+mn-lt"/>
              </a:rPr>
              <a:t> on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become</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godfather</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Byrd's</a:t>
            </a:r>
            <a:r>
              <a:rPr lang="de-DE" sz="1600" dirty="0">
                <a:solidFill>
                  <a:srgbClr val="EAECF0"/>
                </a:solidFill>
                <a:ea typeface="+mn-lt"/>
                <a:cs typeface="+mn-lt"/>
              </a:rPr>
              <a:t> </a:t>
            </a:r>
            <a:r>
              <a:rPr lang="de-DE" sz="1600" dirty="0" err="1">
                <a:solidFill>
                  <a:srgbClr val="EAECF0"/>
                </a:solidFill>
                <a:ea typeface="+mn-lt"/>
                <a:cs typeface="+mn-lt"/>
              </a:rPr>
              <a:t>second</a:t>
            </a:r>
            <a:r>
              <a:rPr lang="de-DE" sz="1600" dirty="0">
                <a:solidFill>
                  <a:srgbClr val="EAECF0"/>
                </a:solidFill>
                <a:ea typeface="+mn-lt"/>
                <a:cs typeface="+mn-lt"/>
              </a:rPr>
              <a:t> </a:t>
            </a:r>
            <a:r>
              <a:rPr lang="de-DE" sz="1600" dirty="0" err="1">
                <a:solidFill>
                  <a:srgbClr val="EAECF0"/>
                </a:solidFill>
                <a:ea typeface="+mn-lt"/>
                <a:cs typeface="+mn-lt"/>
              </a:rPr>
              <a:t>son</a:t>
            </a:r>
            <a:r>
              <a:rPr lang="de-DE" sz="1600" dirty="0">
                <a:solidFill>
                  <a:srgbClr val="EAECF0"/>
                </a:solidFill>
                <a:ea typeface="+mn-lt"/>
                <a:cs typeface="+mn-lt"/>
              </a:rPr>
              <a:t>, Thomas Byrd.</a:t>
            </a:r>
            <a:r>
              <a:rPr lang="de-DE" sz="1100" baseline="30000" dirty="0">
                <a:solidFill>
                  <a:srgbClr val="88A3E8"/>
                </a:solidFill>
                <a:ea typeface="+mn-lt"/>
                <a:cs typeface="+mn-lt"/>
                <a:hlinkClick r:id="rId11"/>
              </a:rPr>
              <a:t>[27]</a:t>
            </a:r>
            <a:endParaRPr lang="de-DE" sz="1100"/>
          </a:p>
          <a:p>
            <a:r>
              <a:rPr lang="de-DE" sz="1600" dirty="0">
                <a:solidFill>
                  <a:srgbClr val="EAECF0"/>
                </a:solidFill>
                <a:ea typeface="+mn-lt"/>
                <a:cs typeface="+mn-lt"/>
              </a:rPr>
              <a:t>Queen Mary I, </a:t>
            </a:r>
            <a:r>
              <a:rPr lang="de-DE" sz="1600" err="1">
                <a:solidFill>
                  <a:srgbClr val="EAECF0"/>
                </a:solidFill>
                <a:ea typeface="+mn-lt"/>
                <a:cs typeface="+mn-lt"/>
              </a:rPr>
              <a:t>who</a:t>
            </a:r>
            <a:r>
              <a:rPr lang="de-DE" sz="1600" dirty="0">
                <a:solidFill>
                  <a:srgbClr val="EAECF0"/>
                </a:solidFill>
                <a:ea typeface="+mn-lt"/>
                <a:cs typeface="+mn-lt"/>
              </a:rPr>
              <a:t> </a:t>
            </a:r>
            <a:r>
              <a:rPr lang="de-DE" sz="1600" err="1">
                <a:solidFill>
                  <a:srgbClr val="EAECF0"/>
                </a:solidFill>
                <a:ea typeface="+mn-lt"/>
                <a:cs typeface="+mn-lt"/>
              </a:rPr>
              <a:t>commissioned</a:t>
            </a:r>
            <a:r>
              <a:rPr lang="de-DE" sz="1600" dirty="0">
                <a:solidFill>
                  <a:srgbClr val="EAECF0"/>
                </a:solidFill>
                <a:ea typeface="+mn-lt"/>
                <a:cs typeface="+mn-lt"/>
              </a:rPr>
              <a:t> a </a:t>
            </a:r>
            <a:r>
              <a:rPr lang="de-DE" sz="1600" err="1">
                <a:solidFill>
                  <a:srgbClr val="EAECF0"/>
                </a:solidFill>
                <a:ea typeface="+mn-lt"/>
                <a:cs typeface="+mn-lt"/>
              </a:rPr>
              <a:t>mass</a:t>
            </a:r>
            <a:r>
              <a:rPr lang="de-DE" sz="1600" dirty="0">
                <a:solidFill>
                  <a:srgbClr val="EAECF0"/>
                </a:solidFill>
                <a:ea typeface="+mn-lt"/>
                <a:cs typeface="+mn-lt"/>
              </a:rPr>
              <a:t> and </a:t>
            </a:r>
            <a:r>
              <a:rPr lang="de-DE" sz="1600" err="1">
                <a:solidFill>
                  <a:srgbClr val="EAECF0"/>
                </a:solidFill>
                <a:ea typeface="+mn-lt"/>
                <a:cs typeface="+mn-lt"/>
              </a:rPr>
              <a:t>several</a:t>
            </a:r>
            <a:r>
              <a:rPr lang="de-DE" sz="1600" dirty="0">
                <a:solidFill>
                  <a:srgbClr val="EAECF0"/>
                </a:solidFill>
                <a:ea typeface="+mn-lt"/>
                <a:cs typeface="+mn-lt"/>
              </a:rPr>
              <a:t> </a:t>
            </a:r>
            <a:r>
              <a:rPr lang="de-DE" sz="1600" err="1">
                <a:solidFill>
                  <a:srgbClr val="EAECF0"/>
                </a:solidFill>
                <a:ea typeface="+mn-lt"/>
                <a:cs typeface="+mn-lt"/>
              </a:rPr>
              <a:t>settings</a:t>
            </a:r>
            <a:r>
              <a:rPr lang="de-DE" sz="1600" dirty="0">
                <a:solidFill>
                  <a:srgbClr val="EAECF0"/>
                </a:solidFill>
                <a:ea typeface="+mn-lt"/>
                <a:cs typeface="+mn-lt"/>
              </a:rPr>
              <a:t> </a:t>
            </a:r>
            <a:r>
              <a:rPr lang="de-DE" sz="1600" err="1">
                <a:solidFill>
                  <a:srgbClr val="EAECF0"/>
                </a:solidFill>
                <a:ea typeface="+mn-lt"/>
                <a:cs typeface="+mn-lt"/>
              </a:rPr>
              <a:t>for</a:t>
            </a:r>
            <a:r>
              <a:rPr lang="de-DE" sz="1600" dirty="0">
                <a:solidFill>
                  <a:srgbClr val="EAECF0"/>
                </a:solidFill>
                <a:ea typeface="+mn-lt"/>
                <a:cs typeface="+mn-lt"/>
              </a:rPr>
              <a:t> </a:t>
            </a:r>
            <a:r>
              <a:rPr lang="de-DE" sz="1600" dirty="0">
                <a:solidFill>
                  <a:srgbClr val="88A3E8"/>
                </a:solidFill>
                <a:ea typeface="+mn-lt"/>
                <a:cs typeface="+mn-lt"/>
                <a:hlinkClick r:id="rId12"/>
              </a:rPr>
              <a:t>Divine Office</a:t>
            </a:r>
            <a:r>
              <a:rPr lang="de-DE" sz="1600" dirty="0">
                <a:solidFill>
                  <a:srgbClr val="EAECF0"/>
                </a:solidFill>
                <a:ea typeface="+mn-lt"/>
                <a:cs typeface="+mn-lt"/>
              </a:rPr>
              <a:t> </a:t>
            </a:r>
            <a:r>
              <a:rPr lang="de-DE" sz="1600" err="1">
                <a:solidFill>
                  <a:srgbClr val="EAECF0"/>
                </a:solidFill>
                <a:ea typeface="+mn-lt"/>
                <a:cs typeface="+mn-lt"/>
              </a:rPr>
              <a:t>from</a:t>
            </a:r>
            <a:r>
              <a:rPr lang="de-DE" sz="1600" dirty="0">
                <a:solidFill>
                  <a:srgbClr val="EAECF0"/>
                </a:solidFill>
                <a:ea typeface="+mn-lt"/>
                <a:cs typeface="+mn-lt"/>
              </a:rPr>
              <a:t> Tallis,</a:t>
            </a:r>
            <a:r>
              <a:rPr lang="de-DE" sz="1100" baseline="30000" dirty="0">
                <a:solidFill>
                  <a:srgbClr val="88A3E8"/>
                </a:solidFill>
                <a:ea typeface="+mn-lt"/>
                <a:cs typeface="+mn-lt"/>
                <a:hlinkClick r:id="rId13"/>
              </a:rPr>
              <a:t>[28]</a:t>
            </a:r>
            <a:r>
              <a:rPr lang="de-DE" sz="1600" dirty="0">
                <a:solidFill>
                  <a:srgbClr val="EAECF0"/>
                </a:solidFill>
                <a:ea typeface="+mn-lt"/>
                <a:cs typeface="+mn-lt"/>
              </a:rPr>
              <a:t> </a:t>
            </a:r>
            <a:r>
              <a:rPr lang="de-DE" sz="1600" err="1">
                <a:solidFill>
                  <a:srgbClr val="EAECF0"/>
                </a:solidFill>
                <a:ea typeface="+mn-lt"/>
                <a:cs typeface="+mn-lt"/>
              </a:rPr>
              <a:t>granted</a:t>
            </a:r>
            <a:r>
              <a:rPr lang="de-DE" sz="1600" dirty="0">
                <a:solidFill>
                  <a:srgbClr val="EAECF0"/>
                </a:solidFill>
                <a:ea typeface="+mn-lt"/>
                <a:cs typeface="+mn-lt"/>
              </a:rPr>
              <a:t> </a:t>
            </a:r>
            <a:r>
              <a:rPr lang="de-DE" sz="1600" err="1">
                <a:solidFill>
                  <a:srgbClr val="EAECF0"/>
                </a:solidFill>
                <a:ea typeface="+mn-lt"/>
                <a:cs typeface="+mn-lt"/>
              </a:rPr>
              <a:t>him</a:t>
            </a:r>
            <a:r>
              <a:rPr lang="de-DE" sz="1600" dirty="0">
                <a:solidFill>
                  <a:srgbClr val="EAECF0"/>
                </a:solidFill>
                <a:ea typeface="+mn-lt"/>
                <a:cs typeface="+mn-lt"/>
              </a:rPr>
              <a:t> a lease on a </a:t>
            </a:r>
            <a:r>
              <a:rPr lang="de-DE" sz="1600" err="1">
                <a:solidFill>
                  <a:srgbClr val="EAECF0"/>
                </a:solidFill>
                <a:ea typeface="+mn-lt"/>
                <a:cs typeface="+mn-lt"/>
              </a:rPr>
              <a:t>manor</a:t>
            </a:r>
            <a:r>
              <a:rPr lang="de-DE" sz="1600" dirty="0">
                <a:solidFill>
                  <a:srgbClr val="EAECF0"/>
                </a:solidFill>
                <a:ea typeface="+mn-lt"/>
                <a:cs typeface="+mn-lt"/>
              </a:rPr>
              <a:t> in Kent </a:t>
            </a:r>
            <a:r>
              <a:rPr lang="de-DE" sz="1600" err="1">
                <a:solidFill>
                  <a:srgbClr val="EAECF0"/>
                </a:solidFill>
                <a:ea typeface="+mn-lt"/>
                <a:cs typeface="+mn-lt"/>
              </a:rPr>
              <a:t>which</a:t>
            </a:r>
            <a:r>
              <a:rPr lang="de-DE" sz="1600" dirty="0">
                <a:solidFill>
                  <a:srgbClr val="EAECF0"/>
                </a:solidFill>
                <a:ea typeface="+mn-lt"/>
                <a:cs typeface="+mn-lt"/>
              </a:rPr>
              <a:t> </a:t>
            </a:r>
            <a:r>
              <a:rPr lang="de-DE" sz="1600" err="1">
                <a:solidFill>
                  <a:srgbClr val="EAECF0"/>
                </a:solidFill>
                <a:ea typeface="+mn-lt"/>
                <a:cs typeface="+mn-lt"/>
              </a:rPr>
              <a:t>provided</a:t>
            </a:r>
            <a:r>
              <a:rPr lang="de-DE" sz="1600" dirty="0">
                <a:solidFill>
                  <a:srgbClr val="EAECF0"/>
                </a:solidFill>
                <a:ea typeface="+mn-lt"/>
                <a:cs typeface="+mn-lt"/>
              </a:rPr>
              <a:t> a </a:t>
            </a:r>
            <a:r>
              <a:rPr lang="de-DE" sz="1600" err="1">
                <a:solidFill>
                  <a:srgbClr val="EAECF0"/>
                </a:solidFill>
                <a:ea typeface="+mn-lt"/>
                <a:cs typeface="+mn-lt"/>
              </a:rPr>
              <a:t>comfortable</a:t>
            </a:r>
            <a:r>
              <a:rPr lang="de-DE" sz="1600" dirty="0">
                <a:solidFill>
                  <a:srgbClr val="EAECF0"/>
                </a:solidFill>
                <a:ea typeface="+mn-lt"/>
                <a:cs typeface="+mn-lt"/>
              </a:rPr>
              <a:t> annual </a:t>
            </a:r>
            <a:r>
              <a:rPr lang="de-DE" sz="1600" err="1">
                <a:solidFill>
                  <a:srgbClr val="EAECF0"/>
                </a:solidFill>
                <a:ea typeface="+mn-lt"/>
                <a:cs typeface="+mn-lt"/>
              </a:rPr>
              <a:t>income</a:t>
            </a:r>
            <a:r>
              <a:rPr lang="de-DE" sz="1600" dirty="0">
                <a:solidFill>
                  <a:srgbClr val="EAECF0"/>
                </a:solidFill>
                <a:ea typeface="+mn-lt"/>
                <a:cs typeface="+mn-lt"/>
              </a:rPr>
              <a:t>.</a:t>
            </a:r>
            <a:r>
              <a:rPr lang="de-DE" sz="1100" baseline="30000" dirty="0">
                <a:solidFill>
                  <a:srgbClr val="88A3E8"/>
                </a:solidFill>
                <a:ea typeface="+mn-lt"/>
                <a:cs typeface="+mn-lt"/>
                <a:hlinkClick r:id="rId14"/>
              </a:rPr>
              <a:t>[29]</a:t>
            </a:r>
            <a:r>
              <a:rPr lang="de-DE" sz="1600" dirty="0">
                <a:solidFill>
                  <a:srgbClr val="EAECF0"/>
                </a:solidFill>
                <a:ea typeface="+mn-lt"/>
                <a:cs typeface="+mn-lt"/>
              </a:rPr>
              <a:t> He was </a:t>
            </a:r>
            <a:r>
              <a:rPr lang="de-DE" sz="1600" err="1">
                <a:solidFill>
                  <a:srgbClr val="EAECF0"/>
                </a:solidFill>
                <a:ea typeface="+mn-lt"/>
                <a:cs typeface="+mn-lt"/>
              </a:rPr>
              <a:t>present</a:t>
            </a:r>
            <a:r>
              <a:rPr lang="de-DE" sz="1600" dirty="0">
                <a:solidFill>
                  <a:srgbClr val="EAECF0"/>
                </a:solidFill>
                <a:ea typeface="+mn-lt"/>
                <a:cs typeface="+mn-lt"/>
              </a:rPr>
              <a:t> at her funeral on 13 </a:t>
            </a:r>
            <a:r>
              <a:rPr lang="de-DE" sz="1600" err="1">
                <a:solidFill>
                  <a:srgbClr val="EAECF0"/>
                </a:solidFill>
                <a:ea typeface="+mn-lt"/>
                <a:cs typeface="+mn-lt"/>
              </a:rPr>
              <a:t>December</a:t>
            </a:r>
            <a:r>
              <a:rPr lang="de-DE" sz="1600" dirty="0">
                <a:solidFill>
                  <a:srgbClr val="EAECF0"/>
                </a:solidFill>
                <a:ea typeface="+mn-lt"/>
                <a:cs typeface="+mn-lt"/>
              </a:rPr>
              <a:t> 1558 and at </a:t>
            </a:r>
            <a:r>
              <a:rPr lang="de-DE" sz="1600" err="1">
                <a:solidFill>
                  <a:srgbClr val="EAECF0"/>
                </a:solidFill>
                <a:ea typeface="+mn-lt"/>
                <a:cs typeface="+mn-lt"/>
              </a:rPr>
              <a:t>the</a:t>
            </a:r>
            <a:r>
              <a:rPr lang="de-DE" sz="1600" dirty="0">
                <a:solidFill>
                  <a:srgbClr val="EAECF0"/>
                </a:solidFill>
                <a:ea typeface="+mn-lt"/>
                <a:cs typeface="+mn-lt"/>
              </a:rPr>
              <a:t> </a:t>
            </a:r>
            <a:r>
              <a:rPr lang="de-DE" sz="1600" err="1">
                <a:solidFill>
                  <a:srgbClr val="EAECF0"/>
                </a:solidFill>
                <a:ea typeface="+mn-lt"/>
                <a:cs typeface="+mn-lt"/>
              </a:rPr>
              <a:t>coronation</a:t>
            </a:r>
            <a:r>
              <a:rPr lang="de-DE" sz="1600" dirty="0">
                <a:solidFill>
                  <a:srgbClr val="EAECF0"/>
                </a:solidFill>
                <a:ea typeface="+mn-lt"/>
                <a:cs typeface="+mn-lt"/>
              </a:rPr>
              <a:t> </a:t>
            </a:r>
            <a:r>
              <a:rPr lang="de-DE" sz="1600" err="1">
                <a:solidFill>
                  <a:srgbClr val="EAECF0"/>
                </a:solidFill>
                <a:ea typeface="+mn-lt"/>
                <a:cs typeface="+mn-lt"/>
              </a:rPr>
              <a:t>of</a:t>
            </a:r>
            <a:r>
              <a:rPr lang="de-DE" sz="1600" dirty="0">
                <a:solidFill>
                  <a:srgbClr val="EAECF0"/>
                </a:solidFill>
                <a:ea typeface="+mn-lt"/>
                <a:cs typeface="+mn-lt"/>
              </a:rPr>
              <a:t> Elizabeth I </a:t>
            </a:r>
            <a:r>
              <a:rPr lang="de-DE" sz="1600" err="1">
                <a:solidFill>
                  <a:srgbClr val="EAECF0"/>
                </a:solidFill>
                <a:ea typeface="+mn-lt"/>
                <a:cs typeface="+mn-lt"/>
              </a:rPr>
              <a:t>the</a:t>
            </a:r>
            <a:r>
              <a:rPr lang="de-DE" sz="1600" dirty="0">
                <a:solidFill>
                  <a:srgbClr val="EAECF0"/>
                </a:solidFill>
                <a:ea typeface="+mn-lt"/>
                <a:cs typeface="+mn-lt"/>
              </a:rPr>
              <a:t> </a:t>
            </a:r>
            <a:r>
              <a:rPr lang="de-DE" sz="1600" err="1">
                <a:solidFill>
                  <a:srgbClr val="EAECF0"/>
                </a:solidFill>
                <a:ea typeface="+mn-lt"/>
                <a:cs typeface="+mn-lt"/>
              </a:rPr>
              <a:t>following</a:t>
            </a:r>
            <a:r>
              <a:rPr lang="de-DE" sz="1600" dirty="0">
                <a:solidFill>
                  <a:srgbClr val="EAECF0"/>
                </a:solidFill>
                <a:ea typeface="+mn-lt"/>
                <a:cs typeface="+mn-lt"/>
              </a:rPr>
              <a:t> </a:t>
            </a:r>
            <a:r>
              <a:rPr lang="de-DE" sz="1600" err="1">
                <a:solidFill>
                  <a:srgbClr val="EAECF0"/>
                </a:solidFill>
                <a:ea typeface="+mn-lt"/>
                <a:cs typeface="+mn-lt"/>
              </a:rPr>
              <a:t>month</a:t>
            </a:r>
            <a:r>
              <a:rPr lang="de-DE" sz="1600" dirty="0">
                <a:solidFill>
                  <a:srgbClr val="EAECF0"/>
                </a:solidFill>
                <a:ea typeface="+mn-lt"/>
                <a:cs typeface="+mn-lt"/>
              </a:rPr>
              <a:t>.</a:t>
            </a:r>
            <a:r>
              <a:rPr lang="de-DE" sz="1100" baseline="30000" dirty="0">
                <a:solidFill>
                  <a:srgbClr val="88A3E8"/>
                </a:solidFill>
                <a:ea typeface="+mn-lt"/>
                <a:cs typeface="+mn-lt"/>
                <a:hlinkClick r:id="rId8"/>
              </a:rPr>
              <a:t>[22]</a:t>
            </a:r>
            <a:r>
              <a:rPr lang="de-DE" sz="1600" dirty="0">
                <a:solidFill>
                  <a:srgbClr val="EAECF0"/>
                </a:solidFill>
                <a:ea typeface="+mn-lt"/>
                <a:cs typeface="+mn-lt"/>
              </a:rPr>
              <a:t> A </a:t>
            </a:r>
            <a:r>
              <a:rPr lang="de-DE" sz="1600" err="1">
                <a:solidFill>
                  <a:srgbClr val="EAECF0"/>
                </a:solidFill>
                <a:ea typeface="+mn-lt"/>
                <a:cs typeface="+mn-lt"/>
              </a:rPr>
              <a:t>setting</a:t>
            </a:r>
            <a:r>
              <a:rPr lang="de-DE" sz="1600" dirty="0">
                <a:solidFill>
                  <a:srgbClr val="EAECF0"/>
                </a:solidFill>
                <a:ea typeface="+mn-lt"/>
                <a:cs typeface="+mn-lt"/>
              </a:rPr>
              <a:t> </a:t>
            </a:r>
            <a:r>
              <a:rPr lang="de-DE" sz="1600" err="1">
                <a:solidFill>
                  <a:srgbClr val="EAECF0"/>
                </a:solidFill>
                <a:ea typeface="+mn-lt"/>
                <a:cs typeface="+mn-lt"/>
              </a:rPr>
              <a:t>of</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dirty="0">
                <a:solidFill>
                  <a:srgbClr val="88A3E8"/>
                </a:solidFill>
                <a:ea typeface="+mn-lt"/>
                <a:cs typeface="+mn-lt"/>
                <a:hlinkClick r:id="rId15"/>
              </a:rPr>
              <a:t>Requiem</a:t>
            </a:r>
            <a:r>
              <a:rPr lang="de-DE" sz="1600" dirty="0">
                <a:solidFill>
                  <a:srgbClr val="EAECF0"/>
                </a:solidFill>
                <a:ea typeface="+mn-lt"/>
                <a:cs typeface="+mn-lt"/>
              </a:rPr>
              <a:t> </a:t>
            </a:r>
            <a:r>
              <a:rPr lang="de-DE" sz="1600" err="1">
                <a:solidFill>
                  <a:srgbClr val="EAECF0"/>
                </a:solidFill>
                <a:ea typeface="+mn-lt"/>
                <a:cs typeface="+mn-lt"/>
              </a:rPr>
              <a:t>composed</a:t>
            </a:r>
            <a:r>
              <a:rPr lang="de-DE" sz="1600" dirty="0">
                <a:solidFill>
                  <a:srgbClr val="EAECF0"/>
                </a:solidFill>
                <a:ea typeface="+mn-lt"/>
                <a:cs typeface="+mn-lt"/>
              </a:rPr>
              <a:t> </a:t>
            </a:r>
            <a:r>
              <a:rPr lang="de-DE" sz="1600" err="1">
                <a:solidFill>
                  <a:srgbClr val="EAECF0"/>
                </a:solidFill>
                <a:ea typeface="+mn-lt"/>
                <a:cs typeface="+mn-lt"/>
              </a:rPr>
              <a:t>by</a:t>
            </a:r>
            <a:r>
              <a:rPr lang="de-DE" sz="1600" dirty="0">
                <a:solidFill>
                  <a:srgbClr val="EAECF0"/>
                </a:solidFill>
                <a:ea typeface="+mn-lt"/>
                <a:cs typeface="+mn-lt"/>
              </a:rPr>
              <a:t> Tallis </a:t>
            </a:r>
            <a:r>
              <a:rPr lang="de-DE" sz="1600" err="1">
                <a:solidFill>
                  <a:srgbClr val="EAECF0"/>
                </a:solidFill>
                <a:ea typeface="+mn-lt"/>
                <a:cs typeface="+mn-lt"/>
              </a:rPr>
              <a:t>for</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funeral </a:t>
            </a:r>
            <a:r>
              <a:rPr lang="de-DE" sz="1600" err="1">
                <a:solidFill>
                  <a:srgbClr val="EAECF0"/>
                </a:solidFill>
                <a:ea typeface="+mn-lt"/>
                <a:cs typeface="+mn-lt"/>
              </a:rPr>
              <a:t>of</a:t>
            </a:r>
            <a:r>
              <a:rPr lang="de-DE" sz="1600" dirty="0">
                <a:solidFill>
                  <a:srgbClr val="EAECF0"/>
                </a:solidFill>
                <a:ea typeface="+mn-lt"/>
                <a:cs typeface="+mn-lt"/>
              </a:rPr>
              <a:t> Mary </a:t>
            </a:r>
            <a:r>
              <a:rPr lang="de-DE" sz="1600" err="1">
                <a:solidFill>
                  <a:srgbClr val="EAECF0"/>
                </a:solidFill>
                <a:ea typeface="+mn-lt"/>
                <a:cs typeface="+mn-lt"/>
              </a:rPr>
              <a:t>has</a:t>
            </a:r>
            <a:r>
              <a:rPr lang="de-DE" sz="1600" dirty="0">
                <a:solidFill>
                  <a:srgbClr val="EAECF0"/>
                </a:solidFill>
                <a:ea typeface="+mn-lt"/>
                <a:cs typeface="+mn-lt"/>
              </a:rPr>
              <a:t> </a:t>
            </a:r>
            <a:r>
              <a:rPr lang="de-DE" sz="1600" err="1">
                <a:solidFill>
                  <a:srgbClr val="EAECF0"/>
                </a:solidFill>
                <a:ea typeface="+mn-lt"/>
                <a:cs typeface="+mn-lt"/>
              </a:rPr>
              <a:t>been</a:t>
            </a:r>
            <a:r>
              <a:rPr lang="de-DE" sz="1600" dirty="0">
                <a:solidFill>
                  <a:srgbClr val="EAECF0"/>
                </a:solidFill>
                <a:ea typeface="+mn-lt"/>
                <a:cs typeface="+mn-lt"/>
              </a:rPr>
              <a:t> lost.</a:t>
            </a:r>
            <a:r>
              <a:rPr lang="de-DE" sz="1100" baseline="30000" dirty="0">
                <a:solidFill>
                  <a:srgbClr val="88A3E8"/>
                </a:solidFill>
                <a:ea typeface="+mn-lt"/>
                <a:cs typeface="+mn-lt"/>
                <a:hlinkClick r:id="rId16"/>
              </a:rPr>
              <a:t>[30][31][32]</a:t>
            </a:r>
            <a:endParaRPr lang="de-DE" sz="1100">
              <a:hlinkClick r:id="rId16"/>
            </a:endParaRPr>
          </a:p>
          <a:p>
            <a:endParaRPr lang="de-DE" sz="2400" dirty="0"/>
          </a:p>
        </p:txBody>
      </p:sp>
    </p:spTree>
    <p:extLst>
      <p:ext uri="{BB962C8B-B14F-4D97-AF65-F5344CB8AC3E}">
        <p14:creationId xmlns:p14="http://schemas.microsoft.com/office/powerpoint/2010/main" val="40919651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2E55A8-EBFC-6AE3-835F-3C77DB093816}"/>
              </a:ext>
            </a:extLst>
          </p:cNvPr>
          <p:cNvSpPr>
            <a:spLocks noGrp="1"/>
          </p:cNvSpPr>
          <p:nvPr>
            <p:ph type="title"/>
          </p:nvPr>
        </p:nvSpPr>
        <p:spPr/>
        <p:txBody>
          <a:bodyPr/>
          <a:lstStyle/>
          <a:p>
            <a:r>
              <a:rPr lang="de-DE" sz="4000" err="1">
                <a:solidFill>
                  <a:srgbClr val="F8F9FA"/>
                </a:solidFill>
                <a:ea typeface="+mj-lt"/>
                <a:cs typeface="+mj-lt"/>
              </a:rPr>
              <a:t>Employment</a:t>
            </a:r>
            <a:r>
              <a:rPr lang="de-DE" sz="4000" dirty="0">
                <a:solidFill>
                  <a:srgbClr val="F8F9FA"/>
                </a:solidFill>
                <a:ea typeface="+mj-lt"/>
                <a:cs typeface="+mj-lt"/>
              </a:rPr>
              <a:t> at </a:t>
            </a:r>
            <a:r>
              <a:rPr lang="de-DE" sz="4000" err="1">
                <a:solidFill>
                  <a:srgbClr val="F8F9FA"/>
                </a:solidFill>
                <a:ea typeface="+mj-lt"/>
                <a:cs typeface="+mj-lt"/>
              </a:rPr>
              <a:t>the</a:t>
            </a:r>
            <a:r>
              <a:rPr lang="de-DE" sz="4000" dirty="0">
                <a:solidFill>
                  <a:srgbClr val="F8F9FA"/>
                </a:solidFill>
                <a:ea typeface="+mj-lt"/>
                <a:cs typeface="+mj-lt"/>
              </a:rPr>
              <a:t> Chapel Royal</a:t>
            </a:r>
            <a:endParaRPr lang="de-DE" sz="4000" dirty="0"/>
          </a:p>
        </p:txBody>
      </p:sp>
      <p:sp>
        <p:nvSpPr>
          <p:cNvPr id="3" name="Inhaltsplatzhalter 2">
            <a:extLst>
              <a:ext uri="{FF2B5EF4-FFF2-40B4-BE49-F238E27FC236}">
                <a16:creationId xmlns:a16="http://schemas.microsoft.com/office/drawing/2014/main" id="{10076AEB-7AF8-24FE-C223-6A235F28FE37}"/>
              </a:ext>
            </a:extLst>
          </p:cNvPr>
          <p:cNvSpPr>
            <a:spLocks noGrp="1"/>
          </p:cNvSpPr>
          <p:nvPr>
            <p:ph idx="1"/>
          </p:nvPr>
        </p:nvSpPr>
        <p:spPr>
          <a:xfrm>
            <a:off x="1587710" y="2160016"/>
            <a:ext cx="10427983" cy="4464033"/>
          </a:xfrm>
        </p:spPr>
        <p:txBody>
          <a:bodyPr vert="horz" lIns="91440" tIns="45720" rIns="91440" bIns="45720" rtlCol="0" anchor="t">
            <a:normAutofit fontScale="85000" lnSpcReduction="20000"/>
          </a:bodyPr>
          <a:lstStyle/>
          <a:p>
            <a:r>
              <a:rPr lang="de-DE" sz="1600" dirty="0">
                <a:solidFill>
                  <a:srgbClr val="EAECF0"/>
                </a:solidFill>
                <a:ea typeface="+mn-lt"/>
                <a:cs typeface="+mn-lt"/>
              </a:rPr>
              <a:t>Tallis was an eminent </a:t>
            </a:r>
            <a:r>
              <a:rPr lang="de-DE" sz="1600" dirty="0" err="1">
                <a:solidFill>
                  <a:srgbClr val="EAECF0"/>
                </a:solidFill>
                <a:ea typeface="+mn-lt"/>
                <a:cs typeface="+mn-lt"/>
              </a:rPr>
              <a:t>figure</a:t>
            </a:r>
            <a:r>
              <a:rPr lang="de-DE" sz="1600" dirty="0">
                <a:solidFill>
                  <a:srgbClr val="EAECF0"/>
                </a:solidFill>
                <a:ea typeface="+mn-lt"/>
                <a:cs typeface="+mn-lt"/>
              </a:rPr>
              <a:t> in </a:t>
            </a:r>
            <a:r>
              <a:rPr lang="de-DE" sz="1600" dirty="0" err="1">
                <a:solidFill>
                  <a:srgbClr val="EAECF0"/>
                </a:solidFill>
                <a:ea typeface="+mn-lt"/>
                <a:cs typeface="+mn-lt"/>
              </a:rPr>
              <a:t>Elizabeth's</a:t>
            </a:r>
            <a:r>
              <a:rPr lang="de-DE" sz="1600" dirty="0">
                <a:solidFill>
                  <a:srgbClr val="EAECF0"/>
                </a:solidFill>
                <a:ea typeface="+mn-lt"/>
                <a:cs typeface="+mn-lt"/>
              </a:rPr>
              <a:t> </a:t>
            </a:r>
            <a:r>
              <a:rPr lang="de-DE" sz="1600" dirty="0" err="1">
                <a:solidFill>
                  <a:srgbClr val="EAECF0"/>
                </a:solidFill>
                <a:ea typeface="+mn-lt"/>
                <a:cs typeface="+mn-lt"/>
              </a:rPr>
              <a:t>household</a:t>
            </a:r>
            <a:r>
              <a:rPr lang="de-DE" sz="1600" dirty="0">
                <a:solidFill>
                  <a:srgbClr val="EAECF0"/>
                </a:solidFill>
                <a:ea typeface="+mn-lt"/>
                <a:cs typeface="+mn-lt"/>
              </a:rPr>
              <a:t> </a:t>
            </a:r>
            <a:r>
              <a:rPr lang="de-DE" sz="1600" dirty="0" err="1">
                <a:solidFill>
                  <a:srgbClr val="EAECF0"/>
                </a:solidFill>
                <a:ea typeface="+mn-lt"/>
                <a:cs typeface="+mn-lt"/>
              </a:rPr>
              <a:t>chapel</a:t>
            </a:r>
            <a:r>
              <a:rPr lang="de-DE" sz="1600" dirty="0">
                <a:solidFill>
                  <a:srgbClr val="EAECF0"/>
                </a:solidFill>
                <a:ea typeface="+mn-lt"/>
                <a:cs typeface="+mn-lt"/>
              </a:rPr>
              <a:t>, but </a:t>
            </a:r>
            <a:r>
              <a:rPr lang="de-DE" sz="1600" dirty="0" err="1">
                <a:solidFill>
                  <a:srgbClr val="EAECF0"/>
                </a:solidFill>
                <a:ea typeface="+mn-lt"/>
                <a:cs typeface="+mn-lt"/>
              </a:rPr>
              <a:t>as</a:t>
            </a:r>
            <a:r>
              <a:rPr lang="de-DE" sz="1600" dirty="0">
                <a:solidFill>
                  <a:srgbClr val="EAECF0"/>
                </a:solidFill>
                <a:ea typeface="+mn-lt"/>
                <a:cs typeface="+mn-lt"/>
              </a:rPr>
              <a:t> he </a:t>
            </a:r>
            <a:r>
              <a:rPr lang="de-DE" sz="1600" dirty="0" err="1">
                <a:solidFill>
                  <a:srgbClr val="EAECF0"/>
                </a:solidFill>
                <a:ea typeface="+mn-lt"/>
                <a:cs typeface="+mn-lt"/>
              </a:rPr>
              <a:t>aged</a:t>
            </a:r>
            <a:r>
              <a:rPr lang="de-DE" sz="1600" dirty="0">
                <a:solidFill>
                  <a:srgbClr val="EAECF0"/>
                </a:solidFill>
                <a:ea typeface="+mn-lt"/>
                <a:cs typeface="+mn-lt"/>
              </a:rPr>
              <a:t> he </a:t>
            </a:r>
            <a:r>
              <a:rPr lang="de-DE" sz="1600" dirty="0" err="1">
                <a:solidFill>
                  <a:srgbClr val="EAECF0"/>
                </a:solidFill>
                <a:ea typeface="+mn-lt"/>
                <a:cs typeface="+mn-lt"/>
              </a:rPr>
              <a:t>became</a:t>
            </a:r>
            <a:r>
              <a:rPr lang="de-DE" sz="1600" dirty="0">
                <a:solidFill>
                  <a:srgbClr val="EAECF0"/>
                </a:solidFill>
                <a:ea typeface="+mn-lt"/>
                <a:cs typeface="+mn-lt"/>
              </a:rPr>
              <a:t> </a:t>
            </a:r>
            <a:r>
              <a:rPr lang="de-DE" sz="1600" dirty="0" err="1">
                <a:solidFill>
                  <a:srgbClr val="EAECF0"/>
                </a:solidFill>
                <a:ea typeface="+mn-lt"/>
                <a:cs typeface="+mn-lt"/>
              </a:rPr>
              <a:t>gradually</a:t>
            </a:r>
            <a:r>
              <a:rPr lang="de-DE" sz="1600" dirty="0">
                <a:solidFill>
                  <a:srgbClr val="EAECF0"/>
                </a:solidFill>
                <a:ea typeface="+mn-lt"/>
                <a:cs typeface="+mn-lt"/>
              </a:rPr>
              <a:t> </a:t>
            </a:r>
            <a:r>
              <a:rPr lang="de-DE" sz="1600" dirty="0" err="1">
                <a:solidFill>
                  <a:srgbClr val="EAECF0"/>
                </a:solidFill>
                <a:ea typeface="+mn-lt"/>
                <a:cs typeface="+mn-lt"/>
              </a:rPr>
              <a:t>less</a:t>
            </a:r>
            <a:r>
              <a:rPr lang="de-DE" sz="1600" dirty="0">
                <a:solidFill>
                  <a:srgbClr val="EAECF0"/>
                </a:solidFill>
                <a:ea typeface="+mn-lt"/>
                <a:cs typeface="+mn-lt"/>
              </a:rPr>
              <a:t> prominent.</a:t>
            </a:r>
            <a:r>
              <a:rPr lang="de-DE" sz="1100" baseline="30000" dirty="0">
                <a:solidFill>
                  <a:srgbClr val="88A3E8"/>
                </a:solidFill>
                <a:ea typeface="+mn-lt"/>
                <a:cs typeface="+mn-lt"/>
                <a:hlinkClick r:id="rId2"/>
              </a:rPr>
              <a:t>[22]</a:t>
            </a:r>
            <a:r>
              <a:rPr lang="de-DE" sz="1600" dirty="0">
                <a:solidFill>
                  <a:srgbClr val="EAECF0"/>
                </a:solidFill>
                <a:ea typeface="+mn-lt"/>
                <a:cs typeface="+mn-lt"/>
              </a:rPr>
              <a:t> In 1575, Elizabeth </a:t>
            </a:r>
            <a:r>
              <a:rPr lang="de-DE" sz="1600" dirty="0" err="1">
                <a:solidFill>
                  <a:srgbClr val="EAECF0"/>
                </a:solidFill>
                <a:ea typeface="+mn-lt"/>
                <a:cs typeface="+mn-lt"/>
              </a:rPr>
              <a:t>granted</a:t>
            </a:r>
            <a:r>
              <a:rPr lang="de-DE" sz="1600" dirty="0">
                <a:solidFill>
                  <a:srgbClr val="EAECF0"/>
                </a:solidFill>
                <a:ea typeface="+mn-lt"/>
                <a:cs typeface="+mn-lt"/>
              </a:rPr>
              <a:t> Tallis and Byrd a 21-year </a:t>
            </a:r>
            <a:r>
              <a:rPr lang="de-DE" sz="1600" dirty="0">
                <a:solidFill>
                  <a:srgbClr val="88A3E8"/>
                </a:solidFill>
                <a:ea typeface="+mn-lt"/>
                <a:cs typeface="+mn-lt"/>
                <a:hlinkClick r:id="rId3"/>
              </a:rPr>
              <a:t>monopoly</a:t>
            </a:r>
            <a:r>
              <a:rPr lang="de-DE" sz="1600" dirty="0">
                <a:solidFill>
                  <a:srgbClr val="EAECF0"/>
                </a:solidFill>
                <a:ea typeface="+mn-lt"/>
                <a:cs typeface="+mn-lt"/>
              </a:rPr>
              <a:t> </a:t>
            </a:r>
            <a:r>
              <a:rPr lang="de-DE" sz="1600" dirty="0" err="1">
                <a:solidFill>
                  <a:srgbClr val="EAECF0"/>
                </a:solidFill>
                <a:ea typeface="+mn-lt"/>
                <a:cs typeface="+mn-lt"/>
              </a:rPr>
              <a:t>for</a:t>
            </a:r>
            <a:r>
              <a:rPr lang="de-DE" sz="1600" dirty="0">
                <a:solidFill>
                  <a:srgbClr val="EAECF0"/>
                </a:solidFill>
                <a:ea typeface="+mn-lt"/>
                <a:cs typeface="+mn-lt"/>
              </a:rPr>
              <a:t> </a:t>
            </a:r>
            <a:r>
              <a:rPr lang="de-DE" sz="1600" dirty="0">
                <a:solidFill>
                  <a:srgbClr val="88A3E8"/>
                </a:solidFill>
                <a:ea typeface="+mn-lt"/>
                <a:cs typeface="+mn-lt"/>
                <a:hlinkClick r:id="rId4"/>
              </a:rPr>
              <a:t>polyphonic music</a:t>
            </a:r>
            <a:r>
              <a:rPr lang="de-DE" sz="1100" baseline="30000" dirty="0">
                <a:solidFill>
                  <a:srgbClr val="88A3E8"/>
                </a:solidFill>
                <a:ea typeface="+mn-lt"/>
                <a:cs typeface="+mn-lt"/>
                <a:hlinkClick r:id="rId5"/>
              </a:rPr>
              <a:t>[33]</a:t>
            </a:r>
            <a:r>
              <a:rPr lang="de-DE" sz="1600" dirty="0">
                <a:solidFill>
                  <a:srgbClr val="EAECF0"/>
                </a:solidFill>
                <a:ea typeface="+mn-lt"/>
                <a:cs typeface="+mn-lt"/>
              </a:rPr>
              <a:t> and a </a:t>
            </a:r>
            <a:r>
              <a:rPr lang="de-DE" sz="1600" dirty="0">
                <a:solidFill>
                  <a:srgbClr val="88A3E8"/>
                </a:solidFill>
                <a:ea typeface="+mn-lt"/>
                <a:cs typeface="+mn-lt"/>
                <a:hlinkClick r:id="rId6"/>
              </a:rPr>
              <a:t>patent</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print</a:t>
            </a:r>
            <a:r>
              <a:rPr lang="de-DE" sz="1600" dirty="0">
                <a:solidFill>
                  <a:srgbClr val="EAECF0"/>
                </a:solidFill>
                <a:ea typeface="+mn-lt"/>
                <a:cs typeface="+mn-lt"/>
              </a:rPr>
              <a:t> and publish "</a:t>
            </a:r>
            <a:r>
              <a:rPr lang="de-DE" sz="1600" dirty="0" err="1">
                <a:solidFill>
                  <a:srgbClr val="EAECF0"/>
                </a:solidFill>
                <a:ea typeface="+mn-lt"/>
                <a:cs typeface="+mn-lt"/>
              </a:rPr>
              <a:t>set</a:t>
            </a:r>
            <a:r>
              <a:rPr lang="de-DE" sz="1600" dirty="0">
                <a:solidFill>
                  <a:srgbClr val="EAECF0"/>
                </a:solidFill>
                <a:ea typeface="+mn-lt"/>
                <a:cs typeface="+mn-lt"/>
              </a:rPr>
              <a:t> </a:t>
            </a:r>
            <a:r>
              <a:rPr lang="de-DE" sz="1600" dirty="0" err="1">
                <a:solidFill>
                  <a:srgbClr val="EAECF0"/>
                </a:solidFill>
                <a:ea typeface="+mn-lt"/>
                <a:cs typeface="+mn-lt"/>
              </a:rPr>
              <a:t>songe</a:t>
            </a:r>
            <a:r>
              <a:rPr lang="de-DE" sz="1600" dirty="0">
                <a:solidFill>
                  <a:srgbClr val="EAECF0"/>
                </a:solidFill>
                <a:ea typeface="+mn-lt"/>
                <a:cs typeface="+mn-lt"/>
              </a:rPr>
              <a:t> </a:t>
            </a:r>
            <a:r>
              <a:rPr lang="de-DE" sz="1600" dirty="0" err="1">
                <a:solidFill>
                  <a:srgbClr val="EAECF0"/>
                </a:solidFill>
                <a:ea typeface="+mn-lt"/>
                <a:cs typeface="+mn-lt"/>
              </a:rPr>
              <a:t>or</a:t>
            </a:r>
            <a:r>
              <a:rPr lang="de-DE" sz="1600" dirty="0">
                <a:solidFill>
                  <a:srgbClr val="EAECF0"/>
                </a:solidFill>
                <a:ea typeface="+mn-lt"/>
                <a:cs typeface="+mn-lt"/>
              </a:rPr>
              <a:t> </a:t>
            </a:r>
            <a:r>
              <a:rPr lang="de-DE" sz="1600" dirty="0" err="1">
                <a:solidFill>
                  <a:srgbClr val="EAECF0"/>
                </a:solidFill>
                <a:ea typeface="+mn-lt"/>
                <a:cs typeface="+mn-lt"/>
              </a:rPr>
              <a:t>songes</a:t>
            </a:r>
            <a:r>
              <a:rPr lang="de-DE" sz="1600" dirty="0">
                <a:solidFill>
                  <a:srgbClr val="EAECF0"/>
                </a:solidFill>
                <a:ea typeface="+mn-lt"/>
                <a:cs typeface="+mn-lt"/>
              </a:rPr>
              <a:t> in </a:t>
            </a:r>
            <a:r>
              <a:rPr lang="de-DE" sz="1600" dirty="0" err="1">
                <a:solidFill>
                  <a:srgbClr val="EAECF0"/>
                </a:solidFill>
                <a:ea typeface="+mn-lt"/>
                <a:cs typeface="+mn-lt"/>
              </a:rPr>
              <a:t>parts</a:t>
            </a:r>
            <a:r>
              <a:rPr lang="de-DE" sz="1600" dirty="0">
                <a:solidFill>
                  <a:srgbClr val="EAECF0"/>
                </a:solidFill>
                <a:ea typeface="+mn-lt"/>
                <a:cs typeface="+mn-lt"/>
              </a:rPr>
              <a:t>", </a:t>
            </a:r>
            <a:r>
              <a:rPr lang="de-DE" sz="1600" dirty="0" err="1">
                <a:solidFill>
                  <a:srgbClr val="EAECF0"/>
                </a:solidFill>
                <a:ea typeface="+mn-lt"/>
                <a:cs typeface="+mn-lt"/>
              </a:rPr>
              <a:t>one</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first</a:t>
            </a:r>
            <a:r>
              <a:rPr lang="de-DE" sz="1600" dirty="0">
                <a:solidFill>
                  <a:srgbClr val="EAECF0"/>
                </a:solidFill>
                <a:ea typeface="+mn-lt"/>
                <a:cs typeface="+mn-lt"/>
              </a:rPr>
              <a:t> </a:t>
            </a:r>
            <a:r>
              <a:rPr lang="de-DE" sz="1600" dirty="0" err="1">
                <a:solidFill>
                  <a:srgbClr val="EAECF0"/>
                </a:solidFill>
                <a:ea typeface="+mn-lt"/>
                <a:cs typeface="+mn-lt"/>
              </a:rPr>
              <a:t>arrangements</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its</a:t>
            </a:r>
            <a:r>
              <a:rPr lang="de-DE" sz="1600" dirty="0">
                <a:solidFill>
                  <a:srgbClr val="EAECF0"/>
                </a:solidFill>
                <a:ea typeface="+mn-lt"/>
                <a:cs typeface="+mn-lt"/>
              </a:rPr>
              <a:t> </a:t>
            </a:r>
            <a:r>
              <a:rPr lang="de-DE" sz="1600" dirty="0" err="1">
                <a:solidFill>
                  <a:srgbClr val="EAECF0"/>
                </a:solidFill>
                <a:ea typeface="+mn-lt"/>
                <a:cs typeface="+mn-lt"/>
              </a:rPr>
              <a:t>kind</a:t>
            </a:r>
            <a:r>
              <a:rPr lang="de-DE" sz="1600" dirty="0">
                <a:solidFill>
                  <a:srgbClr val="EAECF0"/>
                </a:solidFill>
                <a:ea typeface="+mn-lt"/>
                <a:cs typeface="+mn-lt"/>
              </a:rPr>
              <a:t> in England.</a:t>
            </a:r>
            <a:r>
              <a:rPr lang="de-DE" sz="1100" baseline="30000" dirty="0">
                <a:solidFill>
                  <a:srgbClr val="88A3E8"/>
                </a:solidFill>
                <a:ea typeface="+mn-lt"/>
                <a:cs typeface="+mn-lt"/>
                <a:hlinkClick r:id="rId7"/>
              </a:rPr>
              <a:t>[34]</a:t>
            </a:r>
            <a:r>
              <a:rPr lang="de-DE" sz="1600" dirty="0">
                <a:solidFill>
                  <a:srgbClr val="EAECF0"/>
                </a:solidFill>
                <a:ea typeface="+mn-lt"/>
                <a:cs typeface="+mn-lt"/>
              </a:rPr>
              <a:t> Tallis and Byrd </a:t>
            </a:r>
            <a:r>
              <a:rPr lang="de-DE" sz="1600" dirty="0" err="1">
                <a:solidFill>
                  <a:srgbClr val="EAECF0"/>
                </a:solidFill>
                <a:ea typeface="+mn-lt"/>
                <a:cs typeface="+mn-lt"/>
              </a:rPr>
              <a:t>were</a:t>
            </a:r>
            <a:r>
              <a:rPr lang="de-DE" sz="1600" dirty="0">
                <a:solidFill>
                  <a:srgbClr val="EAECF0"/>
                </a:solidFill>
                <a:ea typeface="+mn-lt"/>
                <a:cs typeface="+mn-lt"/>
              </a:rPr>
              <a:t> </a:t>
            </a:r>
            <a:r>
              <a:rPr lang="de-DE" sz="1600" dirty="0" err="1">
                <a:solidFill>
                  <a:srgbClr val="EAECF0"/>
                </a:solidFill>
                <a:ea typeface="+mn-lt"/>
                <a:cs typeface="+mn-lt"/>
              </a:rPr>
              <a:t>given</a:t>
            </a:r>
            <a:r>
              <a:rPr lang="de-DE" sz="1600" dirty="0">
                <a:solidFill>
                  <a:srgbClr val="EAECF0"/>
                </a:solidFill>
                <a:ea typeface="+mn-lt"/>
                <a:cs typeface="+mn-lt"/>
              </a:rPr>
              <a:t> </a:t>
            </a:r>
            <a:r>
              <a:rPr lang="de-DE" sz="1600" dirty="0" err="1">
                <a:solidFill>
                  <a:srgbClr val="EAECF0"/>
                </a:solidFill>
                <a:ea typeface="+mn-lt"/>
                <a:cs typeface="+mn-lt"/>
              </a:rPr>
              <a:t>exclusive</a:t>
            </a:r>
            <a:r>
              <a:rPr lang="de-DE" sz="1600" dirty="0">
                <a:solidFill>
                  <a:srgbClr val="EAECF0"/>
                </a:solidFill>
                <a:ea typeface="+mn-lt"/>
                <a:cs typeface="+mn-lt"/>
              </a:rPr>
              <a:t> </a:t>
            </a:r>
            <a:r>
              <a:rPr lang="de-DE" sz="1600" dirty="0" err="1">
                <a:solidFill>
                  <a:srgbClr val="EAECF0"/>
                </a:solidFill>
                <a:ea typeface="+mn-lt"/>
                <a:cs typeface="+mn-lt"/>
              </a:rPr>
              <a:t>rights</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print</a:t>
            </a:r>
            <a:r>
              <a:rPr lang="de-DE" sz="1600" dirty="0">
                <a:solidFill>
                  <a:srgbClr val="EAECF0"/>
                </a:solidFill>
                <a:ea typeface="+mn-lt"/>
                <a:cs typeface="+mn-lt"/>
              </a:rPr>
              <a:t> </a:t>
            </a:r>
            <a:r>
              <a:rPr lang="de-DE" sz="1600" dirty="0" err="1">
                <a:solidFill>
                  <a:srgbClr val="EAECF0"/>
                </a:solidFill>
                <a:ea typeface="+mn-lt"/>
                <a:cs typeface="+mn-lt"/>
              </a:rPr>
              <a:t>any</a:t>
            </a:r>
            <a:r>
              <a:rPr lang="de-DE" sz="1600" dirty="0">
                <a:solidFill>
                  <a:srgbClr val="EAECF0"/>
                </a:solidFill>
                <a:ea typeface="+mn-lt"/>
                <a:cs typeface="+mn-lt"/>
              </a:rPr>
              <a:t> </a:t>
            </a:r>
            <a:r>
              <a:rPr lang="de-DE" sz="1600" dirty="0" err="1">
                <a:solidFill>
                  <a:srgbClr val="EAECF0"/>
                </a:solidFill>
                <a:ea typeface="+mn-lt"/>
                <a:cs typeface="+mn-lt"/>
              </a:rPr>
              <a:t>music</a:t>
            </a:r>
            <a:r>
              <a:rPr lang="de-DE" sz="1600" dirty="0">
                <a:solidFill>
                  <a:srgbClr val="EAECF0"/>
                </a:solidFill>
                <a:ea typeface="+mn-lt"/>
                <a:cs typeface="+mn-lt"/>
              </a:rPr>
              <a:t> in </a:t>
            </a:r>
            <a:r>
              <a:rPr lang="de-DE" sz="1600" dirty="0" err="1">
                <a:solidFill>
                  <a:srgbClr val="EAECF0"/>
                </a:solidFill>
                <a:ea typeface="+mn-lt"/>
                <a:cs typeface="+mn-lt"/>
              </a:rPr>
              <a:t>any</a:t>
            </a:r>
            <a:r>
              <a:rPr lang="de-DE" sz="1600" dirty="0">
                <a:solidFill>
                  <a:srgbClr val="EAECF0"/>
                </a:solidFill>
                <a:ea typeface="+mn-lt"/>
                <a:cs typeface="+mn-lt"/>
              </a:rPr>
              <a:t> </a:t>
            </a:r>
            <a:r>
              <a:rPr lang="de-DE" sz="1600" dirty="0" err="1">
                <a:solidFill>
                  <a:srgbClr val="EAECF0"/>
                </a:solidFill>
                <a:ea typeface="+mn-lt"/>
                <a:cs typeface="+mn-lt"/>
              </a:rPr>
              <a:t>language</a:t>
            </a:r>
            <a:r>
              <a:rPr lang="de-DE" sz="1600" dirty="0">
                <a:solidFill>
                  <a:srgbClr val="EAECF0"/>
                </a:solidFill>
                <a:ea typeface="+mn-lt"/>
                <a:cs typeface="+mn-lt"/>
              </a:rPr>
              <a:t>, </a:t>
            </a:r>
            <a:r>
              <a:rPr lang="de-DE" sz="1600" dirty="0" err="1">
                <a:solidFill>
                  <a:srgbClr val="EAECF0"/>
                </a:solidFill>
                <a:ea typeface="+mn-lt"/>
                <a:cs typeface="+mn-lt"/>
              </a:rPr>
              <a:t>including</a:t>
            </a:r>
            <a:r>
              <a:rPr lang="de-DE" sz="1600" dirty="0">
                <a:solidFill>
                  <a:srgbClr val="EAECF0"/>
                </a:solidFill>
                <a:ea typeface="+mn-lt"/>
                <a:cs typeface="+mn-lt"/>
              </a:rPr>
              <a:t> </a:t>
            </a:r>
            <a:r>
              <a:rPr lang="de-DE" sz="1600" dirty="0">
                <a:solidFill>
                  <a:srgbClr val="88A3E8"/>
                </a:solidFill>
                <a:ea typeface="+mn-lt"/>
                <a:cs typeface="+mn-lt"/>
                <a:hlinkClick r:id="rId8"/>
              </a:rPr>
              <a:t>English</a:t>
            </a:r>
            <a:r>
              <a:rPr lang="de-DE" sz="1600" dirty="0">
                <a:solidFill>
                  <a:srgbClr val="EAECF0"/>
                </a:solidFill>
                <a:ea typeface="+mn-lt"/>
                <a:cs typeface="+mn-lt"/>
              </a:rPr>
              <a:t>, </a:t>
            </a:r>
            <a:r>
              <a:rPr lang="de-DE" sz="1600" dirty="0">
                <a:solidFill>
                  <a:srgbClr val="88A3E8"/>
                </a:solidFill>
                <a:ea typeface="+mn-lt"/>
                <a:cs typeface="+mn-lt"/>
                <a:hlinkClick r:id="rId9"/>
              </a:rPr>
              <a:t>Latin</a:t>
            </a:r>
            <a:r>
              <a:rPr lang="de-DE" sz="1600" dirty="0">
                <a:solidFill>
                  <a:srgbClr val="EAECF0"/>
                </a:solidFill>
                <a:ea typeface="+mn-lt"/>
                <a:cs typeface="+mn-lt"/>
              </a:rPr>
              <a:t>, </a:t>
            </a:r>
            <a:r>
              <a:rPr lang="de-DE" sz="1600" dirty="0">
                <a:solidFill>
                  <a:srgbClr val="88A3E8"/>
                </a:solidFill>
                <a:ea typeface="+mn-lt"/>
                <a:cs typeface="+mn-lt"/>
                <a:hlinkClick r:id="rId10"/>
              </a:rPr>
              <a:t>French</a:t>
            </a:r>
            <a:r>
              <a:rPr lang="de-DE" sz="1600" dirty="0">
                <a:solidFill>
                  <a:srgbClr val="EAECF0"/>
                </a:solidFill>
                <a:ea typeface="+mn-lt"/>
                <a:cs typeface="+mn-lt"/>
              </a:rPr>
              <a:t>, and </a:t>
            </a:r>
            <a:r>
              <a:rPr lang="de-DE" sz="1600" dirty="0">
                <a:solidFill>
                  <a:srgbClr val="88A3E8"/>
                </a:solidFill>
                <a:ea typeface="+mn-lt"/>
                <a:cs typeface="+mn-lt"/>
                <a:hlinkClick r:id="rId11"/>
              </a:rPr>
              <a:t>Italian</a:t>
            </a:r>
            <a:r>
              <a:rPr lang="de-DE" sz="1600" dirty="0">
                <a:solidFill>
                  <a:srgbClr val="EAECF0"/>
                </a:solidFill>
                <a:ea typeface="+mn-lt"/>
                <a:cs typeface="+mn-lt"/>
              </a:rPr>
              <a:t>,</a:t>
            </a:r>
            <a:r>
              <a:rPr lang="de-DE" sz="1100" baseline="30000" dirty="0">
                <a:solidFill>
                  <a:srgbClr val="88A3E8"/>
                </a:solidFill>
                <a:ea typeface="+mn-lt"/>
                <a:cs typeface="+mn-lt"/>
                <a:hlinkClick r:id="rId5"/>
              </a:rPr>
              <a:t>[33]</a:t>
            </a:r>
            <a:r>
              <a:rPr lang="de-DE" sz="1600" dirty="0">
                <a:solidFill>
                  <a:srgbClr val="EAECF0"/>
                </a:solidFill>
                <a:ea typeface="+mn-lt"/>
                <a:cs typeface="+mn-lt"/>
              </a:rPr>
              <a:t> and </a:t>
            </a:r>
            <a:r>
              <a:rPr lang="de-DE" sz="1600" dirty="0" err="1">
                <a:solidFill>
                  <a:srgbClr val="EAECF0"/>
                </a:solidFill>
                <a:ea typeface="+mn-lt"/>
                <a:cs typeface="+mn-lt"/>
              </a:rPr>
              <a:t>they</a:t>
            </a:r>
            <a:r>
              <a:rPr lang="de-DE" sz="1600" dirty="0">
                <a:solidFill>
                  <a:srgbClr val="EAECF0"/>
                </a:solidFill>
                <a:ea typeface="+mn-lt"/>
                <a:cs typeface="+mn-lt"/>
              </a:rPr>
              <a:t> </a:t>
            </a:r>
            <a:r>
              <a:rPr lang="de-DE" sz="1600" dirty="0" err="1">
                <a:solidFill>
                  <a:srgbClr val="EAECF0"/>
                </a:solidFill>
                <a:ea typeface="+mn-lt"/>
                <a:cs typeface="+mn-lt"/>
              </a:rPr>
              <a:t>had</a:t>
            </a:r>
            <a:r>
              <a:rPr lang="de-DE" sz="1600" dirty="0">
                <a:solidFill>
                  <a:srgbClr val="EAECF0"/>
                </a:solidFill>
                <a:ea typeface="+mn-lt"/>
                <a:cs typeface="+mn-lt"/>
              </a:rPr>
              <a:t> </a:t>
            </a:r>
            <a:r>
              <a:rPr lang="de-DE" sz="1600" dirty="0" err="1">
                <a:solidFill>
                  <a:srgbClr val="EAECF0"/>
                </a:solidFill>
                <a:ea typeface="+mn-lt"/>
                <a:cs typeface="+mn-lt"/>
              </a:rPr>
              <a:t>sole</a:t>
            </a:r>
            <a:r>
              <a:rPr lang="de-DE" sz="1600" dirty="0">
                <a:solidFill>
                  <a:srgbClr val="EAECF0"/>
                </a:solidFill>
                <a:ea typeface="+mn-lt"/>
                <a:cs typeface="+mn-lt"/>
              </a:rPr>
              <a:t> </a:t>
            </a:r>
            <a:r>
              <a:rPr lang="de-DE" sz="1600" dirty="0" err="1">
                <a:solidFill>
                  <a:srgbClr val="EAECF0"/>
                </a:solidFill>
                <a:ea typeface="+mn-lt"/>
                <a:cs typeface="+mn-lt"/>
              </a:rPr>
              <a:t>use</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paper</a:t>
            </a:r>
            <a:r>
              <a:rPr lang="de-DE" sz="1600" dirty="0">
                <a:solidFill>
                  <a:srgbClr val="EAECF0"/>
                </a:solidFill>
                <a:ea typeface="+mn-lt"/>
                <a:cs typeface="+mn-lt"/>
              </a:rPr>
              <a:t> </a:t>
            </a:r>
            <a:r>
              <a:rPr lang="de-DE" sz="1600" dirty="0" err="1">
                <a:solidFill>
                  <a:srgbClr val="EAECF0"/>
                </a:solidFill>
                <a:ea typeface="+mn-lt"/>
                <a:cs typeface="+mn-lt"/>
              </a:rPr>
              <a:t>used</a:t>
            </a:r>
            <a:r>
              <a:rPr lang="de-DE" sz="1600" dirty="0">
                <a:solidFill>
                  <a:srgbClr val="EAECF0"/>
                </a:solidFill>
                <a:ea typeface="+mn-lt"/>
                <a:cs typeface="+mn-lt"/>
              </a:rPr>
              <a:t> in </a:t>
            </a:r>
            <a:r>
              <a:rPr lang="de-DE" sz="1600" dirty="0" err="1">
                <a:solidFill>
                  <a:srgbClr val="EAECF0"/>
                </a:solidFill>
                <a:ea typeface="+mn-lt"/>
                <a:cs typeface="+mn-lt"/>
              </a:rPr>
              <a:t>printing</a:t>
            </a:r>
            <a:r>
              <a:rPr lang="de-DE" sz="1600" dirty="0">
                <a:solidFill>
                  <a:srgbClr val="EAECF0"/>
                </a:solidFill>
                <a:ea typeface="+mn-lt"/>
                <a:cs typeface="+mn-lt"/>
              </a:rPr>
              <a:t> </a:t>
            </a:r>
            <a:r>
              <a:rPr lang="de-DE" sz="1600" dirty="0" err="1">
                <a:solidFill>
                  <a:srgbClr val="EAECF0"/>
                </a:solidFill>
                <a:ea typeface="+mn-lt"/>
                <a:cs typeface="+mn-lt"/>
              </a:rPr>
              <a:t>music</a:t>
            </a:r>
            <a:r>
              <a:rPr lang="de-DE" sz="1600" dirty="0">
                <a:solidFill>
                  <a:srgbClr val="EAECF0"/>
                </a:solidFill>
                <a:ea typeface="+mn-lt"/>
                <a:cs typeface="+mn-lt"/>
              </a:rPr>
              <a:t>. The </a:t>
            </a:r>
            <a:r>
              <a:rPr lang="de-DE" sz="1600" dirty="0" err="1">
                <a:solidFill>
                  <a:srgbClr val="EAECF0"/>
                </a:solidFill>
                <a:ea typeface="+mn-lt"/>
                <a:cs typeface="+mn-lt"/>
              </a:rPr>
              <a:t>only</a:t>
            </a:r>
            <a:r>
              <a:rPr lang="de-DE" sz="1600" dirty="0">
                <a:solidFill>
                  <a:srgbClr val="EAECF0"/>
                </a:solidFill>
                <a:ea typeface="+mn-lt"/>
                <a:cs typeface="+mn-lt"/>
              </a:rPr>
              <a:t> </a:t>
            </a:r>
            <a:r>
              <a:rPr lang="de-DE" sz="1600" dirty="0" err="1">
                <a:solidFill>
                  <a:srgbClr val="EAECF0"/>
                </a:solidFill>
                <a:ea typeface="+mn-lt"/>
                <a:cs typeface="+mn-lt"/>
              </a:rPr>
              <a:t>publication</a:t>
            </a:r>
            <a:r>
              <a:rPr lang="de-DE" sz="1600" dirty="0">
                <a:solidFill>
                  <a:srgbClr val="EAECF0"/>
                </a:solidFill>
                <a:ea typeface="+mn-lt"/>
                <a:cs typeface="+mn-lt"/>
              </a:rPr>
              <a:t> </a:t>
            </a:r>
            <a:r>
              <a:rPr lang="de-DE" sz="1600" dirty="0" err="1">
                <a:solidFill>
                  <a:srgbClr val="EAECF0"/>
                </a:solidFill>
                <a:ea typeface="+mn-lt"/>
                <a:cs typeface="+mn-lt"/>
              </a:rPr>
              <a:t>made</a:t>
            </a:r>
            <a:r>
              <a:rPr lang="de-DE" sz="1600" dirty="0">
                <a:solidFill>
                  <a:srgbClr val="EAECF0"/>
                </a:solidFill>
                <a:ea typeface="+mn-lt"/>
                <a:cs typeface="+mn-lt"/>
              </a:rPr>
              <a:t> </a:t>
            </a:r>
            <a:r>
              <a:rPr lang="de-DE" sz="1600" dirty="0" err="1">
                <a:solidFill>
                  <a:srgbClr val="EAECF0"/>
                </a:solidFill>
                <a:ea typeface="+mn-lt"/>
                <a:cs typeface="+mn-lt"/>
              </a:rPr>
              <a:t>under</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monopoly</a:t>
            </a:r>
            <a:r>
              <a:rPr lang="de-DE" sz="1600" dirty="0">
                <a:solidFill>
                  <a:srgbClr val="EAECF0"/>
                </a:solidFill>
                <a:ea typeface="+mn-lt"/>
                <a:cs typeface="+mn-lt"/>
              </a:rPr>
              <a:t> </a:t>
            </a:r>
            <a:r>
              <a:rPr lang="de-DE" sz="1600" dirty="0" err="1">
                <a:solidFill>
                  <a:srgbClr val="EAECF0"/>
                </a:solidFill>
                <a:ea typeface="+mn-lt"/>
                <a:cs typeface="+mn-lt"/>
              </a:rPr>
              <a:t>while</a:t>
            </a:r>
            <a:r>
              <a:rPr lang="de-DE" sz="1600" dirty="0">
                <a:solidFill>
                  <a:srgbClr val="EAECF0"/>
                </a:solidFill>
                <a:ea typeface="+mn-lt"/>
                <a:cs typeface="+mn-lt"/>
              </a:rPr>
              <a:t> Tallis was still </a:t>
            </a:r>
            <a:r>
              <a:rPr lang="de-DE" sz="1600" dirty="0" err="1">
                <a:solidFill>
                  <a:srgbClr val="EAECF0"/>
                </a:solidFill>
                <a:ea typeface="+mn-lt"/>
                <a:cs typeface="+mn-lt"/>
              </a:rPr>
              <a:t>alive</a:t>
            </a:r>
            <a:r>
              <a:rPr lang="de-DE" sz="1600" dirty="0">
                <a:solidFill>
                  <a:srgbClr val="EAECF0"/>
                </a:solidFill>
                <a:ea typeface="+mn-lt"/>
                <a:cs typeface="+mn-lt"/>
              </a:rPr>
              <a:t> was </a:t>
            </a:r>
            <a:r>
              <a:rPr lang="de-DE" sz="1600" dirty="0" err="1">
                <a:solidFill>
                  <a:srgbClr val="EAECF0"/>
                </a:solidFill>
                <a:ea typeface="+mn-lt"/>
                <a:cs typeface="+mn-lt"/>
              </a:rPr>
              <a:t>the</a:t>
            </a:r>
            <a:r>
              <a:rPr lang="de-DE" sz="1600" dirty="0">
                <a:solidFill>
                  <a:srgbClr val="EAECF0"/>
                </a:solidFill>
                <a:ea typeface="+mn-lt"/>
                <a:cs typeface="+mn-lt"/>
              </a:rPr>
              <a:t> 1575 </a:t>
            </a:r>
            <a:r>
              <a:rPr lang="de-DE" sz="1600" i="1" dirty="0">
                <a:solidFill>
                  <a:srgbClr val="88A3E8"/>
                </a:solidFill>
                <a:ea typeface="+mn-lt"/>
                <a:cs typeface="+mn-lt"/>
                <a:hlinkClick r:id="rId12"/>
              </a:rPr>
              <a:t>Cantiones quae ab argumento sacrae vocantur</a:t>
            </a:r>
            <a:r>
              <a:rPr lang="de-DE" sz="1600" dirty="0">
                <a:solidFill>
                  <a:srgbClr val="EAECF0"/>
                </a:solidFill>
                <a:ea typeface="+mn-lt"/>
                <a:cs typeface="+mn-lt"/>
              </a:rPr>
              <a:t>, </a:t>
            </a:r>
            <a:r>
              <a:rPr lang="de-DE" sz="1600" dirty="0" err="1">
                <a:solidFill>
                  <a:srgbClr val="EAECF0"/>
                </a:solidFill>
                <a:ea typeface="+mn-lt"/>
                <a:cs typeface="+mn-lt"/>
              </a:rPr>
              <a:t>which</a:t>
            </a:r>
            <a:r>
              <a:rPr lang="de-DE" sz="1600" dirty="0">
                <a:solidFill>
                  <a:srgbClr val="EAECF0"/>
                </a:solidFill>
                <a:ea typeface="+mn-lt"/>
                <a:cs typeface="+mn-lt"/>
              </a:rPr>
              <a:t> was </a:t>
            </a:r>
            <a:r>
              <a:rPr lang="de-DE" sz="1600" dirty="0" err="1">
                <a:solidFill>
                  <a:srgbClr val="EAECF0"/>
                </a:solidFill>
                <a:ea typeface="+mn-lt"/>
                <a:cs typeface="+mn-lt"/>
              </a:rPr>
              <a:t>prefaced</a:t>
            </a:r>
            <a:r>
              <a:rPr lang="de-DE" sz="1600" dirty="0">
                <a:solidFill>
                  <a:srgbClr val="EAECF0"/>
                </a:solidFill>
                <a:ea typeface="+mn-lt"/>
                <a:cs typeface="+mn-lt"/>
              </a:rPr>
              <a:t> </a:t>
            </a:r>
            <a:r>
              <a:rPr lang="de-DE" sz="1600" dirty="0" err="1">
                <a:solidFill>
                  <a:srgbClr val="EAECF0"/>
                </a:solidFill>
                <a:ea typeface="+mn-lt"/>
                <a:cs typeface="+mn-lt"/>
              </a:rPr>
              <a:t>by</a:t>
            </a:r>
            <a:r>
              <a:rPr lang="de-DE" sz="1600" dirty="0">
                <a:solidFill>
                  <a:srgbClr val="EAECF0"/>
                </a:solidFill>
                <a:ea typeface="+mn-lt"/>
                <a:cs typeface="+mn-lt"/>
              </a:rPr>
              <a:t> Sir Ferdinando </a:t>
            </a:r>
            <a:r>
              <a:rPr lang="de-DE" sz="1600" dirty="0" err="1">
                <a:solidFill>
                  <a:srgbClr val="EAECF0"/>
                </a:solidFill>
                <a:ea typeface="+mn-lt"/>
                <a:cs typeface="+mn-lt"/>
              </a:rPr>
              <a:t>Heybourne</a:t>
            </a:r>
            <a:r>
              <a:rPr lang="de-DE" sz="1600" dirty="0">
                <a:solidFill>
                  <a:srgbClr val="EAECF0"/>
                </a:solidFill>
                <a:ea typeface="+mn-lt"/>
                <a:cs typeface="+mn-lt"/>
              </a:rPr>
              <a:t>, </a:t>
            </a:r>
            <a:r>
              <a:rPr lang="de-DE" sz="1600" dirty="0" err="1">
                <a:solidFill>
                  <a:srgbClr val="EAECF0"/>
                </a:solidFill>
                <a:ea typeface="+mn-lt"/>
                <a:cs typeface="+mn-lt"/>
              </a:rPr>
              <a:t>who</a:t>
            </a:r>
            <a:r>
              <a:rPr lang="de-DE" sz="1600" dirty="0">
                <a:solidFill>
                  <a:srgbClr val="EAECF0"/>
                </a:solidFill>
                <a:ea typeface="+mn-lt"/>
                <a:cs typeface="+mn-lt"/>
              </a:rPr>
              <a:t> </a:t>
            </a:r>
            <a:r>
              <a:rPr lang="de-DE" sz="1600" dirty="0" err="1">
                <a:solidFill>
                  <a:srgbClr val="EAECF0"/>
                </a:solidFill>
                <a:ea typeface="+mn-lt"/>
                <a:cs typeface="+mn-lt"/>
              </a:rPr>
              <a:t>wrote</a:t>
            </a:r>
            <a:r>
              <a:rPr lang="de-DE" sz="1600" dirty="0">
                <a:solidFill>
                  <a:srgbClr val="EAECF0"/>
                </a:solidFill>
                <a:ea typeface="+mn-lt"/>
                <a:cs typeface="+mn-lt"/>
              </a:rPr>
              <a:t> </a:t>
            </a:r>
            <a:r>
              <a:rPr lang="de-DE" sz="1600" dirty="0" err="1">
                <a:solidFill>
                  <a:srgbClr val="EAECF0"/>
                </a:solidFill>
                <a:ea typeface="+mn-lt"/>
                <a:cs typeface="+mn-lt"/>
              </a:rPr>
              <a:t>that</a:t>
            </a:r>
            <a:r>
              <a:rPr lang="de-DE" sz="1600" dirty="0">
                <a:solidFill>
                  <a:srgbClr val="EAECF0"/>
                </a:solidFill>
                <a:ea typeface="+mn-lt"/>
                <a:cs typeface="+mn-lt"/>
              </a:rPr>
              <a:t> Tallis and Byrd </a:t>
            </a:r>
            <a:r>
              <a:rPr lang="de-DE" sz="1600" dirty="0" err="1">
                <a:solidFill>
                  <a:srgbClr val="EAECF0"/>
                </a:solidFill>
                <a:ea typeface="+mn-lt"/>
                <a:cs typeface="+mn-lt"/>
              </a:rPr>
              <a:t>intended</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take</a:t>
            </a:r>
            <a:r>
              <a:rPr lang="de-DE" sz="1600" dirty="0">
                <a:solidFill>
                  <a:srgbClr val="EAECF0"/>
                </a:solidFill>
                <a:ea typeface="+mn-lt"/>
                <a:cs typeface="+mn-lt"/>
              </a:rPr>
              <a:t> </a:t>
            </a:r>
            <a:r>
              <a:rPr lang="de-DE" sz="1600" dirty="0" err="1">
                <a:solidFill>
                  <a:srgbClr val="EAECF0"/>
                </a:solidFill>
                <a:ea typeface="+mn-lt"/>
                <a:cs typeface="+mn-lt"/>
              </a:rPr>
              <a:t>their</a:t>
            </a:r>
            <a:r>
              <a:rPr lang="de-DE" sz="1600" dirty="0">
                <a:solidFill>
                  <a:srgbClr val="EAECF0"/>
                </a:solidFill>
                <a:ea typeface="+mn-lt"/>
                <a:cs typeface="+mn-lt"/>
              </a:rPr>
              <a:t> </a:t>
            </a:r>
            <a:r>
              <a:rPr lang="de-DE" sz="1600" dirty="0" err="1">
                <a:solidFill>
                  <a:srgbClr val="EAECF0"/>
                </a:solidFill>
                <a:ea typeface="+mn-lt"/>
                <a:cs typeface="+mn-lt"/>
              </a:rPr>
              <a:t>place</a:t>
            </a:r>
            <a:r>
              <a:rPr lang="de-DE" sz="1600" dirty="0">
                <a:solidFill>
                  <a:srgbClr val="EAECF0"/>
                </a:solidFill>
                <a:ea typeface="+mn-lt"/>
                <a:cs typeface="+mn-lt"/>
              </a:rPr>
              <a:t> </a:t>
            </a:r>
            <a:r>
              <a:rPr lang="de-DE" sz="1600" dirty="0" err="1">
                <a:solidFill>
                  <a:srgbClr val="EAECF0"/>
                </a:solidFill>
                <a:ea typeface="+mn-lt"/>
                <a:cs typeface="+mn-lt"/>
              </a:rPr>
              <a:t>among</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great</a:t>
            </a:r>
            <a:r>
              <a:rPr lang="de-DE" sz="1600" dirty="0">
                <a:solidFill>
                  <a:srgbClr val="EAECF0"/>
                </a:solidFill>
                <a:ea typeface="+mn-lt"/>
                <a:cs typeface="+mn-lt"/>
              </a:rPr>
              <a:t> </a:t>
            </a:r>
            <a:r>
              <a:rPr lang="de-DE" sz="1600" dirty="0" err="1">
                <a:solidFill>
                  <a:srgbClr val="EAECF0"/>
                </a:solidFill>
                <a:ea typeface="+mn-lt"/>
                <a:cs typeface="+mn-lt"/>
              </a:rPr>
              <a:t>composers</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Europe: "</a:t>
            </a:r>
            <a:r>
              <a:rPr lang="de-DE" sz="1600" dirty="0">
                <a:solidFill>
                  <a:srgbClr val="88A3E8"/>
                </a:solidFill>
                <a:ea typeface="+mn-lt"/>
                <a:cs typeface="+mn-lt"/>
                <a:hlinkClick r:id="rId13"/>
              </a:rPr>
              <a:t>Lassus</a:t>
            </a:r>
            <a:r>
              <a:rPr lang="de-DE" sz="1600" dirty="0">
                <a:solidFill>
                  <a:srgbClr val="EAECF0"/>
                </a:solidFill>
                <a:ea typeface="+mn-lt"/>
                <a:cs typeface="+mn-lt"/>
              </a:rPr>
              <a:t>, </a:t>
            </a:r>
            <a:r>
              <a:rPr lang="de-DE" sz="1600" dirty="0">
                <a:solidFill>
                  <a:srgbClr val="88A3E8"/>
                </a:solidFill>
                <a:ea typeface="+mn-lt"/>
                <a:cs typeface="+mn-lt"/>
                <a:hlinkClick r:id="rId14"/>
              </a:rPr>
              <a:t>Gombert</a:t>
            </a:r>
            <a:r>
              <a:rPr lang="de-DE" sz="1600" dirty="0">
                <a:solidFill>
                  <a:srgbClr val="EAECF0"/>
                </a:solidFill>
                <a:ea typeface="+mn-lt"/>
                <a:cs typeface="+mn-lt"/>
              </a:rPr>
              <a:t>, and </a:t>
            </a:r>
            <a:r>
              <a:rPr lang="de-DE" sz="1600" dirty="0">
                <a:solidFill>
                  <a:srgbClr val="88A3E8"/>
                </a:solidFill>
                <a:ea typeface="+mn-lt"/>
                <a:cs typeface="+mn-lt"/>
                <a:hlinkClick r:id="rId15"/>
              </a:rPr>
              <a:t>Ferrabosco</a:t>
            </a:r>
            <a:r>
              <a:rPr lang="de-DE" sz="1600" dirty="0">
                <a:solidFill>
                  <a:srgbClr val="EAECF0"/>
                </a:solidFill>
                <a:ea typeface="+mn-lt"/>
                <a:cs typeface="+mn-lt"/>
              </a:rPr>
              <a:t>".</a:t>
            </a:r>
            <a:r>
              <a:rPr lang="de-DE" sz="1100" baseline="30000" dirty="0">
                <a:solidFill>
                  <a:srgbClr val="88A3E8"/>
                </a:solidFill>
                <a:ea typeface="+mn-lt"/>
                <a:cs typeface="+mn-lt"/>
                <a:hlinkClick r:id="rId16"/>
              </a:rPr>
              <a:t>[15]</a:t>
            </a:r>
            <a:r>
              <a:rPr lang="de-DE" sz="1600" dirty="0">
                <a:solidFill>
                  <a:srgbClr val="EAECF0"/>
                </a:solidFill>
                <a:ea typeface="+mn-lt"/>
                <a:cs typeface="+mn-lt"/>
              </a:rPr>
              <a:t> </a:t>
            </a:r>
            <a:r>
              <a:rPr lang="de-DE" sz="1600" dirty="0" err="1">
                <a:solidFill>
                  <a:srgbClr val="EAECF0"/>
                </a:solidFill>
                <a:ea typeface="+mn-lt"/>
                <a:cs typeface="+mn-lt"/>
              </a:rPr>
              <a:t>It</a:t>
            </a:r>
            <a:r>
              <a:rPr lang="de-DE" sz="1600" dirty="0">
                <a:solidFill>
                  <a:srgbClr val="EAECF0"/>
                </a:solidFill>
                <a:ea typeface="+mn-lt"/>
                <a:cs typeface="+mn-lt"/>
              </a:rPr>
              <a:t> </a:t>
            </a:r>
            <a:r>
              <a:rPr lang="de-DE" sz="1600" dirty="0" err="1">
                <a:solidFill>
                  <a:srgbClr val="EAECF0"/>
                </a:solidFill>
                <a:ea typeface="+mn-lt"/>
                <a:cs typeface="+mn-lt"/>
              </a:rPr>
              <a:t>did</a:t>
            </a:r>
            <a:r>
              <a:rPr lang="de-DE" sz="1600" dirty="0">
                <a:solidFill>
                  <a:srgbClr val="EAECF0"/>
                </a:solidFill>
                <a:ea typeface="+mn-lt"/>
                <a:cs typeface="+mn-lt"/>
              </a:rPr>
              <a:t> not </a:t>
            </a:r>
            <a:r>
              <a:rPr lang="de-DE" sz="1600" dirty="0" err="1">
                <a:solidFill>
                  <a:srgbClr val="EAECF0"/>
                </a:solidFill>
                <a:ea typeface="+mn-lt"/>
                <a:cs typeface="+mn-lt"/>
              </a:rPr>
              <a:t>sell</a:t>
            </a:r>
            <a:r>
              <a:rPr lang="de-DE" sz="1600" dirty="0">
                <a:solidFill>
                  <a:srgbClr val="EAECF0"/>
                </a:solidFill>
                <a:ea typeface="+mn-lt"/>
                <a:cs typeface="+mn-lt"/>
              </a:rPr>
              <a:t> </a:t>
            </a:r>
            <a:r>
              <a:rPr lang="de-DE" sz="1600" dirty="0" err="1">
                <a:solidFill>
                  <a:srgbClr val="EAECF0"/>
                </a:solidFill>
                <a:ea typeface="+mn-lt"/>
                <a:cs typeface="+mn-lt"/>
              </a:rPr>
              <a:t>well</a:t>
            </a:r>
            <a:r>
              <a:rPr lang="de-DE" sz="1600" dirty="0">
                <a:solidFill>
                  <a:srgbClr val="EAECF0"/>
                </a:solidFill>
                <a:ea typeface="+mn-lt"/>
                <a:cs typeface="+mn-lt"/>
              </a:rPr>
              <a:t>, and </a:t>
            </a:r>
            <a:r>
              <a:rPr lang="de-DE" sz="1600" dirty="0" err="1">
                <a:solidFill>
                  <a:srgbClr val="EAECF0"/>
                </a:solidFill>
                <a:ea typeface="+mn-lt"/>
                <a:cs typeface="+mn-lt"/>
              </a:rPr>
              <a:t>they</a:t>
            </a:r>
            <a:r>
              <a:rPr lang="de-DE" sz="1600" dirty="0">
                <a:solidFill>
                  <a:srgbClr val="EAECF0"/>
                </a:solidFill>
                <a:ea typeface="+mn-lt"/>
                <a:cs typeface="+mn-lt"/>
              </a:rPr>
              <a:t> </a:t>
            </a:r>
            <a:r>
              <a:rPr lang="de-DE" sz="1600" dirty="0" err="1">
                <a:solidFill>
                  <a:srgbClr val="EAECF0"/>
                </a:solidFill>
                <a:ea typeface="+mn-lt"/>
                <a:cs typeface="+mn-lt"/>
              </a:rPr>
              <a:t>were</a:t>
            </a:r>
            <a:r>
              <a:rPr lang="de-DE" sz="1600" dirty="0">
                <a:solidFill>
                  <a:srgbClr val="EAECF0"/>
                </a:solidFill>
                <a:ea typeface="+mn-lt"/>
                <a:cs typeface="+mn-lt"/>
              </a:rPr>
              <a:t> </a:t>
            </a:r>
            <a:r>
              <a:rPr lang="de-DE" sz="1600" dirty="0" err="1">
                <a:solidFill>
                  <a:srgbClr val="EAECF0"/>
                </a:solidFill>
                <a:ea typeface="+mn-lt"/>
                <a:cs typeface="+mn-lt"/>
              </a:rPr>
              <a:t>forced</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appeal</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Elizabeth </a:t>
            </a:r>
            <a:r>
              <a:rPr lang="de-DE" sz="1600" dirty="0" err="1">
                <a:solidFill>
                  <a:srgbClr val="EAECF0"/>
                </a:solidFill>
                <a:ea typeface="+mn-lt"/>
                <a:cs typeface="+mn-lt"/>
              </a:rPr>
              <a:t>for</a:t>
            </a:r>
            <a:r>
              <a:rPr lang="de-DE" sz="1600" dirty="0">
                <a:solidFill>
                  <a:srgbClr val="EAECF0"/>
                </a:solidFill>
                <a:ea typeface="+mn-lt"/>
                <a:cs typeface="+mn-lt"/>
              </a:rPr>
              <a:t> support.</a:t>
            </a:r>
            <a:r>
              <a:rPr lang="de-DE" sz="1100" baseline="30000" dirty="0">
                <a:solidFill>
                  <a:srgbClr val="88A3E8"/>
                </a:solidFill>
                <a:ea typeface="+mn-lt"/>
                <a:cs typeface="+mn-lt"/>
                <a:hlinkClick r:id="rId5"/>
              </a:rPr>
              <a:t>[33]</a:t>
            </a:r>
            <a:r>
              <a:rPr lang="de-DE" sz="1600" dirty="0">
                <a:solidFill>
                  <a:srgbClr val="EAECF0"/>
                </a:solidFill>
                <a:ea typeface="+mn-lt"/>
                <a:cs typeface="+mn-lt"/>
              </a:rPr>
              <a:t> People </a:t>
            </a:r>
            <a:r>
              <a:rPr lang="de-DE" sz="1600" dirty="0" err="1">
                <a:solidFill>
                  <a:srgbClr val="EAECF0"/>
                </a:solidFill>
                <a:ea typeface="+mn-lt"/>
                <a:cs typeface="+mn-lt"/>
              </a:rPr>
              <a:t>were</a:t>
            </a:r>
            <a:r>
              <a:rPr lang="de-DE" sz="1600" dirty="0">
                <a:solidFill>
                  <a:srgbClr val="EAECF0"/>
                </a:solidFill>
                <a:ea typeface="+mn-lt"/>
                <a:cs typeface="+mn-lt"/>
              </a:rPr>
              <a:t> </a:t>
            </a:r>
            <a:r>
              <a:rPr lang="de-DE" sz="1600" dirty="0" err="1">
                <a:solidFill>
                  <a:srgbClr val="EAECF0"/>
                </a:solidFill>
                <a:ea typeface="+mn-lt"/>
                <a:cs typeface="+mn-lt"/>
              </a:rPr>
              <a:t>wary</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new</a:t>
            </a:r>
            <a:r>
              <a:rPr lang="de-DE" sz="1600" dirty="0">
                <a:solidFill>
                  <a:srgbClr val="EAECF0"/>
                </a:solidFill>
                <a:ea typeface="+mn-lt"/>
                <a:cs typeface="+mn-lt"/>
              </a:rPr>
              <a:t> </a:t>
            </a:r>
            <a:r>
              <a:rPr lang="de-DE" sz="1600" dirty="0" err="1">
                <a:solidFill>
                  <a:srgbClr val="EAECF0"/>
                </a:solidFill>
                <a:ea typeface="+mn-lt"/>
                <a:cs typeface="+mn-lt"/>
              </a:rPr>
              <a:t>publications</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sale</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which</a:t>
            </a:r>
            <a:r>
              <a:rPr lang="de-DE" sz="1600" dirty="0">
                <a:solidFill>
                  <a:srgbClr val="EAECF0"/>
                </a:solidFill>
                <a:ea typeface="+mn-lt"/>
                <a:cs typeface="+mn-lt"/>
              </a:rPr>
              <a:t> was not </a:t>
            </a:r>
            <a:r>
              <a:rPr lang="de-DE" sz="1600" dirty="0" err="1">
                <a:solidFill>
                  <a:srgbClr val="EAECF0"/>
                </a:solidFill>
                <a:ea typeface="+mn-lt"/>
                <a:cs typeface="+mn-lt"/>
              </a:rPr>
              <a:t>helped</a:t>
            </a:r>
            <a:r>
              <a:rPr lang="de-DE" sz="1600" dirty="0">
                <a:solidFill>
                  <a:srgbClr val="EAECF0"/>
                </a:solidFill>
                <a:ea typeface="+mn-lt"/>
                <a:cs typeface="+mn-lt"/>
              </a:rPr>
              <a:t> </a:t>
            </a:r>
            <a:r>
              <a:rPr lang="de-DE" sz="1600" dirty="0" err="1">
                <a:solidFill>
                  <a:srgbClr val="EAECF0"/>
                </a:solidFill>
                <a:ea typeface="+mn-lt"/>
                <a:cs typeface="+mn-lt"/>
              </a:rPr>
              <a:t>by</a:t>
            </a:r>
            <a:r>
              <a:rPr lang="de-DE" sz="1600" dirty="0">
                <a:solidFill>
                  <a:srgbClr val="EAECF0"/>
                </a:solidFill>
                <a:ea typeface="+mn-lt"/>
                <a:cs typeface="+mn-lt"/>
              </a:rPr>
              <a:t> </a:t>
            </a:r>
            <a:r>
              <a:rPr lang="de-DE" sz="1600" dirty="0" err="1">
                <a:solidFill>
                  <a:srgbClr val="EAECF0"/>
                </a:solidFill>
                <a:ea typeface="+mn-lt"/>
                <a:cs typeface="+mn-lt"/>
              </a:rPr>
              <a:t>both</a:t>
            </a:r>
            <a:r>
              <a:rPr lang="de-DE" sz="1600" dirty="0">
                <a:solidFill>
                  <a:srgbClr val="EAECF0"/>
                </a:solidFill>
                <a:ea typeface="+mn-lt"/>
                <a:cs typeface="+mn-lt"/>
              </a:rPr>
              <a:t> </a:t>
            </a:r>
            <a:r>
              <a:rPr lang="de-DE" sz="1600" dirty="0" err="1">
                <a:solidFill>
                  <a:srgbClr val="EAECF0"/>
                </a:solidFill>
                <a:ea typeface="+mn-lt"/>
                <a:cs typeface="+mn-lt"/>
              </a:rPr>
              <a:t>men</a:t>
            </a:r>
            <a:r>
              <a:rPr lang="de-DE" sz="1600" dirty="0">
                <a:solidFill>
                  <a:srgbClr val="EAECF0"/>
                </a:solidFill>
                <a:ea typeface="+mn-lt"/>
                <a:cs typeface="+mn-lt"/>
              </a:rPr>
              <a:t> </a:t>
            </a:r>
            <a:r>
              <a:rPr lang="de-DE" sz="1600" dirty="0" err="1">
                <a:solidFill>
                  <a:srgbClr val="EAECF0"/>
                </a:solidFill>
                <a:ea typeface="+mn-lt"/>
                <a:cs typeface="+mn-lt"/>
              </a:rPr>
              <a:t>being</a:t>
            </a:r>
            <a:r>
              <a:rPr lang="de-DE" sz="1600" dirty="0">
                <a:solidFill>
                  <a:srgbClr val="EAECF0"/>
                </a:solidFill>
                <a:ea typeface="+mn-lt"/>
                <a:cs typeface="+mn-lt"/>
              </a:rPr>
              <a:t> </a:t>
            </a:r>
            <a:r>
              <a:rPr lang="de-DE" sz="1600" dirty="0">
                <a:solidFill>
                  <a:srgbClr val="88A3E8"/>
                </a:solidFill>
                <a:ea typeface="+mn-lt"/>
                <a:cs typeface="+mn-lt"/>
                <a:hlinkClick r:id="rId17"/>
              </a:rPr>
              <a:t>Roman Catholics</a:t>
            </a:r>
            <a:r>
              <a:rPr lang="de-DE" sz="1600" dirty="0">
                <a:solidFill>
                  <a:srgbClr val="EAECF0"/>
                </a:solidFill>
                <a:ea typeface="+mn-lt"/>
                <a:cs typeface="+mn-lt"/>
              </a:rPr>
              <a:t>.</a:t>
            </a:r>
            <a:r>
              <a:rPr lang="de-DE" sz="1100" baseline="30000" dirty="0">
                <a:solidFill>
                  <a:srgbClr val="88A3E8"/>
                </a:solidFill>
                <a:ea typeface="+mn-lt"/>
                <a:cs typeface="+mn-lt"/>
                <a:hlinkClick r:id="rId7"/>
              </a:rPr>
              <a:t>[34]</a:t>
            </a:r>
            <a:r>
              <a:rPr lang="de-DE" sz="1600" dirty="0">
                <a:solidFill>
                  <a:srgbClr val="EAECF0"/>
                </a:solidFill>
                <a:ea typeface="+mn-lt"/>
                <a:cs typeface="+mn-lt"/>
              </a:rPr>
              <a:t> As </a:t>
            </a:r>
            <a:r>
              <a:rPr lang="de-DE" sz="1600" dirty="0" err="1">
                <a:solidFill>
                  <a:srgbClr val="EAECF0"/>
                </a:solidFill>
                <a:ea typeface="+mn-lt"/>
                <a:cs typeface="+mn-lt"/>
              </a:rPr>
              <a:t>Catholics</a:t>
            </a:r>
            <a:r>
              <a:rPr lang="de-DE" sz="1600" dirty="0">
                <a:solidFill>
                  <a:srgbClr val="EAECF0"/>
                </a:solidFill>
                <a:ea typeface="+mn-lt"/>
                <a:cs typeface="+mn-lt"/>
              </a:rPr>
              <a:t>, Byrd and Tallis </a:t>
            </a:r>
            <a:r>
              <a:rPr lang="de-DE" sz="1600" dirty="0" err="1">
                <a:solidFill>
                  <a:srgbClr val="EAECF0"/>
                </a:solidFill>
                <a:ea typeface="+mn-lt"/>
                <a:cs typeface="+mn-lt"/>
              </a:rPr>
              <a:t>were</a:t>
            </a:r>
            <a:r>
              <a:rPr lang="de-DE" sz="1600" dirty="0">
                <a:solidFill>
                  <a:srgbClr val="EAECF0"/>
                </a:solidFill>
                <a:ea typeface="+mn-lt"/>
                <a:cs typeface="+mn-lt"/>
              </a:rPr>
              <a:t> </a:t>
            </a:r>
            <a:r>
              <a:rPr lang="de-DE" sz="1600" dirty="0" err="1">
                <a:solidFill>
                  <a:srgbClr val="EAECF0"/>
                </a:solidFill>
                <a:ea typeface="+mn-lt"/>
                <a:cs typeface="+mn-lt"/>
              </a:rPr>
              <a:t>forbidden</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sell</a:t>
            </a:r>
            <a:r>
              <a:rPr lang="de-DE" sz="1600" dirty="0">
                <a:solidFill>
                  <a:srgbClr val="EAECF0"/>
                </a:solidFill>
                <a:ea typeface="+mn-lt"/>
                <a:cs typeface="+mn-lt"/>
              </a:rPr>
              <a:t> </a:t>
            </a:r>
            <a:r>
              <a:rPr lang="de-DE" sz="1600" dirty="0" err="1">
                <a:solidFill>
                  <a:srgbClr val="EAECF0"/>
                </a:solidFill>
                <a:ea typeface="+mn-lt"/>
                <a:cs typeface="+mn-lt"/>
              </a:rPr>
              <a:t>imported</a:t>
            </a:r>
            <a:r>
              <a:rPr lang="de-DE" sz="1600" dirty="0">
                <a:solidFill>
                  <a:srgbClr val="EAECF0"/>
                </a:solidFill>
                <a:ea typeface="+mn-lt"/>
                <a:cs typeface="+mn-lt"/>
              </a:rPr>
              <a:t> </a:t>
            </a:r>
            <a:r>
              <a:rPr lang="de-DE" sz="1600" dirty="0" err="1">
                <a:solidFill>
                  <a:srgbClr val="EAECF0"/>
                </a:solidFill>
                <a:ea typeface="+mn-lt"/>
                <a:cs typeface="+mn-lt"/>
              </a:rPr>
              <a:t>music</a:t>
            </a:r>
            <a:r>
              <a:rPr lang="de-DE" sz="1600" dirty="0">
                <a:solidFill>
                  <a:srgbClr val="EAECF0"/>
                </a:solidFill>
                <a:ea typeface="+mn-lt"/>
                <a:cs typeface="+mn-lt"/>
              </a:rPr>
              <a:t>, and </a:t>
            </a:r>
            <a:r>
              <a:rPr lang="de-DE" sz="1600" dirty="0" err="1">
                <a:solidFill>
                  <a:srgbClr val="EAECF0"/>
                </a:solidFill>
                <a:ea typeface="+mn-lt"/>
                <a:cs typeface="+mn-lt"/>
              </a:rPr>
              <a:t>were</a:t>
            </a:r>
            <a:r>
              <a:rPr lang="de-DE" sz="1600" dirty="0">
                <a:solidFill>
                  <a:srgbClr val="EAECF0"/>
                </a:solidFill>
                <a:ea typeface="+mn-lt"/>
                <a:cs typeface="+mn-lt"/>
              </a:rPr>
              <a:t> </a:t>
            </a:r>
            <a:r>
              <a:rPr lang="de-DE" sz="1600" dirty="0" err="1">
                <a:solidFill>
                  <a:srgbClr val="EAECF0"/>
                </a:solidFill>
                <a:ea typeface="+mn-lt"/>
                <a:cs typeface="+mn-lt"/>
              </a:rPr>
              <a:t>refused</a:t>
            </a:r>
            <a:r>
              <a:rPr lang="de-DE" sz="1600" dirty="0">
                <a:solidFill>
                  <a:srgbClr val="EAECF0"/>
                </a:solidFill>
                <a:ea typeface="+mn-lt"/>
                <a:cs typeface="+mn-lt"/>
              </a:rPr>
              <a:t> </a:t>
            </a:r>
            <a:r>
              <a:rPr lang="de-DE" sz="1600" dirty="0" err="1">
                <a:solidFill>
                  <a:srgbClr val="EAECF0"/>
                </a:solidFill>
                <a:ea typeface="+mn-lt"/>
                <a:cs typeface="+mn-lt"/>
              </a:rPr>
              <a:t>any</a:t>
            </a:r>
            <a:r>
              <a:rPr lang="de-DE" sz="1600" dirty="0">
                <a:solidFill>
                  <a:srgbClr val="EAECF0"/>
                </a:solidFill>
                <a:ea typeface="+mn-lt"/>
                <a:cs typeface="+mn-lt"/>
              </a:rPr>
              <a:t> </a:t>
            </a:r>
            <a:r>
              <a:rPr lang="de-DE" sz="1600" dirty="0" err="1">
                <a:solidFill>
                  <a:srgbClr val="EAECF0"/>
                </a:solidFill>
                <a:ea typeface="+mn-lt"/>
                <a:cs typeface="+mn-lt"/>
              </a:rPr>
              <a:t>rights</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music</a:t>
            </a:r>
            <a:r>
              <a:rPr lang="de-DE" sz="1600" dirty="0">
                <a:solidFill>
                  <a:srgbClr val="EAECF0"/>
                </a:solidFill>
                <a:ea typeface="+mn-lt"/>
                <a:cs typeface="+mn-lt"/>
              </a:rPr>
              <a:t> </a:t>
            </a:r>
            <a:r>
              <a:rPr lang="de-DE" sz="1600" dirty="0">
                <a:solidFill>
                  <a:srgbClr val="88A3E8"/>
                </a:solidFill>
                <a:ea typeface="+mn-lt"/>
                <a:cs typeface="+mn-lt"/>
                <a:hlinkClick r:id="rId18"/>
              </a:rPr>
              <a:t>fonts</a:t>
            </a:r>
            <a:r>
              <a:rPr lang="de-DE" sz="1600" dirty="0">
                <a:solidFill>
                  <a:srgbClr val="EAECF0"/>
                </a:solidFill>
                <a:ea typeface="+mn-lt"/>
                <a:cs typeface="+mn-lt"/>
              </a:rPr>
              <a:t>, </a:t>
            </a:r>
            <a:r>
              <a:rPr lang="de-DE" sz="1600" dirty="0" err="1">
                <a:solidFill>
                  <a:srgbClr val="EAECF0"/>
                </a:solidFill>
                <a:ea typeface="+mn-lt"/>
                <a:cs typeface="+mn-lt"/>
              </a:rPr>
              <a:t>or</a:t>
            </a:r>
            <a:r>
              <a:rPr lang="de-DE" sz="1600" dirty="0">
                <a:solidFill>
                  <a:srgbClr val="EAECF0"/>
                </a:solidFill>
                <a:ea typeface="+mn-lt"/>
                <a:cs typeface="+mn-lt"/>
              </a:rPr>
              <a:t> </a:t>
            </a:r>
            <a:r>
              <a:rPr lang="de-DE" sz="1600" dirty="0" err="1">
                <a:solidFill>
                  <a:srgbClr val="EAECF0"/>
                </a:solidFill>
                <a:ea typeface="+mn-lt"/>
                <a:cs typeface="+mn-lt"/>
              </a:rPr>
              <a:t>printing</a:t>
            </a:r>
            <a:r>
              <a:rPr lang="de-DE" sz="1600" dirty="0">
                <a:solidFill>
                  <a:srgbClr val="EAECF0"/>
                </a:solidFill>
                <a:ea typeface="+mn-lt"/>
                <a:cs typeface="+mn-lt"/>
              </a:rPr>
              <a:t> </a:t>
            </a:r>
            <a:r>
              <a:rPr lang="de-DE" sz="1600" dirty="0" err="1">
                <a:solidFill>
                  <a:srgbClr val="EAECF0"/>
                </a:solidFill>
                <a:ea typeface="+mn-lt"/>
                <a:cs typeface="+mn-lt"/>
              </a:rPr>
              <a:t>patents</a:t>
            </a:r>
            <a:r>
              <a:rPr lang="de-DE" sz="1600" dirty="0">
                <a:solidFill>
                  <a:srgbClr val="EAECF0"/>
                </a:solidFill>
                <a:ea typeface="+mn-lt"/>
                <a:cs typeface="+mn-lt"/>
              </a:rPr>
              <a:t> not </a:t>
            </a:r>
            <a:r>
              <a:rPr lang="de-DE" sz="1600" dirty="0" err="1">
                <a:solidFill>
                  <a:srgbClr val="EAECF0"/>
                </a:solidFill>
                <a:ea typeface="+mn-lt"/>
                <a:cs typeface="+mn-lt"/>
              </a:rPr>
              <a:t>under</a:t>
            </a:r>
            <a:r>
              <a:rPr lang="de-DE" sz="1600" dirty="0">
                <a:solidFill>
                  <a:srgbClr val="EAECF0"/>
                </a:solidFill>
                <a:ea typeface="+mn-lt"/>
                <a:cs typeface="+mn-lt"/>
              </a:rPr>
              <a:t> </a:t>
            </a:r>
            <a:r>
              <a:rPr lang="de-DE" sz="1600" dirty="0" err="1">
                <a:solidFill>
                  <a:srgbClr val="EAECF0"/>
                </a:solidFill>
                <a:ea typeface="+mn-lt"/>
                <a:cs typeface="+mn-lt"/>
              </a:rPr>
              <a:t>their</a:t>
            </a:r>
            <a:r>
              <a:rPr lang="de-DE" sz="1600" dirty="0">
                <a:solidFill>
                  <a:srgbClr val="EAECF0"/>
                </a:solidFill>
                <a:ea typeface="+mn-lt"/>
                <a:cs typeface="+mn-lt"/>
              </a:rPr>
              <a:t> </a:t>
            </a:r>
            <a:r>
              <a:rPr lang="de-DE" sz="1600" dirty="0" err="1">
                <a:solidFill>
                  <a:srgbClr val="EAECF0"/>
                </a:solidFill>
                <a:ea typeface="+mn-lt"/>
                <a:cs typeface="+mn-lt"/>
              </a:rPr>
              <a:t>command</a:t>
            </a:r>
            <a:r>
              <a:rPr lang="de-DE" sz="1600" dirty="0">
                <a:solidFill>
                  <a:srgbClr val="EAECF0"/>
                </a:solidFill>
                <a:ea typeface="+mn-lt"/>
                <a:cs typeface="+mn-lt"/>
              </a:rPr>
              <a:t>. </a:t>
            </a:r>
            <a:r>
              <a:rPr lang="de-DE" sz="1600" dirty="0" err="1">
                <a:solidFill>
                  <a:srgbClr val="EAECF0"/>
                </a:solidFill>
                <a:ea typeface="+mn-lt"/>
                <a:cs typeface="+mn-lt"/>
              </a:rPr>
              <a:t>They</a:t>
            </a:r>
            <a:r>
              <a:rPr lang="de-DE" sz="1600" dirty="0">
                <a:solidFill>
                  <a:srgbClr val="EAECF0"/>
                </a:solidFill>
                <a:ea typeface="+mn-lt"/>
                <a:cs typeface="+mn-lt"/>
              </a:rPr>
              <a:t> </a:t>
            </a:r>
            <a:r>
              <a:rPr lang="de-DE" sz="1600" dirty="0" err="1">
                <a:solidFill>
                  <a:srgbClr val="EAECF0"/>
                </a:solidFill>
                <a:ea typeface="+mn-lt"/>
                <a:cs typeface="+mn-lt"/>
              </a:rPr>
              <a:t>lacked</a:t>
            </a:r>
            <a:r>
              <a:rPr lang="de-DE" sz="1600" dirty="0">
                <a:solidFill>
                  <a:srgbClr val="EAECF0"/>
                </a:solidFill>
                <a:ea typeface="+mn-lt"/>
                <a:cs typeface="+mn-lt"/>
              </a:rPr>
              <a:t> </a:t>
            </a:r>
            <a:r>
              <a:rPr lang="de-DE" sz="1600" dirty="0" err="1">
                <a:solidFill>
                  <a:srgbClr val="EAECF0"/>
                </a:solidFill>
                <a:ea typeface="+mn-lt"/>
                <a:cs typeface="+mn-lt"/>
              </a:rPr>
              <a:t>their</a:t>
            </a:r>
            <a:r>
              <a:rPr lang="de-DE" sz="1600" dirty="0">
                <a:solidFill>
                  <a:srgbClr val="EAECF0"/>
                </a:solidFill>
                <a:ea typeface="+mn-lt"/>
                <a:cs typeface="+mn-lt"/>
              </a:rPr>
              <a:t> own </a:t>
            </a:r>
            <a:r>
              <a:rPr lang="de-DE" sz="1600" dirty="0" err="1">
                <a:solidFill>
                  <a:srgbClr val="EAECF0"/>
                </a:solidFill>
                <a:ea typeface="+mn-lt"/>
                <a:cs typeface="+mn-lt"/>
              </a:rPr>
              <a:t>printing</a:t>
            </a:r>
            <a:r>
              <a:rPr lang="de-DE" sz="1600" dirty="0">
                <a:solidFill>
                  <a:srgbClr val="EAECF0"/>
                </a:solidFill>
                <a:ea typeface="+mn-lt"/>
                <a:cs typeface="+mn-lt"/>
              </a:rPr>
              <a:t> press.</a:t>
            </a:r>
            <a:r>
              <a:rPr lang="de-DE" sz="1100" baseline="30000" dirty="0">
                <a:solidFill>
                  <a:srgbClr val="88A3E8"/>
                </a:solidFill>
                <a:ea typeface="+mn-lt"/>
                <a:cs typeface="+mn-lt"/>
                <a:hlinkClick r:id="rId19"/>
              </a:rPr>
              <a:t>[35]</a:t>
            </a:r>
            <a:r>
              <a:rPr lang="de-DE" sz="1600" dirty="0">
                <a:solidFill>
                  <a:srgbClr val="EAECF0"/>
                </a:solidFill>
                <a:ea typeface="+mn-lt"/>
                <a:cs typeface="+mn-lt"/>
              </a:rPr>
              <a:t> A </a:t>
            </a:r>
            <a:r>
              <a:rPr lang="de-DE" sz="1600" dirty="0" err="1">
                <a:solidFill>
                  <a:srgbClr val="EAECF0"/>
                </a:solidFill>
                <a:ea typeface="+mn-lt"/>
                <a:cs typeface="+mn-lt"/>
              </a:rPr>
              <a:t>second</a:t>
            </a:r>
            <a:r>
              <a:rPr lang="de-DE" sz="1600" dirty="0">
                <a:solidFill>
                  <a:srgbClr val="EAECF0"/>
                </a:solidFill>
                <a:ea typeface="+mn-lt"/>
                <a:cs typeface="+mn-lt"/>
              </a:rPr>
              <a:t> </a:t>
            </a:r>
            <a:r>
              <a:rPr lang="de-DE" sz="1600" dirty="0" err="1">
                <a:solidFill>
                  <a:srgbClr val="EAECF0"/>
                </a:solidFill>
                <a:ea typeface="+mn-lt"/>
                <a:cs typeface="+mn-lt"/>
              </a:rPr>
              <a:t>petition</a:t>
            </a:r>
            <a:r>
              <a:rPr lang="de-DE" sz="1600" dirty="0">
                <a:solidFill>
                  <a:srgbClr val="EAECF0"/>
                </a:solidFill>
                <a:ea typeface="+mn-lt"/>
                <a:cs typeface="+mn-lt"/>
              </a:rPr>
              <a:t> in 1577 </a:t>
            </a:r>
            <a:r>
              <a:rPr lang="de-DE" sz="1600" dirty="0" err="1">
                <a:solidFill>
                  <a:srgbClr val="EAECF0"/>
                </a:solidFill>
                <a:ea typeface="+mn-lt"/>
                <a:cs typeface="+mn-lt"/>
              </a:rPr>
              <a:t>resulted</a:t>
            </a:r>
            <a:r>
              <a:rPr lang="de-DE" sz="1600" dirty="0">
                <a:solidFill>
                  <a:srgbClr val="EAECF0"/>
                </a:solidFill>
                <a:ea typeface="+mn-lt"/>
                <a:cs typeface="+mn-lt"/>
              </a:rPr>
              <a:t> in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grant</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 </a:t>
            </a:r>
            <a:r>
              <a:rPr lang="de-DE" sz="1600" dirty="0" err="1">
                <a:solidFill>
                  <a:srgbClr val="EAECF0"/>
                </a:solidFill>
                <a:ea typeface="+mn-lt"/>
                <a:cs typeface="+mn-lt"/>
              </a:rPr>
              <a:t>joint</a:t>
            </a:r>
            <a:r>
              <a:rPr lang="de-DE" sz="1600" dirty="0">
                <a:solidFill>
                  <a:srgbClr val="EAECF0"/>
                </a:solidFill>
                <a:ea typeface="+mn-lt"/>
                <a:cs typeface="+mn-lt"/>
              </a:rPr>
              <a:t> lease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a:solidFill>
                  <a:srgbClr val="88A3E8"/>
                </a:solidFill>
                <a:ea typeface="+mn-lt"/>
                <a:cs typeface="+mn-lt"/>
                <a:hlinkClick r:id="rId20"/>
              </a:rPr>
              <a:t>crown lands</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two</a:t>
            </a:r>
            <a:r>
              <a:rPr lang="de-DE" sz="1600" dirty="0">
                <a:solidFill>
                  <a:srgbClr val="EAECF0"/>
                </a:solidFill>
                <a:ea typeface="+mn-lt"/>
                <a:cs typeface="+mn-lt"/>
              </a:rPr>
              <a:t> </a:t>
            </a:r>
            <a:r>
              <a:rPr lang="de-DE" sz="1600" dirty="0" err="1">
                <a:solidFill>
                  <a:srgbClr val="EAECF0"/>
                </a:solidFill>
                <a:ea typeface="+mn-lt"/>
                <a:cs typeface="+mn-lt"/>
              </a:rPr>
              <a:t>composers</a:t>
            </a:r>
            <a:r>
              <a:rPr lang="de-DE" sz="1600" dirty="0">
                <a:solidFill>
                  <a:srgbClr val="EAECF0"/>
                </a:solidFill>
                <a:ea typeface="+mn-lt"/>
                <a:cs typeface="+mn-lt"/>
              </a:rPr>
              <a:t>.</a:t>
            </a:r>
            <a:r>
              <a:rPr lang="de-DE" sz="1100" baseline="30000" dirty="0">
                <a:solidFill>
                  <a:srgbClr val="88A3E8"/>
                </a:solidFill>
                <a:ea typeface="+mn-lt"/>
                <a:cs typeface="+mn-lt"/>
                <a:hlinkClick r:id="rId21"/>
              </a:rPr>
              <a:t>[11]</a:t>
            </a:r>
            <a:endParaRPr lang="de-DE" sz="1100"/>
          </a:p>
          <a:p>
            <a:r>
              <a:rPr lang="de-DE" sz="1600" dirty="0">
                <a:solidFill>
                  <a:srgbClr val="EAECF0"/>
                </a:solidFill>
                <a:ea typeface="+mn-lt"/>
                <a:cs typeface="+mn-lt"/>
              </a:rPr>
              <a:t>After </a:t>
            </a:r>
            <a:r>
              <a:rPr lang="de-DE" sz="1600" dirty="0" err="1">
                <a:solidFill>
                  <a:srgbClr val="EAECF0"/>
                </a:solidFill>
                <a:ea typeface="+mn-lt"/>
                <a:cs typeface="+mn-lt"/>
              </a:rPr>
              <a:t>the</a:t>
            </a:r>
            <a:r>
              <a:rPr lang="de-DE" sz="1600" dirty="0">
                <a:solidFill>
                  <a:srgbClr val="EAECF0"/>
                </a:solidFill>
                <a:ea typeface="+mn-lt"/>
                <a:cs typeface="+mn-lt"/>
              </a:rPr>
              <a:t> 1575 </a:t>
            </a:r>
            <a:r>
              <a:rPr lang="de-DE" sz="1600" dirty="0" err="1">
                <a:solidFill>
                  <a:srgbClr val="EAECF0"/>
                </a:solidFill>
                <a:ea typeface="+mn-lt"/>
                <a:cs typeface="+mn-lt"/>
              </a:rPr>
              <a:t>publication</a:t>
            </a:r>
            <a:r>
              <a:rPr lang="de-DE" sz="1600" dirty="0">
                <a:solidFill>
                  <a:srgbClr val="EAECF0"/>
                </a:solidFill>
                <a:ea typeface="+mn-lt"/>
                <a:cs typeface="+mn-lt"/>
              </a:rPr>
              <a:t>, Tallis </a:t>
            </a:r>
            <a:r>
              <a:rPr lang="de-DE" sz="1600" dirty="0" err="1">
                <a:solidFill>
                  <a:srgbClr val="EAECF0"/>
                </a:solidFill>
                <a:ea typeface="+mn-lt"/>
                <a:cs typeface="+mn-lt"/>
              </a:rPr>
              <a:t>is</a:t>
            </a:r>
            <a:r>
              <a:rPr lang="de-DE" sz="1600" dirty="0">
                <a:solidFill>
                  <a:srgbClr val="EAECF0"/>
                </a:solidFill>
                <a:ea typeface="+mn-lt"/>
                <a:cs typeface="+mn-lt"/>
              </a:rPr>
              <a:t> </a:t>
            </a:r>
            <a:r>
              <a:rPr lang="de-DE" sz="1600" dirty="0" err="1">
                <a:solidFill>
                  <a:srgbClr val="EAECF0"/>
                </a:solidFill>
                <a:ea typeface="+mn-lt"/>
                <a:cs typeface="+mn-lt"/>
              </a:rPr>
              <a:t>thought</a:t>
            </a:r>
            <a:r>
              <a:rPr lang="de-DE" sz="1600" dirty="0">
                <a:solidFill>
                  <a:srgbClr val="EAECF0"/>
                </a:solidFill>
                <a:ea typeface="+mn-lt"/>
                <a:cs typeface="+mn-lt"/>
              </a:rPr>
              <a:t> </a:t>
            </a:r>
            <a:r>
              <a:rPr lang="de-DE" sz="1600" dirty="0" err="1">
                <a:solidFill>
                  <a:srgbClr val="EAECF0"/>
                </a:solidFill>
                <a:ea typeface="+mn-lt"/>
                <a:cs typeface="+mn-lt"/>
              </a:rPr>
              <a:t>to</a:t>
            </a:r>
            <a:r>
              <a:rPr lang="de-DE" sz="1600" dirty="0">
                <a:solidFill>
                  <a:srgbClr val="EAECF0"/>
                </a:solidFill>
                <a:ea typeface="+mn-lt"/>
                <a:cs typeface="+mn-lt"/>
              </a:rPr>
              <a:t> </a:t>
            </a:r>
            <a:r>
              <a:rPr lang="de-DE" sz="1600" dirty="0" err="1">
                <a:solidFill>
                  <a:srgbClr val="EAECF0"/>
                </a:solidFill>
                <a:ea typeface="+mn-lt"/>
                <a:cs typeface="+mn-lt"/>
              </a:rPr>
              <a:t>have</a:t>
            </a:r>
            <a:r>
              <a:rPr lang="de-DE" sz="1600" dirty="0">
                <a:solidFill>
                  <a:srgbClr val="EAECF0"/>
                </a:solidFill>
                <a:ea typeface="+mn-lt"/>
                <a:cs typeface="+mn-lt"/>
              </a:rPr>
              <a:t> </a:t>
            </a:r>
            <a:r>
              <a:rPr lang="de-DE" sz="1600" dirty="0" err="1">
                <a:solidFill>
                  <a:srgbClr val="EAECF0"/>
                </a:solidFill>
                <a:ea typeface="+mn-lt"/>
                <a:cs typeface="+mn-lt"/>
              </a:rPr>
              <a:t>ceased</a:t>
            </a:r>
            <a:r>
              <a:rPr lang="de-DE" sz="1600" dirty="0">
                <a:solidFill>
                  <a:srgbClr val="EAECF0"/>
                </a:solidFill>
                <a:ea typeface="+mn-lt"/>
                <a:cs typeface="+mn-lt"/>
              </a:rPr>
              <a:t> </a:t>
            </a:r>
            <a:r>
              <a:rPr lang="de-DE" sz="1600" dirty="0" err="1">
                <a:solidFill>
                  <a:srgbClr val="EAECF0"/>
                </a:solidFill>
                <a:ea typeface="+mn-lt"/>
                <a:cs typeface="+mn-lt"/>
              </a:rPr>
              <a:t>active</a:t>
            </a:r>
            <a:r>
              <a:rPr lang="de-DE" sz="1600" dirty="0">
                <a:solidFill>
                  <a:srgbClr val="EAECF0"/>
                </a:solidFill>
                <a:ea typeface="+mn-lt"/>
                <a:cs typeface="+mn-lt"/>
              </a:rPr>
              <a:t> </a:t>
            </a:r>
            <a:r>
              <a:rPr lang="de-DE" sz="1600" dirty="0" err="1">
                <a:solidFill>
                  <a:srgbClr val="EAECF0"/>
                </a:solidFill>
                <a:ea typeface="+mn-lt"/>
                <a:cs typeface="+mn-lt"/>
              </a:rPr>
              <a:t>composition</a:t>
            </a:r>
            <a:r>
              <a:rPr lang="de-DE" sz="1600" dirty="0">
                <a:solidFill>
                  <a:srgbClr val="EAECF0"/>
                </a:solidFill>
                <a:ea typeface="+mn-lt"/>
                <a:cs typeface="+mn-lt"/>
              </a:rPr>
              <a:t>, </a:t>
            </a:r>
            <a:r>
              <a:rPr lang="de-DE" sz="1600" dirty="0" err="1">
                <a:solidFill>
                  <a:srgbClr val="EAECF0"/>
                </a:solidFill>
                <a:ea typeface="+mn-lt"/>
                <a:cs typeface="+mn-lt"/>
              </a:rPr>
              <a:t>as</a:t>
            </a:r>
            <a:r>
              <a:rPr lang="de-DE" sz="1600" dirty="0">
                <a:solidFill>
                  <a:srgbClr val="EAECF0"/>
                </a:solidFill>
                <a:ea typeface="+mn-lt"/>
                <a:cs typeface="+mn-lt"/>
              </a:rPr>
              <a:t> </a:t>
            </a:r>
            <a:r>
              <a:rPr lang="de-DE" sz="1600" dirty="0" err="1">
                <a:solidFill>
                  <a:srgbClr val="EAECF0"/>
                </a:solidFill>
                <a:ea typeface="+mn-lt"/>
                <a:cs typeface="+mn-lt"/>
              </a:rPr>
              <a:t>no</a:t>
            </a:r>
            <a:r>
              <a:rPr lang="de-DE" sz="1600" dirty="0">
                <a:solidFill>
                  <a:srgbClr val="EAECF0"/>
                </a:solidFill>
                <a:ea typeface="+mn-lt"/>
                <a:cs typeface="+mn-lt"/>
              </a:rPr>
              <a:t> </a:t>
            </a:r>
            <a:r>
              <a:rPr lang="de-DE" sz="1600" dirty="0" err="1">
                <a:solidFill>
                  <a:srgbClr val="EAECF0"/>
                </a:solidFill>
                <a:ea typeface="+mn-lt"/>
                <a:cs typeface="+mn-lt"/>
              </a:rPr>
              <a:t>works</a:t>
            </a:r>
            <a:r>
              <a:rPr lang="de-DE" sz="1600" dirty="0">
                <a:solidFill>
                  <a:srgbClr val="EAECF0"/>
                </a:solidFill>
                <a:ea typeface="+mn-lt"/>
                <a:cs typeface="+mn-lt"/>
              </a:rPr>
              <a:t> </a:t>
            </a:r>
            <a:r>
              <a:rPr lang="de-DE" sz="1600" dirty="0" err="1">
                <a:solidFill>
                  <a:srgbClr val="EAECF0"/>
                </a:solidFill>
                <a:ea typeface="+mn-lt"/>
                <a:cs typeface="+mn-lt"/>
              </a:rPr>
              <a:t>from</a:t>
            </a:r>
            <a:r>
              <a:rPr lang="de-DE" sz="1600" dirty="0">
                <a:solidFill>
                  <a:srgbClr val="EAECF0"/>
                </a:solidFill>
                <a:ea typeface="+mn-lt"/>
                <a:cs typeface="+mn-lt"/>
              </a:rPr>
              <a:t> </a:t>
            </a:r>
            <a:r>
              <a:rPr lang="de-DE" sz="1600" dirty="0" err="1">
                <a:solidFill>
                  <a:srgbClr val="EAECF0"/>
                </a:solidFill>
                <a:ea typeface="+mn-lt"/>
                <a:cs typeface="+mn-lt"/>
              </a:rPr>
              <a:t>these</a:t>
            </a:r>
            <a:r>
              <a:rPr lang="de-DE" sz="1600" dirty="0">
                <a:solidFill>
                  <a:srgbClr val="EAECF0"/>
                </a:solidFill>
                <a:ea typeface="+mn-lt"/>
                <a:cs typeface="+mn-lt"/>
              </a:rPr>
              <a:t> final </a:t>
            </a:r>
            <a:r>
              <a:rPr lang="de-DE" sz="1600" dirty="0" err="1">
                <a:solidFill>
                  <a:srgbClr val="EAECF0"/>
                </a:solidFill>
                <a:ea typeface="+mn-lt"/>
                <a:cs typeface="+mn-lt"/>
              </a:rPr>
              <a:t>years</a:t>
            </a:r>
            <a:r>
              <a:rPr lang="de-DE" sz="1600" dirty="0">
                <a:solidFill>
                  <a:srgbClr val="EAECF0"/>
                </a:solidFill>
                <a:ea typeface="+mn-lt"/>
                <a:cs typeface="+mn-lt"/>
              </a:rPr>
              <a:t> </a:t>
            </a:r>
            <a:r>
              <a:rPr lang="de-DE" sz="1600" dirty="0" err="1">
                <a:solidFill>
                  <a:srgbClr val="EAECF0"/>
                </a:solidFill>
                <a:ea typeface="+mn-lt"/>
                <a:cs typeface="+mn-lt"/>
              </a:rPr>
              <a:t>survive</a:t>
            </a:r>
            <a:r>
              <a:rPr lang="de-DE" sz="1600" dirty="0">
                <a:solidFill>
                  <a:srgbClr val="EAECF0"/>
                </a:solidFill>
                <a:ea typeface="+mn-lt"/>
                <a:cs typeface="+mn-lt"/>
              </a:rPr>
              <a:t>.</a:t>
            </a:r>
            <a:r>
              <a:rPr lang="de-DE" sz="1100" baseline="30000" dirty="0">
                <a:solidFill>
                  <a:srgbClr val="88A3E8"/>
                </a:solidFill>
                <a:ea typeface="+mn-lt"/>
                <a:cs typeface="+mn-lt"/>
                <a:hlinkClick r:id="rId22"/>
              </a:rPr>
              <a:t>[4]</a:t>
            </a:r>
            <a:r>
              <a:rPr lang="de-DE" sz="1600" dirty="0">
                <a:solidFill>
                  <a:srgbClr val="EAECF0"/>
                </a:solidFill>
                <a:ea typeface="+mn-lt"/>
                <a:cs typeface="+mn-lt"/>
              </a:rPr>
              <a:t> The </a:t>
            </a:r>
            <a:r>
              <a:rPr lang="de-DE" sz="1600" dirty="0" err="1">
                <a:solidFill>
                  <a:srgbClr val="EAECF0"/>
                </a:solidFill>
                <a:ea typeface="+mn-lt"/>
                <a:cs typeface="+mn-lt"/>
              </a:rPr>
              <a:t>sombre</a:t>
            </a:r>
            <a:r>
              <a:rPr lang="de-DE" sz="1600" dirty="0">
                <a:solidFill>
                  <a:srgbClr val="EAECF0"/>
                </a:solidFill>
                <a:ea typeface="+mn-lt"/>
                <a:cs typeface="+mn-lt"/>
              </a:rPr>
              <a:t>, </a:t>
            </a:r>
            <a:r>
              <a:rPr lang="de-DE" sz="1600" dirty="0">
                <a:solidFill>
                  <a:srgbClr val="88A3E8"/>
                </a:solidFill>
                <a:ea typeface="+mn-lt"/>
                <a:cs typeface="+mn-lt"/>
                <a:hlinkClick r:id="rId23"/>
              </a:rPr>
              <a:t>Post-Exilic</a:t>
            </a:r>
            <a:r>
              <a:rPr lang="de-DE" sz="1600" dirty="0">
                <a:solidFill>
                  <a:srgbClr val="EAECF0"/>
                </a:solidFill>
                <a:ea typeface="+mn-lt"/>
                <a:cs typeface="+mn-lt"/>
              </a:rPr>
              <a:t> </a:t>
            </a:r>
            <a:r>
              <a:rPr lang="de-DE" sz="1600" dirty="0" err="1">
                <a:solidFill>
                  <a:srgbClr val="EAECF0"/>
                </a:solidFill>
                <a:ea typeface="+mn-lt"/>
                <a:cs typeface="+mn-lt"/>
              </a:rPr>
              <a:t>texts</a:t>
            </a:r>
            <a:r>
              <a:rPr lang="de-DE" sz="1600" dirty="0">
                <a:solidFill>
                  <a:srgbClr val="EAECF0"/>
                </a:solidFill>
                <a:ea typeface="+mn-lt"/>
                <a:cs typeface="+mn-lt"/>
              </a:rPr>
              <a:t> </a:t>
            </a:r>
            <a:r>
              <a:rPr lang="de-DE" sz="1600" dirty="0" err="1">
                <a:solidFill>
                  <a:srgbClr val="EAECF0"/>
                </a:solidFill>
                <a:ea typeface="+mn-lt"/>
                <a:cs typeface="+mn-lt"/>
              </a:rPr>
              <a:t>for</a:t>
            </a:r>
            <a:r>
              <a:rPr lang="de-DE" sz="1600" dirty="0">
                <a:solidFill>
                  <a:srgbClr val="EAECF0"/>
                </a:solidFill>
                <a:ea typeface="+mn-lt"/>
                <a:cs typeface="+mn-lt"/>
              </a:rPr>
              <a:t> Tallis' final </a:t>
            </a:r>
            <a:r>
              <a:rPr lang="de-DE" sz="1600" dirty="0" err="1">
                <a:solidFill>
                  <a:srgbClr val="EAECF0"/>
                </a:solidFill>
                <a:ea typeface="+mn-lt"/>
                <a:cs typeface="+mn-lt"/>
              </a:rPr>
              <a:t>surviving</a:t>
            </a:r>
            <a:r>
              <a:rPr lang="de-DE" sz="1600" dirty="0">
                <a:solidFill>
                  <a:srgbClr val="EAECF0"/>
                </a:solidFill>
                <a:ea typeface="+mn-lt"/>
                <a:cs typeface="+mn-lt"/>
              </a:rPr>
              <a:t> </a:t>
            </a:r>
            <a:r>
              <a:rPr lang="de-DE" sz="1600" dirty="0" err="1">
                <a:solidFill>
                  <a:srgbClr val="EAECF0"/>
                </a:solidFill>
                <a:ea typeface="+mn-lt"/>
                <a:cs typeface="+mn-lt"/>
              </a:rPr>
              <a:t>works</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1575, </a:t>
            </a:r>
            <a:r>
              <a:rPr lang="de-DE" sz="1600" i="1" dirty="0">
                <a:solidFill>
                  <a:srgbClr val="EAECF0"/>
                </a:solidFill>
                <a:ea typeface="+mn-lt"/>
                <a:cs typeface="+mn-lt"/>
              </a:rPr>
              <a:t>In </a:t>
            </a:r>
            <a:r>
              <a:rPr lang="de-DE" sz="1600" i="1" dirty="0" err="1">
                <a:solidFill>
                  <a:srgbClr val="EAECF0"/>
                </a:solidFill>
                <a:ea typeface="+mn-lt"/>
                <a:cs typeface="+mn-lt"/>
              </a:rPr>
              <a:t>Jejunio</a:t>
            </a:r>
            <a:r>
              <a:rPr lang="de-DE" sz="1600" dirty="0">
                <a:solidFill>
                  <a:srgbClr val="EAECF0"/>
                </a:solidFill>
                <a:ea typeface="+mn-lt"/>
                <a:cs typeface="+mn-lt"/>
              </a:rPr>
              <a:t> and </a:t>
            </a:r>
            <a:r>
              <a:rPr lang="de-DE" sz="1600" i="1" dirty="0" err="1">
                <a:solidFill>
                  <a:srgbClr val="EAECF0"/>
                </a:solidFill>
                <a:ea typeface="+mn-lt"/>
                <a:cs typeface="+mn-lt"/>
              </a:rPr>
              <a:t>Derelinquat</a:t>
            </a:r>
            <a:r>
              <a:rPr lang="de-DE" sz="1600" i="1" dirty="0">
                <a:solidFill>
                  <a:srgbClr val="EAECF0"/>
                </a:solidFill>
                <a:ea typeface="+mn-lt"/>
                <a:cs typeface="+mn-lt"/>
              </a:rPr>
              <a:t> </a:t>
            </a:r>
            <a:r>
              <a:rPr lang="de-DE" sz="1600" i="1" dirty="0" err="1">
                <a:solidFill>
                  <a:srgbClr val="EAECF0"/>
                </a:solidFill>
                <a:ea typeface="+mn-lt"/>
                <a:cs typeface="+mn-lt"/>
              </a:rPr>
              <a:t>Impius</a:t>
            </a:r>
            <a:r>
              <a:rPr lang="de-DE" sz="1600" i="1" dirty="0">
                <a:solidFill>
                  <a:srgbClr val="EAECF0"/>
                </a:solidFill>
                <a:ea typeface="+mn-lt"/>
                <a:cs typeface="+mn-lt"/>
              </a:rPr>
              <a:t>,</a:t>
            </a:r>
            <a:r>
              <a:rPr lang="de-DE" sz="1600" dirty="0">
                <a:solidFill>
                  <a:srgbClr val="EAECF0"/>
                </a:solidFill>
                <a:ea typeface="+mn-lt"/>
                <a:cs typeface="+mn-lt"/>
              </a:rPr>
              <a:t> </a:t>
            </a:r>
            <a:r>
              <a:rPr lang="de-DE" sz="1600" dirty="0" err="1">
                <a:solidFill>
                  <a:srgbClr val="EAECF0"/>
                </a:solidFill>
                <a:ea typeface="+mn-lt"/>
                <a:cs typeface="+mn-lt"/>
              </a:rPr>
              <a:t>indicate</a:t>
            </a:r>
            <a:r>
              <a:rPr lang="de-DE" sz="1600" dirty="0">
                <a:solidFill>
                  <a:srgbClr val="EAECF0"/>
                </a:solidFill>
                <a:ea typeface="+mn-lt"/>
                <a:cs typeface="+mn-lt"/>
              </a:rPr>
              <a:t> </a:t>
            </a:r>
            <a:r>
              <a:rPr lang="de-DE" sz="1600" dirty="0" err="1">
                <a:solidFill>
                  <a:srgbClr val="EAECF0"/>
                </a:solidFill>
                <a:ea typeface="+mn-lt"/>
                <a:cs typeface="+mn-lt"/>
              </a:rPr>
              <a:t>that</a:t>
            </a:r>
            <a:r>
              <a:rPr lang="de-DE" sz="1600" dirty="0">
                <a:solidFill>
                  <a:srgbClr val="EAECF0"/>
                </a:solidFill>
                <a:ea typeface="+mn-lt"/>
                <a:cs typeface="+mn-lt"/>
              </a:rPr>
              <a:t> Tallis was </a:t>
            </a:r>
            <a:r>
              <a:rPr lang="de-DE" sz="1600" dirty="0" err="1">
                <a:solidFill>
                  <a:srgbClr val="EAECF0"/>
                </a:solidFill>
                <a:ea typeface="+mn-lt"/>
                <a:cs typeface="+mn-lt"/>
              </a:rPr>
              <a:t>becoming</a:t>
            </a:r>
            <a:r>
              <a:rPr lang="de-DE" sz="1600" dirty="0">
                <a:solidFill>
                  <a:srgbClr val="EAECF0"/>
                </a:solidFill>
                <a:ea typeface="+mn-lt"/>
                <a:cs typeface="+mn-lt"/>
              </a:rPr>
              <a:t> </a:t>
            </a:r>
            <a:r>
              <a:rPr lang="de-DE" sz="1600" dirty="0" err="1">
                <a:solidFill>
                  <a:srgbClr val="EAECF0"/>
                </a:solidFill>
                <a:ea typeface="+mn-lt"/>
                <a:cs typeface="+mn-lt"/>
              </a:rPr>
              <a:t>increasingly</a:t>
            </a:r>
            <a:r>
              <a:rPr lang="de-DE" sz="1600" dirty="0">
                <a:solidFill>
                  <a:srgbClr val="EAECF0"/>
                </a:solidFill>
                <a:ea typeface="+mn-lt"/>
                <a:cs typeface="+mn-lt"/>
              </a:rPr>
              <a:t> </a:t>
            </a:r>
            <a:r>
              <a:rPr lang="de-DE" sz="1600" dirty="0" err="1">
                <a:solidFill>
                  <a:srgbClr val="EAECF0"/>
                </a:solidFill>
                <a:ea typeface="+mn-lt"/>
                <a:cs typeface="+mn-lt"/>
              </a:rPr>
              <a:t>involved</a:t>
            </a:r>
            <a:r>
              <a:rPr lang="de-DE" sz="1600" dirty="0">
                <a:solidFill>
                  <a:srgbClr val="EAECF0"/>
                </a:solidFill>
                <a:ea typeface="+mn-lt"/>
                <a:cs typeface="+mn-lt"/>
              </a:rPr>
              <a:t> </a:t>
            </a:r>
            <a:r>
              <a:rPr lang="de-DE" sz="1600" dirty="0" err="1">
                <a:solidFill>
                  <a:srgbClr val="EAECF0"/>
                </a:solidFill>
                <a:ea typeface="+mn-lt"/>
                <a:cs typeface="+mn-lt"/>
              </a:rPr>
              <a:t>with</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a:solidFill>
                  <a:srgbClr val="88A3E8"/>
                </a:solidFill>
                <a:ea typeface="+mn-lt"/>
                <a:cs typeface="+mn-lt"/>
                <a:hlinkClick r:id="rId24"/>
              </a:rPr>
              <a:t>recusant</a:t>
            </a:r>
            <a:r>
              <a:rPr lang="de-DE" sz="1600" dirty="0">
                <a:solidFill>
                  <a:srgbClr val="EAECF0"/>
                </a:solidFill>
                <a:ea typeface="+mn-lt"/>
                <a:cs typeface="+mn-lt"/>
              </a:rPr>
              <a:t> </a:t>
            </a:r>
            <a:r>
              <a:rPr lang="de-DE" sz="1600" dirty="0" err="1">
                <a:solidFill>
                  <a:srgbClr val="EAECF0"/>
                </a:solidFill>
                <a:ea typeface="+mn-lt"/>
                <a:cs typeface="+mn-lt"/>
              </a:rPr>
              <a:t>communities</a:t>
            </a:r>
            <a:r>
              <a:rPr lang="de-DE" sz="1600" dirty="0">
                <a:solidFill>
                  <a:srgbClr val="EAECF0"/>
                </a:solidFill>
                <a:ea typeface="+mn-lt"/>
                <a:cs typeface="+mn-lt"/>
              </a:rPr>
              <a:t> </a:t>
            </a:r>
            <a:r>
              <a:rPr lang="de-DE" sz="1600" dirty="0" err="1">
                <a:solidFill>
                  <a:srgbClr val="EAECF0"/>
                </a:solidFill>
                <a:ea typeface="+mn-lt"/>
                <a:cs typeface="+mn-lt"/>
              </a:rPr>
              <a:t>facing</a:t>
            </a:r>
            <a:r>
              <a:rPr lang="de-DE" sz="1600" dirty="0">
                <a:solidFill>
                  <a:srgbClr val="EAECF0"/>
                </a:solidFill>
                <a:ea typeface="+mn-lt"/>
                <a:cs typeface="+mn-lt"/>
              </a:rPr>
              <a:t> </a:t>
            </a:r>
            <a:r>
              <a:rPr lang="de-DE" sz="1600" dirty="0" err="1">
                <a:solidFill>
                  <a:srgbClr val="EAECF0"/>
                </a:solidFill>
                <a:ea typeface="+mn-lt"/>
                <a:cs typeface="+mn-lt"/>
              </a:rPr>
              <a:t>persecution</a:t>
            </a:r>
            <a:r>
              <a:rPr lang="de-DE" sz="1600" dirty="0">
                <a:solidFill>
                  <a:srgbClr val="EAECF0"/>
                </a:solidFill>
                <a:ea typeface="+mn-lt"/>
                <a:cs typeface="+mn-lt"/>
              </a:rPr>
              <a:t>,</a:t>
            </a:r>
            <a:r>
              <a:rPr lang="de-DE" sz="1100" baseline="30000" dirty="0">
                <a:solidFill>
                  <a:srgbClr val="88A3E8"/>
                </a:solidFill>
                <a:ea typeface="+mn-lt"/>
                <a:cs typeface="+mn-lt"/>
                <a:hlinkClick r:id="rId25"/>
              </a:rPr>
              <a:t>[36]</a:t>
            </a:r>
            <a:r>
              <a:rPr lang="de-DE" sz="1600" dirty="0">
                <a:solidFill>
                  <a:srgbClr val="EAECF0"/>
                </a:solidFill>
                <a:ea typeface="+mn-lt"/>
                <a:cs typeface="+mn-lt"/>
              </a:rPr>
              <a:t> </a:t>
            </a:r>
            <a:r>
              <a:rPr lang="de-DE" sz="1600" dirty="0" err="1">
                <a:solidFill>
                  <a:srgbClr val="EAECF0"/>
                </a:solidFill>
                <a:ea typeface="+mn-lt"/>
                <a:cs typeface="+mn-lt"/>
              </a:rPr>
              <a:t>as</a:t>
            </a:r>
            <a:r>
              <a:rPr lang="de-DE" sz="1600" dirty="0">
                <a:solidFill>
                  <a:srgbClr val="EAECF0"/>
                </a:solidFill>
                <a:ea typeface="+mn-lt"/>
                <a:cs typeface="+mn-lt"/>
              </a:rPr>
              <a:t> was Byrd;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a:solidFill>
                  <a:srgbClr val="88A3E8"/>
                </a:solidFill>
                <a:ea typeface="+mn-lt"/>
                <a:cs typeface="+mn-lt"/>
                <a:hlinkClick r:id="rId26"/>
              </a:rPr>
              <a:t>Paget Household</a:t>
            </a:r>
            <a:r>
              <a:rPr lang="de-DE" sz="1600" dirty="0">
                <a:solidFill>
                  <a:srgbClr val="EAECF0"/>
                </a:solidFill>
                <a:ea typeface="+mn-lt"/>
                <a:cs typeface="+mn-lt"/>
              </a:rPr>
              <a:t>, </a:t>
            </a:r>
            <a:r>
              <a:rPr lang="de-DE" sz="1600" dirty="0" err="1">
                <a:solidFill>
                  <a:srgbClr val="EAECF0"/>
                </a:solidFill>
                <a:ea typeface="+mn-lt"/>
                <a:cs typeface="+mn-lt"/>
              </a:rPr>
              <a:t>known</a:t>
            </a:r>
            <a:r>
              <a:rPr lang="de-DE" sz="1600" dirty="0">
                <a:solidFill>
                  <a:srgbClr val="EAECF0"/>
                </a:solidFill>
                <a:ea typeface="+mn-lt"/>
                <a:cs typeface="+mn-lt"/>
              </a:rPr>
              <a:t> </a:t>
            </a:r>
            <a:r>
              <a:rPr lang="de-DE" sz="1600" dirty="0" err="1">
                <a:solidFill>
                  <a:srgbClr val="EAECF0"/>
                </a:solidFill>
                <a:ea typeface="+mn-lt"/>
                <a:cs typeface="+mn-lt"/>
              </a:rPr>
              <a:t>for</a:t>
            </a:r>
            <a:r>
              <a:rPr lang="de-DE" sz="1600" dirty="0">
                <a:solidFill>
                  <a:srgbClr val="EAECF0"/>
                </a:solidFill>
                <a:ea typeface="+mn-lt"/>
                <a:cs typeface="+mn-lt"/>
              </a:rPr>
              <a:t> </a:t>
            </a:r>
            <a:r>
              <a:rPr lang="de-DE" sz="1600" dirty="0" err="1">
                <a:solidFill>
                  <a:srgbClr val="EAECF0"/>
                </a:solidFill>
                <a:ea typeface="+mn-lt"/>
                <a:cs typeface="+mn-lt"/>
              </a:rPr>
              <a:t>its</a:t>
            </a:r>
            <a:r>
              <a:rPr lang="de-DE" sz="1600" dirty="0">
                <a:solidFill>
                  <a:srgbClr val="EAECF0"/>
                </a:solidFill>
                <a:ea typeface="+mn-lt"/>
                <a:cs typeface="+mn-lt"/>
              </a:rPr>
              <a:t> </a:t>
            </a:r>
            <a:r>
              <a:rPr lang="de-DE" sz="1600" dirty="0" err="1">
                <a:solidFill>
                  <a:srgbClr val="EAECF0"/>
                </a:solidFill>
                <a:ea typeface="+mn-lt"/>
                <a:cs typeface="+mn-lt"/>
              </a:rPr>
              <a:t>devout</a:t>
            </a:r>
            <a:r>
              <a:rPr lang="de-DE" sz="1600" dirty="0">
                <a:solidFill>
                  <a:srgbClr val="EAECF0"/>
                </a:solidFill>
                <a:ea typeface="+mn-lt"/>
                <a:cs typeface="+mn-lt"/>
              </a:rPr>
              <a:t> </a:t>
            </a:r>
            <a:r>
              <a:rPr lang="de-DE" sz="1600" dirty="0" err="1">
                <a:solidFill>
                  <a:srgbClr val="EAECF0"/>
                </a:solidFill>
                <a:ea typeface="+mn-lt"/>
                <a:cs typeface="+mn-lt"/>
              </a:rPr>
              <a:t>Catholicism</a:t>
            </a:r>
            <a:r>
              <a:rPr lang="de-DE" sz="1600" dirty="0">
                <a:solidFill>
                  <a:srgbClr val="EAECF0"/>
                </a:solidFill>
                <a:ea typeface="+mn-lt"/>
                <a:cs typeface="+mn-lt"/>
              </a:rPr>
              <a:t> </a:t>
            </a:r>
            <a:r>
              <a:rPr lang="de-DE" sz="1600" dirty="0" err="1">
                <a:solidFill>
                  <a:srgbClr val="EAECF0"/>
                </a:solidFill>
                <a:ea typeface="+mn-lt"/>
                <a:cs typeface="+mn-lt"/>
              </a:rPr>
              <a:t>until</a:t>
            </a:r>
            <a:r>
              <a:rPr lang="de-DE" sz="1600" dirty="0">
                <a:solidFill>
                  <a:srgbClr val="EAECF0"/>
                </a:solidFill>
                <a:ea typeface="+mn-lt"/>
                <a:cs typeface="+mn-lt"/>
              </a:rPr>
              <a:t> </a:t>
            </a:r>
            <a:r>
              <a:rPr lang="de-DE" sz="1600" dirty="0">
                <a:solidFill>
                  <a:srgbClr val="88A3E8"/>
                </a:solidFill>
                <a:ea typeface="+mn-lt"/>
                <a:cs typeface="+mn-lt"/>
                <a:hlinkClick r:id="rId27"/>
              </a:rPr>
              <a:t>Thomas Paget's attainting in 1587</a:t>
            </a:r>
            <a:r>
              <a:rPr lang="de-DE" sz="1600" dirty="0">
                <a:solidFill>
                  <a:srgbClr val="EAECF0"/>
                </a:solidFill>
                <a:ea typeface="+mn-lt"/>
                <a:cs typeface="+mn-lt"/>
              </a:rPr>
              <a:t>, was a </a:t>
            </a:r>
            <a:r>
              <a:rPr lang="de-DE" sz="1600" dirty="0" err="1">
                <a:solidFill>
                  <a:srgbClr val="EAECF0"/>
                </a:solidFill>
                <a:ea typeface="+mn-lt"/>
                <a:cs typeface="+mn-lt"/>
              </a:rPr>
              <a:t>musical</a:t>
            </a:r>
            <a:r>
              <a:rPr lang="de-DE" sz="1600" dirty="0">
                <a:solidFill>
                  <a:srgbClr val="EAECF0"/>
                </a:solidFill>
                <a:ea typeface="+mn-lt"/>
                <a:cs typeface="+mn-lt"/>
              </a:rPr>
              <a:t> </a:t>
            </a:r>
            <a:r>
              <a:rPr lang="de-DE" sz="1600" dirty="0" err="1">
                <a:solidFill>
                  <a:srgbClr val="EAECF0"/>
                </a:solidFill>
                <a:ea typeface="+mn-lt"/>
                <a:cs typeface="+mn-lt"/>
              </a:rPr>
              <a:t>centre</a:t>
            </a:r>
            <a:r>
              <a:rPr lang="de-DE" sz="1600" dirty="0">
                <a:solidFill>
                  <a:srgbClr val="EAECF0"/>
                </a:solidFill>
                <a:ea typeface="+mn-lt"/>
                <a:cs typeface="+mn-lt"/>
              </a:rPr>
              <a:t> </a:t>
            </a:r>
            <a:r>
              <a:rPr lang="de-DE" sz="1600" dirty="0" err="1">
                <a:solidFill>
                  <a:srgbClr val="EAECF0"/>
                </a:solidFill>
                <a:ea typeface="+mn-lt"/>
                <a:cs typeface="+mn-lt"/>
              </a:rPr>
              <a:t>where</a:t>
            </a:r>
            <a:r>
              <a:rPr lang="de-DE" sz="1600" dirty="0">
                <a:solidFill>
                  <a:srgbClr val="EAECF0"/>
                </a:solidFill>
                <a:ea typeface="+mn-lt"/>
                <a:cs typeface="+mn-lt"/>
              </a:rPr>
              <a:t> "</a:t>
            </a:r>
            <a:r>
              <a:rPr lang="de-DE" sz="1600" dirty="0" err="1">
                <a:solidFill>
                  <a:srgbClr val="EAECF0"/>
                </a:solidFill>
                <a:ea typeface="+mn-lt"/>
                <a:cs typeface="+mn-lt"/>
              </a:rPr>
              <a:t>songes</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Mr </a:t>
            </a:r>
            <a:r>
              <a:rPr lang="de-DE" sz="1600" dirty="0" err="1">
                <a:solidFill>
                  <a:srgbClr val="EAECF0"/>
                </a:solidFill>
                <a:ea typeface="+mn-lt"/>
                <a:cs typeface="+mn-lt"/>
              </a:rPr>
              <a:t>Byrdes</a:t>
            </a:r>
            <a:r>
              <a:rPr lang="de-DE" sz="1600" dirty="0">
                <a:solidFill>
                  <a:srgbClr val="EAECF0"/>
                </a:solidFill>
                <a:ea typeface="+mn-lt"/>
                <a:cs typeface="+mn-lt"/>
              </a:rPr>
              <a:t> and Mr </a:t>
            </a:r>
            <a:r>
              <a:rPr lang="de-DE" sz="1600" dirty="0" err="1">
                <a:solidFill>
                  <a:srgbClr val="EAECF0"/>
                </a:solidFill>
                <a:ea typeface="+mn-lt"/>
                <a:cs typeface="+mn-lt"/>
              </a:rPr>
              <a:t>Tallys</a:t>
            </a:r>
            <a:r>
              <a:rPr lang="de-DE" sz="1600" dirty="0">
                <a:solidFill>
                  <a:srgbClr val="EAECF0"/>
                </a:solidFill>
                <a:ea typeface="+mn-lt"/>
                <a:cs typeface="+mn-lt"/>
              </a:rPr>
              <a:t>’ </a:t>
            </a:r>
            <a:r>
              <a:rPr lang="de-DE" sz="1600" dirty="0" err="1">
                <a:solidFill>
                  <a:srgbClr val="EAECF0"/>
                </a:solidFill>
                <a:ea typeface="+mn-lt"/>
                <a:cs typeface="+mn-lt"/>
              </a:rPr>
              <a:t>were</a:t>
            </a:r>
            <a:r>
              <a:rPr lang="de-DE" sz="1600" dirty="0">
                <a:solidFill>
                  <a:srgbClr val="EAECF0"/>
                </a:solidFill>
                <a:ea typeface="+mn-lt"/>
                <a:cs typeface="+mn-lt"/>
              </a:rPr>
              <a:t> </a:t>
            </a:r>
            <a:r>
              <a:rPr lang="de-DE" sz="1600" dirty="0" err="1">
                <a:solidFill>
                  <a:srgbClr val="EAECF0"/>
                </a:solidFill>
                <a:ea typeface="+mn-lt"/>
                <a:cs typeface="+mn-lt"/>
              </a:rPr>
              <a:t>sung</a:t>
            </a:r>
            <a:r>
              <a:rPr lang="de-DE" sz="1600" dirty="0">
                <a:solidFill>
                  <a:srgbClr val="EAECF0"/>
                </a:solidFill>
                <a:ea typeface="+mn-lt"/>
                <a:cs typeface="+mn-lt"/>
              </a:rPr>
              <a:t>."</a:t>
            </a:r>
            <a:r>
              <a:rPr lang="de-DE" sz="1100" baseline="30000" dirty="0">
                <a:solidFill>
                  <a:srgbClr val="88A3E8"/>
                </a:solidFill>
                <a:ea typeface="+mn-lt"/>
                <a:cs typeface="+mn-lt"/>
                <a:hlinkClick r:id="rId28"/>
              </a:rPr>
              <a:t>[25]</a:t>
            </a:r>
            <a:r>
              <a:rPr lang="de-DE" sz="1600" dirty="0">
                <a:solidFill>
                  <a:srgbClr val="EAECF0"/>
                </a:solidFill>
                <a:ea typeface="+mn-lt"/>
                <a:cs typeface="+mn-lt"/>
              </a:rPr>
              <a:t> Thomas Tallis was </a:t>
            </a:r>
            <a:r>
              <a:rPr lang="de-DE" sz="1600" dirty="0" err="1">
                <a:solidFill>
                  <a:srgbClr val="EAECF0"/>
                </a:solidFill>
                <a:ea typeface="+mn-lt"/>
                <a:cs typeface="+mn-lt"/>
              </a:rPr>
              <a:t>closely</a:t>
            </a:r>
            <a:r>
              <a:rPr lang="de-DE" sz="1600" dirty="0">
                <a:solidFill>
                  <a:srgbClr val="EAECF0"/>
                </a:solidFill>
                <a:ea typeface="+mn-lt"/>
                <a:cs typeface="+mn-lt"/>
              </a:rPr>
              <a:t> </a:t>
            </a:r>
            <a:r>
              <a:rPr lang="de-DE" sz="1600" dirty="0" err="1">
                <a:solidFill>
                  <a:srgbClr val="EAECF0"/>
                </a:solidFill>
                <a:ea typeface="+mn-lt"/>
                <a:cs typeface="+mn-lt"/>
              </a:rPr>
              <a:t>associated</a:t>
            </a:r>
            <a:r>
              <a:rPr lang="de-DE" sz="1600" dirty="0">
                <a:solidFill>
                  <a:srgbClr val="EAECF0"/>
                </a:solidFill>
                <a:ea typeface="+mn-lt"/>
                <a:cs typeface="+mn-lt"/>
              </a:rPr>
              <a:t> </a:t>
            </a:r>
            <a:r>
              <a:rPr lang="de-DE" sz="1600" dirty="0" err="1">
                <a:solidFill>
                  <a:srgbClr val="EAECF0"/>
                </a:solidFill>
                <a:ea typeface="+mn-lt"/>
                <a:cs typeface="+mn-lt"/>
              </a:rPr>
              <a:t>with</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wealthy</a:t>
            </a:r>
            <a:r>
              <a:rPr lang="de-DE" sz="1600" dirty="0">
                <a:solidFill>
                  <a:srgbClr val="EAECF0"/>
                </a:solidFill>
                <a:ea typeface="+mn-lt"/>
                <a:cs typeface="+mn-lt"/>
              </a:rPr>
              <a:t> </a:t>
            </a:r>
            <a:r>
              <a:rPr lang="de-DE" sz="1600" dirty="0" err="1">
                <a:solidFill>
                  <a:srgbClr val="EAECF0"/>
                </a:solidFill>
                <a:ea typeface="+mn-lt"/>
                <a:cs typeface="+mn-lt"/>
              </a:rPr>
              <a:t>recusant</a:t>
            </a:r>
            <a:r>
              <a:rPr lang="de-DE" sz="1600" dirty="0">
                <a:solidFill>
                  <a:srgbClr val="EAECF0"/>
                </a:solidFill>
                <a:ea typeface="+mn-lt"/>
                <a:cs typeface="+mn-lt"/>
              </a:rPr>
              <a:t> Anthony Roper,</a:t>
            </a:r>
            <a:r>
              <a:rPr lang="de-DE" sz="1100" baseline="30000" dirty="0">
                <a:solidFill>
                  <a:srgbClr val="88A3E8"/>
                </a:solidFill>
                <a:ea typeface="+mn-lt"/>
                <a:cs typeface="+mn-lt"/>
                <a:hlinkClick r:id="rId29"/>
              </a:rPr>
              <a:t>[37]</a:t>
            </a:r>
            <a:r>
              <a:rPr lang="de-DE" sz="1600" dirty="0">
                <a:solidFill>
                  <a:srgbClr val="EAECF0"/>
                </a:solidFill>
                <a:ea typeface="+mn-lt"/>
                <a:cs typeface="+mn-lt"/>
              </a:rPr>
              <a:t> </a:t>
            </a:r>
            <a:r>
              <a:rPr lang="de-DE" sz="1600" dirty="0" err="1">
                <a:solidFill>
                  <a:srgbClr val="EAECF0"/>
                </a:solidFill>
                <a:ea typeface="+mn-lt"/>
                <a:cs typeface="+mn-lt"/>
              </a:rPr>
              <a:t>who</a:t>
            </a:r>
            <a:r>
              <a:rPr lang="de-DE" sz="1600" dirty="0">
                <a:solidFill>
                  <a:srgbClr val="EAECF0"/>
                </a:solidFill>
                <a:ea typeface="+mn-lt"/>
                <a:cs typeface="+mn-lt"/>
              </a:rPr>
              <a:t> was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grandson</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a:solidFill>
                  <a:srgbClr val="88A3E8"/>
                </a:solidFill>
                <a:ea typeface="+mn-lt"/>
                <a:cs typeface="+mn-lt"/>
                <a:hlinkClick r:id="rId30"/>
              </a:rPr>
              <a:t>Sir Thomas More</a:t>
            </a:r>
            <a:r>
              <a:rPr lang="de-DE" sz="1100" baseline="30000" dirty="0">
                <a:solidFill>
                  <a:srgbClr val="88A3E8"/>
                </a:solidFill>
                <a:ea typeface="+mn-lt"/>
                <a:cs typeface="+mn-lt"/>
                <a:hlinkClick r:id="rId30"/>
              </a:rPr>
              <a:t>[38]</a:t>
            </a:r>
            <a:r>
              <a:rPr lang="de-DE" sz="1600" dirty="0">
                <a:solidFill>
                  <a:srgbClr val="EAECF0"/>
                </a:solidFill>
                <a:ea typeface="+mn-lt"/>
                <a:cs typeface="+mn-lt"/>
              </a:rPr>
              <a:t> and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owner</a:t>
            </a:r>
            <a:r>
              <a:rPr lang="de-DE" sz="1600" dirty="0">
                <a:solidFill>
                  <a:srgbClr val="EAECF0"/>
                </a:solidFill>
                <a:ea typeface="+mn-lt"/>
                <a:cs typeface="+mn-lt"/>
              </a:rPr>
              <a:t> </a:t>
            </a:r>
            <a:r>
              <a:rPr lang="de-DE" sz="1600" dirty="0" err="1">
                <a:solidFill>
                  <a:srgbClr val="EAECF0"/>
                </a:solidFill>
                <a:ea typeface="+mn-lt"/>
                <a:cs typeface="+mn-lt"/>
              </a:rPr>
              <a:t>of</a:t>
            </a:r>
            <a:r>
              <a:rPr lang="de-DE" sz="1600" dirty="0">
                <a:solidFill>
                  <a:srgbClr val="EAECF0"/>
                </a:solidFill>
                <a:ea typeface="+mn-lt"/>
                <a:cs typeface="+mn-lt"/>
              </a:rPr>
              <a:t> </a:t>
            </a:r>
            <a:r>
              <a:rPr lang="de-DE" sz="1600" dirty="0" err="1">
                <a:solidFill>
                  <a:srgbClr val="EAECF0"/>
                </a:solidFill>
                <a:ea typeface="+mn-lt"/>
                <a:cs typeface="+mn-lt"/>
              </a:rPr>
              <a:t>the</a:t>
            </a:r>
            <a:r>
              <a:rPr lang="de-DE" sz="1600" dirty="0">
                <a:solidFill>
                  <a:srgbClr val="EAECF0"/>
                </a:solidFill>
                <a:ea typeface="+mn-lt"/>
                <a:cs typeface="+mn-lt"/>
              </a:rPr>
              <a:t> </a:t>
            </a:r>
            <a:r>
              <a:rPr lang="de-DE" sz="1600" dirty="0" err="1">
                <a:solidFill>
                  <a:srgbClr val="EAECF0"/>
                </a:solidFill>
                <a:ea typeface="+mn-lt"/>
                <a:cs typeface="+mn-lt"/>
              </a:rPr>
              <a:t>Theewes</a:t>
            </a:r>
            <a:r>
              <a:rPr lang="de-DE" sz="1600" dirty="0">
                <a:solidFill>
                  <a:srgbClr val="EAECF0"/>
                </a:solidFill>
                <a:ea typeface="+mn-lt"/>
                <a:cs typeface="+mn-lt"/>
              </a:rPr>
              <a:t> </a:t>
            </a:r>
            <a:r>
              <a:rPr lang="de-DE" sz="1600" dirty="0">
                <a:solidFill>
                  <a:srgbClr val="88A3E8"/>
                </a:solidFill>
                <a:ea typeface="+mn-lt"/>
                <a:cs typeface="+mn-lt"/>
                <a:hlinkClick r:id="rId31"/>
              </a:rPr>
              <a:t>Claviorganum</a:t>
            </a:r>
            <a:r>
              <a:rPr lang="de-DE" sz="1600" dirty="0">
                <a:solidFill>
                  <a:srgbClr val="EAECF0"/>
                </a:solidFill>
                <a:ea typeface="+mn-lt"/>
                <a:cs typeface="+mn-lt"/>
              </a:rPr>
              <a:t>.</a:t>
            </a:r>
            <a:r>
              <a:rPr lang="de-DE" sz="1100" baseline="30000" dirty="0">
                <a:solidFill>
                  <a:srgbClr val="88A3E8"/>
                </a:solidFill>
                <a:ea typeface="+mn-lt"/>
                <a:cs typeface="+mn-lt"/>
                <a:hlinkClick r:id="rId32"/>
              </a:rPr>
              <a:t>[39]</a:t>
            </a:r>
            <a:endParaRPr lang="de-DE" sz="1100"/>
          </a:p>
          <a:p>
            <a:br>
              <a:rPr lang="en-US" sz="2400" dirty="0"/>
            </a:br>
            <a:endParaRPr lang="en-US" sz="2400" dirty="0"/>
          </a:p>
        </p:txBody>
      </p:sp>
    </p:spTree>
    <p:extLst>
      <p:ext uri="{BB962C8B-B14F-4D97-AF65-F5344CB8AC3E}">
        <p14:creationId xmlns:p14="http://schemas.microsoft.com/office/powerpoint/2010/main" val="13642858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81B9B7-C98F-5482-FA9E-A531C7EDC39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162D2AA-4319-8A9C-AEDC-7619083C8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Rectangle 8">
            <a:extLst>
              <a:ext uri="{FF2B5EF4-FFF2-40B4-BE49-F238E27FC236}">
                <a16:creationId xmlns:a16="http://schemas.microsoft.com/office/drawing/2014/main" id="{3C7349F9-9144-D1A1-72C7-73350065E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1" name="Rectangle 10">
            <a:extLst>
              <a:ext uri="{FF2B5EF4-FFF2-40B4-BE49-F238E27FC236}">
                <a16:creationId xmlns:a16="http://schemas.microsoft.com/office/drawing/2014/main" id="{1F49E7A6-CE87-5506-8BA1-84AEBF650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5A62BF9-128F-C04C-E423-0DC317488978}"/>
              </a:ext>
            </a:extLst>
          </p:cNvPr>
          <p:cNvSpPr>
            <a:spLocks noGrp="1"/>
          </p:cNvSpPr>
          <p:nvPr>
            <p:ph type="title"/>
          </p:nvPr>
        </p:nvSpPr>
        <p:spPr>
          <a:xfrm>
            <a:off x="4071590" y="2233257"/>
            <a:ext cx="6458614" cy="2397491"/>
          </a:xfrm>
        </p:spPr>
        <p:txBody>
          <a:bodyPr vert="horz" lIns="91440" tIns="45720" rIns="91440" bIns="45720" rtlCol="0" anchor="t">
            <a:normAutofit/>
          </a:bodyPr>
          <a:lstStyle/>
          <a:p>
            <a:pPr algn="ctr"/>
            <a:r>
              <a:rPr lang="en-US" sz="7200" dirty="0"/>
              <a:t>Final years</a:t>
            </a:r>
          </a:p>
        </p:txBody>
      </p:sp>
      <p:sp>
        <p:nvSpPr>
          <p:cNvPr id="13" name="Rectangle 12">
            <a:extLst>
              <a:ext uri="{FF2B5EF4-FFF2-40B4-BE49-F238E27FC236}">
                <a16:creationId xmlns:a16="http://schemas.microsoft.com/office/drawing/2014/main" id="{2B863247-3BFE-84AE-5120-9D4288EEA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5"/>
            <a:ext cx="4067325"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Rectangle 14">
            <a:extLst>
              <a:ext uri="{FF2B5EF4-FFF2-40B4-BE49-F238E27FC236}">
                <a16:creationId xmlns:a16="http://schemas.microsoft.com/office/drawing/2014/main" id="{6B4547DF-00F7-A4D5-13C2-DD1C3CD698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2747133"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25726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feld 7">
            <a:extLst>
              <a:ext uri="{FF2B5EF4-FFF2-40B4-BE49-F238E27FC236}">
                <a16:creationId xmlns:a16="http://schemas.microsoft.com/office/drawing/2014/main" id="{F28F47A3-E8C4-E7FB-EA2D-4D781688BE2F}"/>
              </a:ext>
            </a:extLst>
          </p:cNvPr>
          <p:cNvSpPr txBox="1"/>
          <p:nvPr/>
        </p:nvSpPr>
        <p:spPr>
          <a:xfrm>
            <a:off x="1485900" y="857250"/>
            <a:ext cx="9960908" cy="5239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de-DE"/>
          </a:p>
        </p:txBody>
      </p:sp>
      <p:sp>
        <p:nvSpPr>
          <p:cNvPr id="9" name="Textfeld 8">
            <a:extLst>
              <a:ext uri="{FF2B5EF4-FFF2-40B4-BE49-F238E27FC236}">
                <a16:creationId xmlns:a16="http://schemas.microsoft.com/office/drawing/2014/main" id="{DA08157A-0259-E618-4555-85D80AE867D8}"/>
              </a:ext>
            </a:extLst>
          </p:cNvPr>
          <p:cNvSpPr txBox="1"/>
          <p:nvPr/>
        </p:nvSpPr>
        <p:spPr>
          <a:xfrm>
            <a:off x="1243853" y="302559"/>
            <a:ext cx="10455088"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0" i="0" dirty="0">
                <a:solidFill>
                  <a:srgbClr val="EAECF0"/>
                </a:solidFill>
                <a:latin typeface="Arial"/>
                <a:ea typeface="Arial"/>
                <a:cs typeface="Arial"/>
              </a:rPr>
              <a:t>Late in his life, Tallis lived in </a:t>
            </a:r>
            <a:r>
              <a:rPr lang="en-US" sz="2400" b="0" i="0" u="none" strike="noStrike" dirty="0">
                <a:solidFill>
                  <a:srgbClr val="88A3E8"/>
                </a:solidFill>
                <a:latin typeface="Arial"/>
                <a:ea typeface="Arial"/>
                <a:cs typeface="Arial"/>
                <a:hlinkClick r:id="rId2" tooltip="Greenwich"/>
              </a:rPr>
              <a:t>Greenwich</a:t>
            </a:r>
            <a:r>
              <a:rPr lang="en-US" sz="2400" b="0" i="0" dirty="0">
                <a:solidFill>
                  <a:srgbClr val="EAECF0"/>
                </a:solidFill>
                <a:latin typeface="Arial"/>
                <a:ea typeface="Arial"/>
                <a:cs typeface="Arial"/>
              </a:rPr>
              <a:t>, possibly close to the royal </a:t>
            </a:r>
            <a:r>
              <a:rPr lang="en-US" sz="2400" b="0" i="0" u="none" strike="noStrike" dirty="0">
                <a:solidFill>
                  <a:srgbClr val="88A3E8"/>
                </a:solidFill>
                <a:latin typeface="Arial"/>
                <a:ea typeface="Arial"/>
                <a:cs typeface="Arial"/>
                <a:hlinkClick r:id="rId3" tooltip="Palace of Placentia"/>
              </a:rPr>
              <a:t>Palace of Placentia</a:t>
            </a:r>
            <a:r>
              <a:rPr lang="en-US" sz="2400" b="0" i="0" dirty="0">
                <a:solidFill>
                  <a:srgbClr val="EAECF0"/>
                </a:solidFill>
                <a:latin typeface="Arial"/>
                <a:ea typeface="Arial"/>
                <a:cs typeface="Arial"/>
              </a:rPr>
              <a:t>; tradition holds that he lived on Stockwell Street.</a:t>
            </a:r>
            <a:r>
              <a:rPr lang="en-US" sz="2400" b="0" i="0" u="none" strike="noStrike" baseline="30000" dirty="0">
                <a:solidFill>
                  <a:srgbClr val="88A3E8"/>
                </a:solidFill>
                <a:latin typeface="Arial"/>
                <a:ea typeface="Arial"/>
                <a:cs typeface="Arial"/>
                <a:hlinkClick r:id="rId4"/>
              </a:rPr>
              <a:t>[11]</a:t>
            </a:r>
            <a:r>
              <a:rPr lang="en-US" sz="2400" b="0" i="0" dirty="0">
                <a:solidFill>
                  <a:srgbClr val="EAECF0"/>
                </a:solidFill>
                <a:latin typeface="Arial"/>
                <a:ea typeface="Arial"/>
                <a:cs typeface="Arial"/>
              </a:rPr>
              <a:t> He was recorded as a member of Elizabeth I's household in June 1585, and wrote his </a:t>
            </a:r>
            <a:r>
              <a:rPr lang="en-US" sz="2400" b="0" i="0" u="none" strike="noStrike" dirty="0">
                <a:solidFill>
                  <a:srgbClr val="88A3E8"/>
                </a:solidFill>
                <a:latin typeface="Arial"/>
                <a:ea typeface="Arial"/>
                <a:cs typeface="Arial"/>
                <a:hlinkClick r:id="rId5" tooltip="Will and testament"/>
              </a:rPr>
              <a:t>will</a:t>
            </a:r>
            <a:r>
              <a:rPr lang="en-US" sz="2400" b="0" i="0" dirty="0">
                <a:solidFill>
                  <a:srgbClr val="EAECF0"/>
                </a:solidFill>
                <a:latin typeface="Arial"/>
                <a:ea typeface="Arial"/>
                <a:cs typeface="Arial"/>
              </a:rPr>
              <a:t> in August that year.</a:t>
            </a:r>
            <a:r>
              <a:rPr lang="en-US" sz="2400" b="0" i="0" u="none" strike="noStrike" baseline="30000" dirty="0">
                <a:solidFill>
                  <a:srgbClr val="88A3E8"/>
                </a:solidFill>
                <a:latin typeface="Arial"/>
                <a:ea typeface="Arial"/>
                <a:cs typeface="Arial"/>
                <a:hlinkClick r:id="rId6"/>
              </a:rPr>
              <a:t>[40]</a:t>
            </a:r>
            <a:r>
              <a:rPr lang="en-US" sz="2400" b="0" i="0" dirty="0">
                <a:solidFill>
                  <a:srgbClr val="EAECF0"/>
                </a:solidFill>
                <a:latin typeface="Arial"/>
                <a:ea typeface="Arial"/>
                <a:cs typeface="Arial"/>
              </a:rPr>
              <a:t> He died in his house in </a:t>
            </a:r>
            <a:r>
              <a:rPr lang="en-US" sz="2400" b="0" i="0" u="none" strike="noStrike" dirty="0">
                <a:solidFill>
                  <a:srgbClr val="88A3E8"/>
                </a:solidFill>
                <a:latin typeface="Arial"/>
                <a:ea typeface="Arial"/>
                <a:cs typeface="Arial"/>
                <a:hlinkClick r:id="rId2" tooltip="Greenwich"/>
              </a:rPr>
              <a:t>Greenwich</a:t>
            </a:r>
            <a:r>
              <a:rPr lang="en-US" sz="2400" b="0" i="0" dirty="0">
                <a:solidFill>
                  <a:srgbClr val="EAECF0"/>
                </a:solidFill>
                <a:latin typeface="Arial"/>
                <a:ea typeface="Arial"/>
                <a:cs typeface="Arial"/>
              </a:rPr>
              <a:t> on 20 or 23 November; the different dates are from a register and the Chapel Royal.</a:t>
            </a:r>
            <a:r>
              <a:rPr lang="en-US" sz="2400" b="0" i="0" u="none" strike="noStrike" baseline="30000" dirty="0">
                <a:solidFill>
                  <a:srgbClr val="88A3E8"/>
                </a:solidFill>
                <a:latin typeface="Arial"/>
                <a:ea typeface="Arial"/>
                <a:cs typeface="Arial"/>
                <a:hlinkClick r:id="rId7"/>
              </a:rPr>
              <a:t>[41]</a:t>
            </a:r>
            <a:r>
              <a:rPr lang="en-US" sz="2400" b="0" i="0" u="none" strike="noStrike" baseline="30000" dirty="0">
                <a:solidFill>
                  <a:srgbClr val="88A3E8"/>
                </a:solidFill>
                <a:latin typeface="Arial"/>
                <a:ea typeface="Arial"/>
                <a:cs typeface="Arial"/>
                <a:hlinkClick r:id="rId7"/>
              </a:rPr>
              <a:t>[42]</a:t>
            </a:r>
            <a:r>
              <a:rPr lang="en-US" sz="2400" b="0" i="0" dirty="0">
                <a:solidFill>
                  <a:srgbClr val="EAECF0"/>
                </a:solidFill>
                <a:latin typeface="Arial"/>
                <a:ea typeface="Arial"/>
                <a:cs typeface="Arial"/>
              </a:rPr>
              <a:t> In his will he left £3.6s.8d. to "my company the gentlemen of Her Majesty's Chapel towards their feast." Thomas Byrd received Tallis' share of the monopoly</a:t>
            </a:r>
            <a:r>
              <a:rPr lang="en-US" sz="2400" b="0" i="0" u="none" strike="noStrike" baseline="30000" dirty="0">
                <a:solidFill>
                  <a:srgbClr val="88A3E8"/>
                </a:solidFill>
                <a:latin typeface="Arial"/>
                <a:ea typeface="Arial"/>
                <a:cs typeface="Arial"/>
                <a:hlinkClick r:id="rId8"/>
              </a:rPr>
              <a:t>[15]</a:t>
            </a:r>
            <a:r>
              <a:rPr lang="en-US" sz="2400" b="0" i="0" dirty="0">
                <a:solidFill>
                  <a:srgbClr val="EAECF0"/>
                </a:solidFill>
                <a:latin typeface="Arial"/>
                <a:ea typeface="Arial"/>
                <a:cs typeface="Arial"/>
              </a:rPr>
              <a:t> although it was his father, William Byrd, who would </a:t>
            </a:r>
            <a:r>
              <a:rPr lang="en-US" sz="2400" b="0" i="0" dirty="0" err="1">
                <a:solidFill>
                  <a:srgbClr val="EAECF0"/>
                </a:solidFill>
                <a:latin typeface="Arial"/>
                <a:ea typeface="Arial"/>
                <a:cs typeface="Arial"/>
              </a:rPr>
              <a:t>utilise</a:t>
            </a:r>
            <a:r>
              <a:rPr lang="en-US" sz="2400" b="0" i="0" dirty="0">
                <a:solidFill>
                  <a:srgbClr val="EAECF0"/>
                </a:solidFill>
                <a:latin typeface="Arial"/>
                <a:ea typeface="Arial"/>
                <a:cs typeface="Arial"/>
              </a:rPr>
              <a:t> it.</a:t>
            </a:r>
          </a:p>
          <a:p>
            <a:pPr algn="l"/>
            <a:r>
              <a:rPr lang="en-US" sz="2400" b="0" i="0" dirty="0">
                <a:solidFill>
                  <a:srgbClr val="EAECF0"/>
                </a:solidFill>
                <a:latin typeface="Arial"/>
                <a:ea typeface="Arial"/>
                <a:cs typeface="Arial"/>
              </a:rPr>
              <a:t>He was buried in the chancel of </a:t>
            </a:r>
            <a:r>
              <a:rPr lang="en-US" sz="2400" b="0" i="0" u="none" strike="noStrike" dirty="0">
                <a:solidFill>
                  <a:srgbClr val="88A3E8"/>
                </a:solidFill>
                <a:latin typeface="Arial"/>
                <a:ea typeface="Arial"/>
                <a:cs typeface="Arial"/>
                <a:hlinkClick r:id="rId9" tooltip="St Alfege Church, Greenwich"/>
              </a:rPr>
              <a:t>St Alfege Church, Greenwich</a:t>
            </a:r>
            <a:r>
              <a:rPr lang="en-US" sz="2400" b="0" i="0" dirty="0">
                <a:solidFill>
                  <a:srgbClr val="EAECF0"/>
                </a:solidFill>
                <a:latin typeface="Arial"/>
                <a:ea typeface="Arial"/>
                <a:cs typeface="Arial"/>
              </a:rPr>
              <a:t>.</a:t>
            </a:r>
            <a:r>
              <a:rPr lang="en-US" sz="2400" b="0" i="0" u="none" strike="noStrike" baseline="30000" dirty="0">
                <a:solidFill>
                  <a:srgbClr val="88A3E8"/>
                </a:solidFill>
                <a:latin typeface="Arial"/>
                <a:ea typeface="Arial"/>
                <a:cs typeface="Arial"/>
                <a:hlinkClick r:id="rId7"/>
              </a:rPr>
              <a:t>[41]</a:t>
            </a:r>
            <a:r>
              <a:rPr lang="en-US" sz="2400" b="0" i="0" dirty="0">
                <a:solidFill>
                  <a:srgbClr val="EAECF0"/>
                </a:solidFill>
                <a:latin typeface="Arial"/>
                <a:ea typeface="Arial"/>
                <a:cs typeface="Arial"/>
              </a:rPr>
              <a:t> A brass memorial plate placed there after the death of his wife (but before the death of Elizabeth (</a:t>
            </a:r>
            <a:r>
              <a:rPr lang="en-US" sz="2400" b="0" i="0" u="none" strike="noStrike" dirty="0">
                <a:solidFill>
                  <a:srgbClr val="88A3E8"/>
                </a:solidFill>
                <a:latin typeface="Arial"/>
                <a:ea typeface="Arial"/>
                <a:cs typeface="Arial"/>
                <a:hlinkClick r:id="rId10" tooltip="ONDB"/>
              </a:rPr>
              <a:t>ONDB</a:t>
            </a:r>
            <a:r>
              <a:rPr lang="en-US" sz="2400" b="0" i="0" dirty="0">
                <a:solidFill>
                  <a:srgbClr val="EAECF0"/>
                </a:solidFill>
                <a:latin typeface="Arial"/>
                <a:ea typeface="Arial"/>
                <a:cs typeface="Arial"/>
              </a:rPr>
              <a:t>)) is now lost.</a:t>
            </a:r>
            <a:r>
              <a:rPr lang="en-US" sz="2400" b="0" i="0" u="none" strike="noStrike" baseline="30000" dirty="0">
                <a:solidFill>
                  <a:srgbClr val="88A3E8"/>
                </a:solidFill>
                <a:latin typeface="Arial"/>
                <a:ea typeface="Arial"/>
                <a:cs typeface="Arial"/>
                <a:hlinkClick r:id="rId7"/>
              </a:rPr>
              <a:t>[41]</a:t>
            </a:r>
            <a:r>
              <a:rPr lang="en-US" sz="2400" b="0" i="0" dirty="0">
                <a:solidFill>
                  <a:srgbClr val="EAECF0"/>
                </a:solidFill>
                <a:latin typeface="Arial"/>
                <a:ea typeface="Arial"/>
                <a:cs typeface="Arial"/>
              </a:rPr>
              <a:t> His remains may have been discarded by </a:t>
            </a:r>
            <a:r>
              <a:rPr lang="en-US" sz="2400" b="0" i="0" dirty="0" err="1">
                <a:solidFill>
                  <a:srgbClr val="EAECF0"/>
                </a:solidFill>
                <a:latin typeface="Arial"/>
                <a:ea typeface="Arial"/>
                <a:cs typeface="Arial"/>
              </a:rPr>
              <a:t>labourers</a:t>
            </a:r>
            <a:r>
              <a:rPr lang="en-US" sz="2400" b="0" i="0" dirty="0">
                <a:solidFill>
                  <a:srgbClr val="EAECF0"/>
                </a:solidFill>
                <a:latin typeface="Arial"/>
                <a:ea typeface="Arial"/>
                <a:cs typeface="Arial"/>
              </a:rPr>
              <a:t> during the 1710s, when the church was rebuilt.</a:t>
            </a:r>
            <a:r>
              <a:rPr lang="en-US" sz="2400" b="0" i="0" u="none" strike="noStrike" baseline="30000" dirty="0">
                <a:solidFill>
                  <a:srgbClr val="88A3E8"/>
                </a:solidFill>
                <a:latin typeface="Arial"/>
                <a:ea typeface="Arial"/>
                <a:cs typeface="Arial"/>
                <a:hlinkClick r:id="rId11"/>
              </a:rPr>
              <a:t>[43]</a:t>
            </a:r>
          </a:p>
          <a:p>
            <a:pPr algn="l"/>
            <a:r>
              <a:rPr lang="en-US" sz="2400" b="0" i="0" dirty="0">
                <a:solidFill>
                  <a:srgbClr val="EAECF0"/>
                </a:solidFill>
                <a:latin typeface="Arial"/>
                <a:ea typeface="Arial"/>
                <a:cs typeface="Arial"/>
              </a:rPr>
              <a:t> William Byrd received Tallis' gilt bowl.</a:t>
            </a:r>
          </a:p>
          <a:p>
            <a:pPr algn="ctr"/>
            <a:endParaRPr lang="de-DE" sz="2400"/>
          </a:p>
        </p:txBody>
      </p:sp>
    </p:spTree>
    <p:extLst>
      <p:ext uri="{BB962C8B-B14F-4D97-AF65-F5344CB8AC3E}">
        <p14:creationId xmlns:p14="http://schemas.microsoft.com/office/powerpoint/2010/main" val="5568195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852C2-3AD2-358C-3990-4024B58EA0E9}"/>
            </a:ext>
          </a:extLst>
        </p:cNvPr>
        <p:cNvGrpSpPr/>
        <p:nvPr/>
      </p:nvGrpSpPr>
      <p:grpSpPr>
        <a:xfrm>
          <a:off x="0" y="0"/>
          <a:ext cx="0" cy="0"/>
          <a:chOff x="0" y="0"/>
          <a:chExt cx="0" cy="0"/>
        </a:xfrm>
      </p:grpSpPr>
      <p:sp>
        <p:nvSpPr>
          <p:cNvPr id="8" name="Textfeld 7">
            <a:extLst>
              <a:ext uri="{FF2B5EF4-FFF2-40B4-BE49-F238E27FC236}">
                <a16:creationId xmlns:a16="http://schemas.microsoft.com/office/drawing/2014/main" id="{99C3687E-FBF9-87C9-44D4-1B071A733008}"/>
              </a:ext>
            </a:extLst>
          </p:cNvPr>
          <p:cNvSpPr txBox="1"/>
          <p:nvPr/>
        </p:nvSpPr>
        <p:spPr>
          <a:xfrm>
            <a:off x="1485900" y="857250"/>
            <a:ext cx="9960908" cy="5239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de-DE"/>
          </a:p>
        </p:txBody>
      </p:sp>
      <p:sp>
        <p:nvSpPr>
          <p:cNvPr id="9" name="Textfeld 8">
            <a:extLst>
              <a:ext uri="{FF2B5EF4-FFF2-40B4-BE49-F238E27FC236}">
                <a16:creationId xmlns:a16="http://schemas.microsoft.com/office/drawing/2014/main" id="{F46E8F3D-0E92-109B-D258-7EC80DF59B78}"/>
              </a:ext>
            </a:extLst>
          </p:cNvPr>
          <p:cNvSpPr txBox="1"/>
          <p:nvPr/>
        </p:nvSpPr>
        <p:spPr>
          <a:xfrm>
            <a:off x="1243853" y="302559"/>
            <a:ext cx="10757646" cy="66787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0" i="0" dirty="0">
                <a:solidFill>
                  <a:srgbClr val="EAECF0"/>
                </a:solidFill>
                <a:latin typeface="Arial"/>
                <a:ea typeface="Arial"/>
                <a:cs typeface="Arial"/>
              </a:rPr>
              <a:t>Tallis</a:t>
            </a:r>
            <a:r>
              <a:rPr lang="en-US" sz="4800" dirty="0">
                <a:solidFill>
                  <a:srgbClr val="EAECF0"/>
                </a:solidFill>
                <a:latin typeface="Arial"/>
                <a:ea typeface="Arial"/>
                <a:cs typeface="Arial"/>
              </a:rPr>
              <a:t>' epitaph on a brass </a:t>
            </a:r>
            <a:r>
              <a:rPr lang="en-US" sz="4800" dirty="0">
                <a:solidFill>
                  <a:srgbClr val="88A3E8"/>
                </a:solidFill>
                <a:latin typeface="Arial"/>
                <a:ea typeface="Arial"/>
                <a:cs typeface="Arial"/>
                <a:hlinkClick r:id="rId2"/>
              </a:rPr>
              <a:t>plaque</a:t>
            </a:r>
            <a:r>
              <a:rPr lang="en-US" sz="4800" b="0" i="0" dirty="0">
                <a:solidFill>
                  <a:srgbClr val="EAECF0"/>
                </a:solidFill>
                <a:latin typeface="Arial"/>
                <a:ea typeface="Arial"/>
                <a:cs typeface="Arial"/>
              </a:rPr>
              <a:t>, </a:t>
            </a:r>
            <a:r>
              <a:rPr lang="en-US" sz="4800" dirty="0">
                <a:solidFill>
                  <a:srgbClr val="EAECF0"/>
                </a:solidFill>
                <a:latin typeface="Arial"/>
                <a:ea typeface="Arial"/>
                <a:cs typeface="Arial"/>
              </a:rPr>
              <a:t>lost in </a:t>
            </a:r>
            <a:r>
              <a:rPr lang="en-US" sz="4800" b="0" i="0" dirty="0">
                <a:solidFill>
                  <a:srgbClr val="EAECF0"/>
                </a:solidFill>
                <a:latin typeface="Arial"/>
                <a:ea typeface="Arial"/>
                <a:cs typeface="Arial"/>
              </a:rPr>
              <a:t>the </a:t>
            </a:r>
            <a:r>
              <a:rPr lang="en-US" sz="4800" dirty="0">
                <a:solidFill>
                  <a:srgbClr val="EAECF0"/>
                </a:solidFill>
                <a:latin typeface="Arial"/>
                <a:ea typeface="Arial"/>
                <a:cs typeface="Arial"/>
              </a:rPr>
              <a:t>subsequent rebuilding </a:t>
            </a:r>
            <a:r>
              <a:rPr lang="en-US" sz="4800" b="0" i="0" u="none" strike="noStrike" dirty="0">
                <a:solidFill>
                  <a:srgbClr val="EAECF0"/>
                </a:solidFill>
                <a:latin typeface="Arial"/>
                <a:ea typeface="Arial"/>
                <a:cs typeface="Arial"/>
              </a:rPr>
              <a:t>of </a:t>
            </a:r>
            <a:r>
              <a:rPr lang="en-US" sz="4800" dirty="0">
                <a:solidFill>
                  <a:srgbClr val="EAECF0"/>
                </a:solidFill>
                <a:latin typeface="Arial"/>
                <a:ea typeface="Arial"/>
                <a:cs typeface="Arial"/>
              </a:rPr>
              <a:t>the church, </a:t>
            </a:r>
            <a:r>
              <a:rPr lang="en-US" sz="4800" b="0" i="0" dirty="0">
                <a:solidFill>
                  <a:srgbClr val="EAECF0"/>
                </a:solidFill>
                <a:latin typeface="Arial"/>
                <a:ea typeface="Arial"/>
                <a:cs typeface="Arial"/>
              </a:rPr>
              <a:t>was recorded </a:t>
            </a:r>
            <a:r>
              <a:rPr lang="en-US" sz="4800" dirty="0">
                <a:solidFill>
                  <a:srgbClr val="EAECF0"/>
                </a:solidFill>
                <a:latin typeface="Arial"/>
                <a:ea typeface="Arial"/>
                <a:cs typeface="Arial"/>
              </a:rPr>
              <a:t>by the English clergyman </a:t>
            </a:r>
            <a:r>
              <a:rPr lang="en-US" sz="4800" dirty="0">
                <a:solidFill>
                  <a:srgbClr val="88A3E8"/>
                </a:solidFill>
                <a:latin typeface="Arial"/>
                <a:ea typeface="Arial"/>
                <a:cs typeface="Arial"/>
                <a:hlinkClick r:id="rId3"/>
              </a:rPr>
              <a:t>John Strype</a:t>
            </a:r>
            <a:r>
              <a:rPr lang="en-US" sz="4800" dirty="0">
                <a:solidFill>
                  <a:srgbClr val="EAECF0"/>
                </a:solidFill>
                <a:latin typeface="Arial"/>
                <a:ea typeface="Arial"/>
                <a:cs typeface="Arial"/>
              </a:rPr>
              <a:t> </a:t>
            </a:r>
            <a:r>
              <a:rPr lang="en-US" sz="4800" b="0" i="0" dirty="0">
                <a:solidFill>
                  <a:srgbClr val="EAECF0"/>
                </a:solidFill>
                <a:latin typeface="Arial"/>
                <a:ea typeface="Arial"/>
                <a:cs typeface="Arial"/>
              </a:rPr>
              <a:t>in his</a:t>
            </a:r>
            <a:r>
              <a:rPr lang="en-US" sz="4800" dirty="0">
                <a:solidFill>
                  <a:srgbClr val="EAECF0"/>
                </a:solidFill>
                <a:latin typeface="Arial"/>
                <a:ea typeface="Arial"/>
                <a:cs typeface="Arial"/>
              </a:rPr>
              <a:t> 1720 edition of </a:t>
            </a:r>
            <a:r>
              <a:rPr lang="en-US" sz="4800" dirty="0">
                <a:solidFill>
                  <a:srgbClr val="88A3E8"/>
                </a:solidFill>
                <a:latin typeface="Arial"/>
                <a:ea typeface="Arial"/>
                <a:cs typeface="Arial"/>
                <a:hlinkClick r:id="rId4"/>
              </a:rPr>
              <a:t>John Stow</a:t>
            </a:r>
            <a:r>
              <a:rPr lang="en-US" sz="4800" dirty="0">
                <a:solidFill>
                  <a:srgbClr val="EAECF0"/>
                </a:solidFill>
                <a:latin typeface="Arial"/>
                <a:ea typeface="Arial"/>
                <a:cs typeface="Arial"/>
              </a:rPr>
              <a:t>'s </a:t>
            </a:r>
            <a:r>
              <a:rPr lang="en-US" sz="4800" i="1" dirty="0">
                <a:solidFill>
                  <a:srgbClr val="EAECF0"/>
                </a:solidFill>
                <a:latin typeface="Arial"/>
                <a:ea typeface="Arial"/>
                <a:cs typeface="Arial"/>
              </a:rPr>
              <a:t>Survey of London</a:t>
            </a:r>
            <a:r>
              <a:rPr lang="en-US" sz="3600" baseline="30000" dirty="0">
                <a:solidFill>
                  <a:srgbClr val="88A3E8"/>
                </a:solidFill>
                <a:latin typeface="Arial"/>
                <a:ea typeface="Arial"/>
                <a:cs typeface="Arial"/>
                <a:hlinkClick r:id="rId5"/>
              </a:rPr>
              <a:t>[11][44</a:t>
            </a:r>
            <a:r>
              <a:rPr lang="en-US" sz="3600" b="0" i="0" u="none" strike="noStrike" baseline="30000" dirty="0">
                <a:solidFill>
                  <a:srgbClr val="88A3E8"/>
                </a:solidFill>
                <a:latin typeface="Arial"/>
                <a:ea typeface="Arial"/>
                <a:cs typeface="Arial"/>
                <a:hlinkClick r:id="rId5"/>
              </a:rPr>
              <a:t>]</a:t>
            </a:r>
            <a:r>
              <a:rPr lang="en-US" sz="4800" b="0" i="0" dirty="0">
                <a:solidFill>
                  <a:srgbClr val="EAECF0"/>
                </a:solidFill>
                <a:latin typeface="Arial"/>
                <a:ea typeface="Arial"/>
                <a:cs typeface="Arial"/>
              </a:rPr>
              <a:t> </a:t>
            </a:r>
            <a:r>
              <a:rPr lang="en-US" sz="4800" dirty="0">
                <a:solidFill>
                  <a:srgbClr val="EAECF0"/>
                </a:solidFill>
                <a:latin typeface="Arial"/>
                <a:ea typeface="Arial"/>
                <a:cs typeface="Arial"/>
              </a:rPr>
              <a:t>It was most likely written by Henry Stanford: </a:t>
            </a:r>
            <a:r>
              <a:rPr lang="en-US" sz="4800" b="0" i="0" dirty="0">
                <a:solidFill>
                  <a:srgbClr val="EAECF0"/>
                </a:solidFill>
                <a:latin typeface="Arial"/>
                <a:ea typeface="Arial"/>
                <a:cs typeface="Arial"/>
              </a:rPr>
              <a:t>a </a:t>
            </a:r>
            <a:r>
              <a:rPr lang="en-US" sz="4800" dirty="0">
                <a:solidFill>
                  <a:srgbClr val="EAECF0"/>
                </a:solidFill>
                <a:latin typeface="Arial"/>
                <a:ea typeface="Arial"/>
                <a:cs typeface="Arial"/>
              </a:rPr>
              <a:t>recusant tutor to </a:t>
            </a:r>
            <a:r>
              <a:rPr lang="en-US" sz="4800" b="0" i="0" dirty="0">
                <a:solidFill>
                  <a:srgbClr val="EAECF0"/>
                </a:solidFill>
                <a:latin typeface="Arial"/>
                <a:ea typeface="Arial"/>
                <a:cs typeface="Arial"/>
              </a:rPr>
              <a:t>the </a:t>
            </a:r>
            <a:r>
              <a:rPr lang="en-US" sz="4800" dirty="0">
                <a:solidFill>
                  <a:srgbClr val="EAECF0"/>
                </a:solidFill>
                <a:latin typeface="Arial"/>
                <a:ea typeface="Arial"/>
                <a:cs typeface="Arial"/>
              </a:rPr>
              <a:t>Paget Household</a:t>
            </a:r>
            <a:r>
              <a:rPr lang="en-US" sz="4800" b="0" i="0" dirty="0">
                <a:solidFill>
                  <a:srgbClr val="EAECF0"/>
                </a:solidFill>
                <a:latin typeface="Arial"/>
                <a:ea typeface="Arial"/>
                <a:cs typeface="Arial"/>
              </a:rPr>
              <a:t>.</a:t>
            </a:r>
            <a:r>
              <a:rPr lang="en-US" sz="3600" b="0" i="0" u="none" strike="noStrike" baseline="30000" dirty="0">
                <a:solidFill>
                  <a:srgbClr val="88A3E8"/>
                </a:solidFill>
                <a:latin typeface="Arial"/>
                <a:ea typeface="Arial"/>
                <a:cs typeface="Arial"/>
                <a:hlinkClick r:id="rId6"/>
              </a:rPr>
              <a:t>[</a:t>
            </a:r>
            <a:r>
              <a:rPr lang="en-US" sz="3600" baseline="30000" dirty="0">
                <a:solidFill>
                  <a:srgbClr val="88A3E8"/>
                </a:solidFill>
                <a:latin typeface="Arial"/>
                <a:ea typeface="Arial"/>
                <a:cs typeface="Arial"/>
                <a:hlinkClick r:id="rId6"/>
              </a:rPr>
              <a:t>15</a:t>
            </a:r>
            <a:r>
              <a:rPr lang="en-US" sz="3600" b="0" i="0" u="none" strike="noStrike" baseline="30000" dirty="0">
                <a:solidFill>
                  <a:srgbClr val="88A3E8"/>
                </a:solidFill>
                <a:latin typeface="Arial"/>
                <a:ea typeface="Arial"/>
                <a:cs typeface="Arial"/>
                <a:hlinkClick r:id="rId6"/>
              </a:rPr>
              <a:t>]</a:t>
            </a:r>
            <a:endParaRPr lang="en-US" sz="3600">
              <a:solidFill>
                <a:srgbClr val="FFFFFF"/>
              </a:solidFill>
              <a:latin typeface="Calibri"/>
              <a:ea typeface="Calibri"/>
              <a:cs typeface="Calibri"/>
              <a:hlinkClick r:id="rId6"/>
            </a:endParaRPr>
          </a:p>
          <a:p>
            <a:endParaRPr lang="en-US" sz="4800" dirty="0">
              <a:solidFill>
                <a:srgbClr val="EAECF0"/>
              </a:solidFill>
              <a:latin typeface="Arial"/>
              <a:cs typeface="Arial"/>
            </a:endParaRPr>
          </a:p>
        </p:txBody>
      </p:sp>
    </p:spTree>
    <p:extLst>
      <p:ext uri="{BB962C8B-B14F-4D97-AF65-F5344CB8AC3E}">
        <p14:creationId xmlns:p14="http://schemas.microsoft.com/office/powerpoint/2010/main" val="6374959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41ADE-29DB-9339-D38C-4A7B0BB106C1}"/>
            </a:ext>
          </a:extLst>
        </p:cNvPr>
        <p:cNvGrpSpPr/>
        <p:nvPr/>
      </p:nvGrpSpPr>
      <p:grpSpPr>
        <a:xfrm>
          <a:off x="0" y="0"/>
          <a:ext cx="0" cy="0"/>
          <a:chOff x="0" y="0"/>
          <a:chExt cx="0" cy="0"/>
        </a:xfrm>
      </p:grpSpPr>
      <p:sp>
        <p:nvSpPr>
          <p:cNvPr id="8" name="Textfeld 7">
            <a:extLst>
              <a:ext uri="{FF2B5EF4-FFF2-40B4-BE49-F238E27FC236}">
                <a16:creationId xmlns:a16="http://schemas.microsoft.com/office/drawing/2014/main" id="{89890267-F91E-DB8F-D04C-D8AC4A0F9B13}"/>
              </a:ext>
            </a:extLst>
          </p:cNvPr>
          <p:cNvSpPr txBox="1"/>
          <p:nvPr/>
        </p:nvSpPr>
        <p:spPr>
          <a:xfrm>
            <a:off x="1485900" y="857250"/>
            <a:ext cx="9960908" cy="52398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de-DE"/>
          </a:p>
        </p:txBody>
      </p:sp>
      <p:sp>
        <p:nvSpPr>
          <p:cNvPr id="9" name="Textfeld 8">
            <a:extLst>
              <a:ext uri="{FF2B5EF4-FFF2-40B4-BE49-F238E27FC236}">
                <a16:creationId xmlns:a16="http://schemas.microsoft.com/office/drawing/2014/main" id="{271ACFDA-4E73-A28B-9606-1B8DE7D88517}"/>
              </a:ext>
            </a:extLst>
          </p:cNvPr>
          <p:cNvSpPr txBox="1"/>
          <p:nvPr/>
        </p:nvSpPr>
        <p:spPr>
          <a:xfrm>
            <a:off x="1243853" y="302559"/>
            <a:ext cx="10757646"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aseline="30000" dirty="0">
                <a:solidFill>
                  <a:srgbClr val="EAECF0"/>
                </a:solidFill>
                <a:latin typeface="Arial"/>
                <a:ea typeface="Arial"/>
                <a:cs typeface="Arial"/>
              </a:rPr>
              <a:t>Entered here doth </a:t>
            </a:r>
            <a:r>
              <a:rPr lang="en-US" baseline="30000" dirty="0" err="1">
                <a:solidFill>
                  <a:srgbClr val="EAECF0"/>
                </a:solidFill>
                <a:latin typeface="Arial"/>
                <a:ea typeface="Arial"/>
                <a:cs typeface="Arial"/>
              </a:rPr>
              <a:t>ly</a:t>
            </a:r>
            <a:r>
              <a:rPr lang="en-US" baseline="30000" dirty="0">
                <a:solidFill>
                  <a:srgbClr val="EAECF0"/>
                </a:solidFill>
                <a:latin typeface="Arial"/>
                <a:ea typeface="Arial"/>
                <a:cs typeface="Arial"/>
              </a:rPr>
              <a:t> a worthy </a:t>
            </a:r>
            <a:r>
              <a:rPr lang="en-US" baseline="30000" dirty="0" err="1">
                <a:solidFill>
                  <a:srgbClr val="EAECF0"/>
                </a:solidFill>
                <a:latin typeface="Arial"/>
                <a:ea typeface="Arial"/>
                <a:cs typeface="Arial"/>
              </a:rPr>
              <a:t>wyght</a:t>
            </a:r>
            <a:r>
              <a:rPr lang="en-US" b="0" i="0" baseline="30000" dirty="0">
                <a:solidFill>
                  <a:srgbClr val="EAECF0"/>
                </a:solidFill>
                <a:latin typeface="Arial"/>
                <a:ea typeface="Arial"/>
                <a:cs typeface="Arial"/>
              </a:rPr>
              <a:t>,</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Who for long </a:t>
            </a:r>
            <a:r>
              <a:rPr lang="en-US" baseline="30000" dirty="0" err="1">
                <a:solidFill>
                  <a:srgbClr val="EAECF0"/>
                </a:solidFill>
                <a:latin typeface="Arial"/>
                <a:ea typeface="Arial"/>
                <a:cs typeface="Arial"/>
              </a:rPr>
              <a:t>tyme</a:t>
            </a:r>
            <a:r>
              <a:rPr lang="en-US" baseline="30000" dirty="0">
                <a:solidFill>
                  <a:srgbClr val="EAECF0"/>
                </a:solidFill>
                <a:latin typeface="Arial"/>
                <a:ea typeface="Arial"/>
                <a:cs typeface="Arial"/>
              </a:rPr>
              <a:t> in </a:t>
            </a:r>
            <a:r>
              <a:rPr lang="en-US" baseline="30000" dirty="0" err="1">
                <a:solidFill>
                  <a:srgbClr val="EAECF0"/>
                </a:solidFill>
                <a:latin typeface="Arial"/>
                <a:ea typeface="Arial"/>
                <a:cs typeface="Arial"/>
              </a:rPr>
              <a:t>musick</a:t>
            </a:r>
            <a:r>
              <a:rPr lang="en-US" baseline="30000" dirty="0">
                <a:solidFill>
                  <a:srgbClr val="EAECF0"/>
                </a:solidFill>
                <a:latin typeface="Arial"/>
                <a:ea typeface="Arial"/>
                <a:cs typeface="Arial"/>
              </a:rPr>
              <a:t> bore </a:t>
            </a:r>
            <a:r>
              <a:rPr lang="en-US" b="0" i="0" baseline="30000" dirty="0">
                <a:solidFill>
                  <a:srgbClr val="EAECF0"/>
                </a:solidFill>
                <a:latin typeface="Arial"/>
                <a:ea typeface="Arial"/>
                <a:cs typeface="Arial"/>
              </a:rPr>
              <a:t>the </a:t>
            </a:r>
            <a:r>
              <a:rPr lang="en-US" baseline="30000" dirty="0">
                <a:solidFill>
                  <a:srgbClr val="EAECF0"/>
                </a:solidFill>
                <a:latin typeface="Arial"/>
                <a:ea typeface="Arial"/>
                <a:cs typeface="Arial"/>
              </a:rPr>
              <a:t>bell:</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His name to shew, </a:t>
            </a:r>
            <a:r>
              <a:rPr lang="en-US" b="0" i="0" baseline="30000" dirty="0">
                <a:solidFill>
                  <a:srgbClr val="EAECF0"/>
                </a:solidFill>
                <a:latin typeface="Arial"/>
                <a:ea typeface="Arial"/>
                <a:cs typeface="Arial"/>
              </a:rPr>
              <a:t>was </a:t>
            </a:r>
            <a:r>
              <a:rPr lang="en-US" baseline="30000" dirty="0">
                <a:solidFill>
                  <a:srgbClr val="EAECF0"/>
                </a:solidFill>
                <a:latin typeface="Arial"/>
                <a:ea typeface="Arial"/>
                <a:cs typeface="Arial"/>
              </a:rPr>
              <a:t>THOMAS TALLYS </a:t>
            </a:r>
            <a:r>
              <a:rPr lang="en-US" baseline="30000" dirty="0" err="1">
                <a:solidFill>
                  <a:srgbClr val="EAECF0"/>
                </a:solidFill>
                <a:latin typeface="Arial"/>
                <a:ea typeface="Arial"/>
                <a:cs typeface="Arial"/>
              </a:rPr>
              <a:t>hyght</a:t>
            </a:r>
            <a:r>
              <a:rPr lang="en-US" baseline="30000" dirty="0">
                <a:solidFill>
                  <a:srgbClr val="EAECF0"/>
                </a:solidFill>
                <a:latin typeface="Arial"/>
                <a:ea typeface="Arial"/>
                <a:cs typeface="Arial"/>
              </a:rPr>
              <a:t>,</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In honest virtuous </a:t>
            </a:r>
            <a:r>
              <a:rPr lang="en-US" baseline="30000" dirty="0" err="1">
                <a:solidFill>
                  <a:srgbClr val="EAECF0"/>
                </a:solidFill>
                <a:latin typeface="Arial"/>
                <a:ea typeface="Arial"/>
                <a:cs typeface="Arial"/>
              </a:rPr>
              <a:t>lyff</a:t>
            </a:r>
            <a:r>
              <a:rPr lang="en-US" baseline="30000" dirty="0">
                <a:solidFill>
                  <a:srgbClr val="EAECF0"/>
                </a:solidFill>
                <a:latin typeface="Arial"/>
                <a:ea typeface="Arial"/>
                <a:cs typeface="Arial"/>
              </a:rPr>
              <a:t> he </a:t>
            </a:r>
            <a:r>
              <a:rPr lang="en-US" baseline="30000" dirty="0" err="1">
                <a:solidFill>
                  <a:srgbClr val="EAECF0"/>
                </a:solidFill>
                <a:latin typeface="Arial"/>
                <a:ea typeface="Arial"/>
                <a:cs typeface="Arial"/>
              </a:rPr>
              <a:t>dyd</a:t>
            </a:r>
            <a:r>
              <a:rPr lang="en-US" baseline="30000" dirty="0">
                <a:solidFill>
                  <a:srgbClr val="EAECF0"/>
                </a:solidFill>
                <a:latin typeface="Arial"/>
                <a:ea typeface="Arial"/>
                <a:cs typeface="Arial"/>
              </a:rPr>
              <a:t> </a:t>
            </a:r>
            <a:r>
              <a:rPr lang="en-US" baseline="30000" dirty="0" err="1">
                <a:solidFill>
                  <a:srgbClr val="EAECF0"/>
                </a:solidFill>
                <a:latin typeface="Arial"/>
                <a:ea typeface="Arial"/>
                <a:cs typeface="Arial"/>
              </a:rPr>
              <a:t>excell</a:t>
            </a:r>
            <a:r>
              <a:rPr lang="en-US" baseline="30000" dirty="0">
                <a:solidFill>
                  <a:srgbClr val="EAECF0"/>
                </a:solidFill>
                <a:latin typeface="Arial"/>
                <a:ea typeface="Arial"/>
                <a:cs typeface="Arial"/>
              </a:rPr>
              <a:t>.</a:t>
            </a:r>
            <a:br>
              <a:rPr lang="en-US" baseline="30000" dirty="0">
                <a:solidFill>
                  <a:srgbClr val="EAECF0"/>
                </a:solidFill>
                <a:latin typeface="Arial"/>
                <a:ea typeface="Arial"/>
                <a:cs typeface="Arial"/>
              </a:rPr>
            </a:b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He </a:t>
            </a:r>
            <a:r>
              <a:rPr lang="en-US" baseline="30000" dirty="0" err="1">
                <a:solidFill>
                  <a:srgbClr val="EAECF0"/>
                </a:solidFill>
                <a:latin typeface="Arial"/>
                <a:ea typeface="Arial"/>
                <a:cs typeface="Arial"/>
              </a:rPr>
              <a:t>serv'd</a:t>
            </a:r>
            <a:r>
              <a:rPr lang="en-US" baseline="30000" dirty="0">
                <a:solidFill>
                  <a:srgbClr val="EAECF0"/>
                </a:solidFill>
                <a:latin typeface="Arial"/>
                <a:ea typeface="Arial"/>
                <a:cs typeface="Arial"/>
              </a:rPr>
              <a:t> long </a:t>
            </a:r>
            <a:r>
              <a:rPr lang="en-US" baseline="30000" dirty="0" err="1">
                <a:solidFill>
                  <a:srgbClr val="EAECF0"/>
                </a:solidFill>
                <a:latin typeface="Arial"/>
                <a:ea typeface="Arial"/>
                <a:cs typeface="Arial"/>
              </a:rPr>
              <a:t>tyme</a:t>
            </a:r>
            <a:r>
              <a:rPr lang="en-US" baseline="30000" dirty="0">
                <a:solidFill>
                  <a:srgbClr val="EAECF0"/>
                </a:solidFill>
                <a:latin typeface="Arial"/>
                <a:ea typeface="Arial"/>
                <a:cs typeface="Arial"/>
              </a:rPr>
              <a:t> in </a:t>
            </a:r>
            <a:r>
              <a:rPr lang="en-US" baseline="30000" dirty="0" err="1">
                <a:solidFill>
                  <a:srgbClr val="EAECF0"/>
                </a:solidFill>
                <a:latin typeface="Arial"/>
                <a:ea typeface="Arial"/>
                <a:cs typeface="Arial"/>
              </a:rPr>
              <a:t>chappel</a:t>
            </a:r>
            <a:r>
              <a:rPr lang="en-US" baseline="30000" dirty="0">
                <a:solidFill>
                  <a:srgbClr val="EAECF0"/>
                </a:solidFill>
                <a:latin typeface="Arial"/>
                <a:ea typeface="Arial"/>
                <a:cs typeface="Arial"/>
              </a:rPr>
              <a:t> with </a:t>
            </a:r>
            <a:r>
              <a:rPr lang="en-US" baseline="30000" dirty="0" err="1">
                <a:solidFill>
                  <a:srgbClr val="EAECF0"/>
                </a:solidFill>
                <a:latin typeface="Arial"/>
                <a:ea typeface="Arial"/>
                <a:cs typeface="Arial"/>
              </a:rPr>
              <a:t>grete</a:t>
            </a:r>
            <a:r>
              <a:rPr lang="en-US" baseline="30000" dirty="0">
                <a:solidFill>
                  <a:srgbClr val="EAECF0"/>
                </a:solidFill>
                <a:latin typeface="Arial"/>
                <a:ea typeface="Arial"/>
                <a:cs typeface="Arial"/>
              </a:rPr>
              <a:t> </a:t>
            </a:r>
            <a:r>
              <a:rPr lang="en-US" baseline="30000" dirty="0" err="1">
                <a:solidFill>
                  <a:srgbClr val="EAECF0"/>
                </a:solidFill>
                <a:latin typeface="Arial"/>
                <a:ea typeface="Arial"/>
                <a:cs typeface="Arial"/>
              </a:rPr>
              <a:t>prayse</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Fower </a:t>
            </a:r>
            <a:r>
              <a:rPr lang="en-US" baseline="30000" dirty="0" err="1">
                <a:solidFill>
                  <a:srgbClr val="EAECF0"/>
                </a:solidFill>
                <a:latin typeface="Arial"/>
                <a:ea typeface="Arial"/>
                <a:cs typeface="Arial"/>
              </a:rPr>
              <a:t>sovereygnes</a:t>
            </a:r>
            <a:r>
              <a:rPr lang="en-US" baseline="30000" dirty="0">
                <a:solidFill>
                  <a:srgbClr val="EAECF0"/>
                </a:solidFill>
                <a:latin typeface="Arial"/>
                <a:ea typeface="Arial"/>
                <a:cs typeface="Arial"/>
              </a:rPr>
              <a:t> </a:t>
            </a:r>
            <a:r>
              <a:rPr lang="en-US" baseline="30000" dirty="0" err="1">
                <a:solidFill>
                  <a:srgbClr val="EAECF0"/>
                </a:solidFill>
                <a:latin typeface="Arial"/>
                <a:ea typeface="Arial"/>
                <a:cs typeface="Arial"/>
              </a:rPr>
              <a:t>reygnes</a:t>
            </a:r>
            <a:r>
              <a:rPr lang="en-US" baseline="30000" dirty="0">
                <a:solidFill>
                  <a:srgbClr val="EAECF0"/>
                </a:solidFill>
                <a:latin typeface="Arial"/>
                <a:ea typeface="Arial"/>
                <a:cs typeface="Arial"/>
              </a:rPr>
              <a:t> (a thing not often seen);</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I </a:t>
            </a:r>
            <a:r>
              <a:rPr lang="en-US" baseline="30000" dirty="0" err="1">
                <a:solidFill>
                  <a:srgbClr val="EAECF0"/>
                </a:solidFill>
                <a:latin typeface="Arial"/>
                <a:ea typeface="Arial"/>
                <a:cs typeface="Arial"/>
              </a:rPr>
              <a:t>meane</a:t>
            </a:r>
            <a:r>
              <a:rPr lang="en-US" baseline="30000" dirty="0">
                <a:solidFill>
                  <a:srgbClr val="EAECF0"/>
                </a:solidFill>
                <a:latin typeface="Arial"/>
                <a:ea typeface="Arial"/>
                <a:cs typeface="Arial"/>
              </a:rPr>
              <a:t> Kyng Henry and Prynce Edward's </a:t>
            </a:r>
            <a:r>
              <a:rPr lang="en-US" baseline="30000" dirty="0" err="1">
                <a:solidFill>
                  <a:srgbClr val="EAECF0"/>
                </a:solidFill>
                <a:latin typeface="Arial"/>
                <a:ea typeface="Arial"/>
                <a:cs typeface="Arial"/>
              </a:rPr>
              <a:t>dayes</a:t>
            </a:r>
            <a:r>
              <a:rPr lang="en-US" baseline="30000" dirty="0">
                <a:solidFill>
                  <a:srgbClr val="EAECF0"/>
                </a:solidFill>
                <a:latin typeface="Arial"/>
                <a:ea typeface="Arial"/>
                <a:cs typeface="Arial"/>
              </a:rPr>
              <a:t>,</a:t>
            </a:r>
            <a:br>
              <a:rPr lang="en-US" baseline="30000" dirty="0">
                <a:solidFill>
                  <a:srgbClr val="EAECF0"/>
                </a:solidFill>
                <a:latin typeface="Arial"/>
                <a:ea typeface="Arial"/>
                <a:cs typeface="Arial"/>
              </a:rPr>
            </a:br>
            <a:r>
              <a:rPr lang="en-US" baseline="30000" dirty="0" err="1">
                <a:solidFill>
                  <a:srgbClr val="EAECF0"/>
                </a:solidFill>
                <a:latin typeface="Arial"/>
                <a:ea typeface="Arial"/>
                <a:cs typeface="Arial"/>
              </a:rPr>
              <a:t>Quene</a:t>
            </a:r>
            <a:r>
              <a:rPr lang="en-US" baseline="30000" dirty="0">
                <a:solidFill>
                  <a:srgbClr val="EAECF0"/>
                </a:solidFill>
                <a:latin typeface="Arial"/>
                <a:ea typeface="Arial"/>
                <a:cs typeface="Arial"/>
              </a:rPr>
              <a:t> Mary, and Elizabeth </a:t>
            </a:r>
            <a:r>
              <a:rPr lang="en-US" baseline="30000" dirty="0" err="1">
                <a:solidFill>
                  <a:srgbClr val="EAECF0"/>
                </a:solidFill>
                <a:latin typeface="Arial"/>
                <a:ea typeface="Arial"/>
                <a:cs typeface="Arial"/>
              </a:rPr>
              <a:t>oure</a:t>
            </a:r>
            <a:r>
              <a:rPr lang="en-US" baseline="30000" dirty="0">
                <a:solidFill>
                  <a:srgbClr val="EAECF0"/>
                </a:solidFill>
                <a:latin typeface="Arial"/>
                <a:ea typeface="Arial"/>
                <a:cs typeface="Arial"/>
              </a:rPr>
              <a:t> </a:t>
            </a:r>
            <a:r>
              <a:rPr lang="en-US" baseline="30000" dirty="0" err="1">
                <a:solidFill>
                  <a:srgbClr val="EAECF0"/>
                </a:solidFill>
                <a:latin typeface="Arial"/>
                <a:ea typeface="Arial"/>
                <a:cs typeface="Arial"/>
              </a:rPr>
              <a:t>Quene</a:t>
            </a:r>
            <a:r>
              <a:rPr lang="en-US" baseline="30000" dirty="0">
                <a:solidFill>
                  <a:srgbClr val="EAECF0"/>
                </a:solidFill>
                <a:latin typeface="Arial"/>
                <a:ea typeface="Arial"/>
                <a:cs typeface="Arial"/>
              </a:rPr>
              <a:t>.</a:t>
            </a:r>
            <a:br>
              <a:rPr lang="en-US" baseline="30000" dirty="0">
                <a:solidFill>
                  <a:srgbClr val="EAECF0"/>
                </a:solidFill>
                <a:latin typeface="Arial"/>
                <a:ea typeface="Arial"/>
                <a:cs typeface="Arial"/>
              </a:rPr>
            </a:b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He </a:t>
            </a:r>
            <a:r>
              <a:rPr lang="en-US" baseline="30000" dirty="0" err="1">
                <a:solidFill>
                  <a:srgbClr val="EAECF0"/>
                </a:solidFill>
                <a:latin typeface="Arial"/>
                <a:ea typeface="Arial"/>
                <a:cs typeface="Arial"/>
              </a:rPr>
              <a:t>mary'd</a:t>
            </a:r>
            <a:r>
              <a:rPr lang="en-US" baseline="30000" dirty="0">
                <a:solidFill>
                  <a:srgbClr val="EAECF0"/>
                </a:solidFill>
                <a:latin typeface="Arial"/>
                <a:ea typeface="Arial"/>
                <a:cs typeface="Arial"/>
              </a:rPr>
              <a:t> was, though children he had none,</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And </a:t>
            </a:r>
            <a:r>
              <a:rPr lang="en-US" baseline="30000" dirty="0" err="1">
                <a:solidFill>
                  <a:srgbClr val="EAECF0"/>
                </a:solidFill>
                <a:latin typeface="Arial"/>
                <a:ea typeface="Arial"/>
                <a:cs typeface="Arial"/>
              </a:rPr>
              <a:t>lyv'd</a:t>
            </a:r>
            <a:r>
              <a:rPr lang="en-US" baseline="30000" dirty="0">
                <a:solidFill>
                  <a:srgbClr val="EAECF0"/>
                </a:solidFill>
                <a:latin typeface="Arial"/>
                <a:ea typeface="Arial"/>
                <a:cs typeface="Arial"/>
              </a:rPr>
              <a:t> </a:t>
            </a:r>
            <a:r>
              <a:rPr lang="en-US" b="0" i="0" baseline="30000" dirty="0">
                <a:solidFill>
                  <a:srgbClr val="EAECF0"/>
                </a:solidFill>
                <a:latin typeface="Arial"/>
                <a:ea typeface="Arial"/>
                <a:cs typeface="Arial"/>
              </a:rPr>
              <a:t>in </a:t>
            </a:r>
            <a:r>
              <a:rPr lang="en-US" baseline="30000" dirty="0">
                <a:solidFill>
                  <a:srgbClr val="EAECF0"/>
                </a:solidFill>
                <a:latin typeface="Arial"/>
                <a:ea typeface="Arial"/>
                <a:cs typeface="Arial"/>
              </a:rPr>
              <a:t>love full </a:t>
            </a:r>
            <a:r>
              <a:rPr lang="en-US" baseline="30000" dirty="0" err="1">
                <a:solidFill>
                  <a:srgbClr val="EAECF0"/>
                </a:solidFill>
                <a:latin typeface="Arial"/>
                <a:ea typeface="Arial"/>
                <a:cs typeface="Arial"/>
              </a:rPr>
              <a:t>thre</a:t>
            </a:r>
            <a:r>
              <a:rPr lang="en-US" baseline="30000" dirty="0">
                <a:solidFill>
                  <a:srgbClr val="EAECF0"/>
                </a:solidFill>
                <a:latin typeface="Arial"/>
                <a:ea typeface="Arial"/>
                <a:cs typeface="Arial"/>
              </a:rPr>
              <a:t> and thirty </a:t>
            </a:r>
            <a:r>
              <a:rPr lang="en-US" baseline="30000" dirty="0" err="1">
                <a:solidFill>
                  <a:srgbClr val="EAECF0"/>
                </a:solidFill>
                <a:latin typeface="Arial"/>
                <a:ea typeface="Arial"/>
                <a:cs typeface="Arial"/>
              </a:rPr>
              <a:t>yeres</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Wyth loyal </a:t>
            </a:r>
            <a:r>
              <a:rPr lang="en-US" baseline="30000" dirty="0" err="1">
                <a:solidFill>
                  <a:srgbClr val="EAECF0"/>
                </a:solidFill>
                <a:latin typeface="Arial"/>
                <a:ea typeface="Arial"/>
                <a:cs typeface="Arial"/>
              </a:rPr>
              <a:t>spowse</a:t>
            </a:r>
            <a:r>
              <a:rPr lang="en-US" baseline="30000" dirty="0">
                <a:solidFill>
                  <a:srgbClr val="EAECF0"/>
                </a:solidFill>
                <a:latin typeface="Arial"/>
                <a:ea typeface="Arial"/>
                <a:cs typeface="Arial"/>
              </a:rPr>
              <a:t>, whose name </a:t>
            </a:r>
            <a:r>
              <a:rPr lang="en-US" baseline="30000" dirty="0" err="1">
                <a:solidFill>
                  <a:srgbClr val="EAECF0"/>
                </a:solidFill>
                <a:latin typeface="Arial"/>
                <a:ea typeface="Arial"/>
                <a:cs typeface="Arial"/>
              </a:rPr>
              <a:t>yclypt</a:t>
            </a:r>
            <a:r>
              <a:rPr lang="en-US" baseline="30000" dirty="0">
                <a:solidFill>
                  <a:srgbClr val="EAECF0"/>
                </a:solidFill>
                <a:latin typeface="Arial"/>
                <a:ea typeface="Arial"/>
                <a:cs typeface="Arial"/>
              </a:rPr>
              <a:t> was JONE,</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Who here </a:t>
            </a:r>
            <a:r>
              <a:rPr lang="en-US" baseline="30000" dirty="0" err="1">
                <a:solidFill>
                  <a:srgbClr val="EAECF0"/>
                </a:solidFill>
                <a:latin typeface="Arial"/>
                <a:ea typeface="Arial"/>
                <a:cs typeface="Arial"/>
              </a:rPr>
              <a:t>entomb'd</a:t>
            </a:r>
            <a:r>
              <a:rPr lang="en-US" baseline="30000" dirty="0">
                <a:solidFill>
                  <a:srgbClr val="EAECF0"/>
                </a:solidFill>
                <a:latin typeface="Arial"/>
                <a:ea typeface="Arial"/>
                <a:cs typeface="Arial"/>
              </a:rPr>
              <a:t> him company now </a:t>
            </a:r>
            <a:r>
              <a:rPr lang="en-US" baseline="30000" dirty="0" err="1">
                <a:solidFill>
                  <a:srgbClr val="EAECF0"/>
                </a:solidFill>
                <a:latin typeface="Arial"/>
                <a:ea typeface="Arial"/>
                <a:cs typeface="Arial"/>
              </a:rPr>
              <a:t>beares</a:t>
            </a:r>
            <a:r>
              <a:rPr lang="en-US" baseline="30000" dirty="0">
                <a:solidFill>
                  <a:srgbClr val="EAECF0"/>
                </a:solidFill>
                <a:latin typeface="Arial"/>
                <a:ea typeface="Arial"/>
                <a:cs typeface="Arial"/>
              </a:rPr>
              <a:t>.</a:t>
            </a:r>
            <a:br>
              <a:rPr lang="en-US" baseline="30000" dirty="0">
                <a:solidFill>
                  <a:srgbClr val="EAECF0"/>
                </a:solidFill>
                <a:latin typeface="Arial"/>
                <a:ea typeface="Arial"/>
                <a:cs typeface="Arial"/>
              </a:rPr>
            </a:b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As he </a:t>
            </a:r>
            <a:r>
              <a:rPr lang="en-US" baseline="30000" dirty="0" err="1">
                <a:solidFill>
                  <a:srgbClr val="EAECF0"/>
                </a:solidFill>
                <a:latin typeface="Arial"/>
                <a:ea typeface="Arial"/>
                <a:cs typeface="Arial"/>
              </a:rPr>
              <a:t>dyd</a:t>
            </a:r>
            <a:r>
              <a:rPr lang="en-US" baseline="30000" dirty="0">
                <a:solidFill>
                  <a:srgbClr val="EAECF0"/>
                </a:solidFill>
                <a:latin typeface="Arial"/>
                <a:ea typeface="Arial"/>
                <a:cs typeface="Arial"/>
              </a:rPr>
              <a:t> </a:t>
            </a:r>
            <a:r>
              <a:rPr lang="en-US" baseline="30000" dirty="0" err="1">
                <a:solidFill>
                  <a:srgbClr val="EAECF0"/>
                </a:solidFill>
                <a:latin typeface="Arial"/>
                <a:ea typeface="Arial"/>
                <a:cs typeface="Arial"/>
              </a:rPr>
              <a:t>lyve</a:t>
            </a:r>
            <a:r>
              <a:rPr lang="en-US" baseline="30000" dirty="0">
                <a:solidFill>
                  <a:srgbClr val="EAECF0"/>
                </a:solidFill>
                <a:latin typeface="Arial"/>
                <a:ea typeface="Arial"/>
                <a:cs typeface="Arial"/>
              </a:rPr>
              <a:t>, so also did he </a:t>
            </a:r>
            <a:r>
              <a:rPr lang="en-US" baseline="30000" dirty="0" err="1">
                <a:solidFill>
                  <a:srgbClr val="EAECF0"/>
                </a:solidFill>
                <a:latin typeface="Arial"/>
                <a:ea typeface="Arial"/>
                <a:cs typeface="Arial"/>
              </a:rPr>
              <a:t>dy</a:t>
            </a:r>
            <a:r>
              <a:rPr lang="en-US" baseline="30000" dirty="0">
                <a:solidFill>
                  <a:srgbClr val="EAECF0"/>
                </a:solidFill>
                <a:latin typeface="Arial"/>
                <a:ea typeface="Arial"/>
                <a:cs typeface="Arial"/>
              </a:rPr>
              <a:t>,</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In </a:t>
            </a:r>
            <a:r>
              <a:rPr lang="en-US" baseline="30000" dirty="0" err="1">
                <a:solidFill>
                  <a:srgbClr val="EAECF0"/>
                </a:solidFill>
                <a:latin typeface="Arial"/>
                <a:ea typeface="Arial"/>
                <a:cs typeface="Arial"/>
              </a:rPr>
              <a:t>myld</a:t>
            </a:r>
            <a:r>
              <a:rPr lang="en-US" baseline="30000" dirty="0">
                <a:solidFill>
                  <a:srgbClr val="EAECF0"/>
                </a:solidFill>
                <a:latin typeface="Arial"/>
                <a:ea typeface="Arial"/>
                <a:cs typeface="Arial"/>
              </a:rPr>
              <a:t> and </a:t>
            </a:r>
            <a:r>
              <a:rPr lang="en-US" baseline="30000" dirty="0" err="1">
                <a:solidFill>
                  <a:srgbClr val="EAECF0"/>
                </a:solidFill>
                <a:latin typeface="Arial"/>
                <a:ea typeface="Arial"/>
                <a:cs typeface="Arial"/>
              </a:rPr>
              <a:t>quyet</a:t>
            </a:r>
            <a:r>
              <a:rPr lang="en-US" baseline="30000" dirty="0">
                <a:solidFill>
                  <a:srgbClr val="EAECF0"/>
                </a:solidFill>
                <a:latin typeface="Arial"/>
                <a:ea typeface="Arial"/>
                <a:cs typeface="Arial"/>
              </a:rPr>
              <a:t> sort (O happy man!)</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To God </a:t>
            </a:r>
            <a:r>
              <a:rPr lang="en-US" baseline="30000" dirty="0" err="1">
                <a:solidFill>
                  <a:srgbClr val="EAECF0"/>
                </a:solidFill>
                <a:latin typeface="Arial"/>
                <a:ea typeface="Arial"/>
                <a:cs typeface="Arial"/>
              </a:rPr>
              <a:t>ful</a:t>
            </a:r>
            <a:r>
              <a:rPr lang="en-US" baseline="30000" dirty="0">
                <a:solidFill>
                  <a:srgbClr val="EAECF0"/>
                </a:solidFill>
                <a:latin typeface="Arial"/>
                <a:ea typeface="Arial"/>
                <a:cs typeface="Arial"/>
              </a:rPr>
              <a:t> oft for mercy did he cry,</a:t>
            </a:r>
            <a:br>
              <a:rPr lang="en-US" baseline="30000" dirty="0">
                <a:solidFill>
                  <a:srgbClr val="EAECF0"/>
                </a:solidFill>
                <a:latin typeface="Arial"/>
                <a:ea typeface="Arial"/>
                <a:cs typeface="Arial"/>
              </a:rPr>
            </a:br>
            <a:r>
              <a:rPr lang="en-US" baseline="30000" dirty="0">
                <a:solidFill>
                  <a:srgbClr val="EAECF0"/>
                </a:solidFill>
                <a:latin typeface="Arial"/>
                <a:ea typeface="Arial"/>
                <a:cs typeface="Arial"/>
              </a:rPr>
              <a:t>Wherefore he </a:t>
            </a:r>
            <a:r>
              <a:rPr lang="en-US" baseline="30000" dirty="0" err="1">
                <a:solidFill>
                  <a:srgbClr val="EAECF0"/>
                </a:solidFill>
                <a:latin typeface="Arial"/>
                <a:ea typeface="Arial"/>
                <a:cs typeface="Arial"/>
              </a:rPr>
              <a:t>lyves</a:t>
            </a:r>
            <a:r>
              <a:rPr lang="en-US" baseline="30000" dirty="0">
                <a:solidFill>
                  <a:srgbClr val="EAECF0"/>
                </a:solidFill>
                <a:latin typeface="Arial"/>
                <a:ea typeface="Arial"/>
                <a:cs typeface="Arial"/>
              </a:rPr>
              <a:t>, let </a:t>
            </a:r>
            <a:r>
              <a:rPr lang="en-US" baseline="30000" dirty="0" err="1">
                <a:solidFill>
                  <a:srgbClr val="EAECF0"/>
                </a:solidFill>
                <a:latin typeface="Arial"/>
                <a:ea typeface="Arial"/>
                <a:cs typeface="Arial"/>
              </a:rPr>
              <a:t>deth</a:t>
            </a:r>
            <a:r>
              <a:rPr lang="en-US" baseline="30000" dirty="0">
                <a:solidFill>
                  <a:srgbClr val="EAECF0"/>
                </a:solidFill>
                <a:latin typeface="Arial"/>
                <a:ea typeface="Arial"/>
                <a:cs typeface="Arial"/>
              </a:rPr>
              <a:t> do what he can.</a:t>
            </a:r>
            <a:endParaRPr lang="en-US" baseline="30000" dirty="0">
              <a:solidFill>
                <a:srgbClr val="FFFFFF"/>
              </a:solidFill>
              <a:latin typeface="Arial"/>
              <a:ea typeface="Arial"/>
              <a:cs typeface="Arial"/>
            </a:endParaRPr>
          </a:p>
          <a:p>
            <a:r>
              <a:rPr lang="en-US" baseline="30000" dirty="0">
                <a:solidFill>
                  <a:srgbClr val="EAECF0"/>
                </a:solidFill>
                <a:latin typeface="Arial"/>
                <a:ea typeface="Arial"/>
                <a:cs typeface="Arial"/>
              </a:rPr>
              <a:t>On learning of Tallis' death, William Byrd wrote </a:t>
            </a:r>
            <a:r>
              <a:rPr lang="en-US" i="1" baseline="30000" dirty="0">
                <a:solidFill>
                  <a:srgbClr val="88A3E8"/>
                </a:solidFill>
                <a:latin typeface="Arial"/>
                <a:ea typeface="Arial"/>
                <a:cs typeface="Arial"/>
                <a:hlinkClick r:id="rId2"/>
              </a:rPr>
              <a:t>Ye Sacred Muses</a:t>
            </a:r>
            <a:r>
              <a:rPr lang="en-US" baseline="30000" dirty="0">
                <a:solidFill>
                  <a:srgbClr val="EAECF0"/>
                </a:solidFill>
                <a:latin typeface="Arial"/>
                <a:ea typeface="Arial"/>
                <a:cs typeface="Arial"/>
              </a:rPr>
              <a:t>, his musical elegy to </a:t>
            </a:r>
            <a:r>
              <a:rPr lang="en-US" b="0" i="0" baseline="30000" dirty="0">
                <a:solidFill>
                  <a:srgbClr val="EAECF0"/>
                </a:solidFill>
                <a:latin typeface="Arial"/>
                <a:ea typeface="Arial"/>
                <a:cs typeface="Arial"/>
              </a:rPr>
              <a:t>his</a:t>
            </a:r>
            <a:r>
              <a:rPr lang="en-US" baseline="30000" dirty="0">
                <a:solidFill>
                  <a:srgbClr val="EAECF0"/>
                </a:solidFill>
                <a:latin typeface="Arial"/>
                <a:ea typeface="Arial"/>
                <a:cs typeface="Arial"/>
              </a:rPr>
              <a:t> colleague and mentor. Tallis' widow Joan, whose will is dated 12 June 1587, survived him by nearly four years</a:t>
            </a:r>
            <a:r>
              <a:rPr lang="en-US" sz="800" baseline="30000" dirty="0">
                <a:solidFill>
                  <a:srgbClr val="88A3E8"/>
                </a:solidFill>
                <a:latin typeface="Arial"/>
                <a:ea typeface="Arial"/>
                <a:cs typeface="Arial"/>
                <a:hlinkClick r:id="rId3">
                  <a:extLst>
                    <a:ext uri="{A12FA001-AC4F-418D-AE19-62706E023703}">
                      <ahyp:hlinkClr xmlns:ahyp="http://schemas.microsoft.com/office/drawing/2018/hyperlinkcolor" val="tx"/>
                    </a:ext>
                  </a:extLst>
                </a:hlinkClick>
              </a:rPr>
              <a:t>[11][</a:t>
            </a:r>
            <a:r>
              <a:rPr lang="en-US" sz="800" baseline="30000" dirty="0">
                <a:solidFill>
                  <a:srgbClr val="88A3E8"/>
                </a:solidFill>
                <a:latin typeface="Arial"/>
                <a:ea typeface="Arial"/>
                <a:cs typeface="Arial"/>
                <a:hlinkClick r:id="rId3"/>
              </a:rPr>
              <a:t>22</a:t>
            </a:r>
            <a:r>
              <a:rPr lang="en-US" sz="800" b="0" i="0" u="none" strike="noStrike" baseline="30000" dirty="0">
                <a:solidFill>
                  <a:srgbClr val="88A3E8"/>
                </a:solidFill>
                <a:latin typeface="Arial"/>
                <a:ea typeface="Arial"/>
                <a:cs typeface="Arial"/>
                <a:hlinkClick r:id="rId3">
                  <a:extLst>
                    <a:ext uri="{A12FA001-AC4F-418D-AE19-62706E023703}">
                      <ahyp:hlinkClr xmlns:ahyp="http://schemas.microsoft.com/office/drawing/2018/hyperlinkcolor" val="tx"/>
                    </a:ext>
                  </a:extLst>
                </a:hlinkClick>
              </a:rPr>
              <a:t>]</a:t>
            </a:r>
            <a:r>
              <a:rPr lang="en-US" b="0" i="0" baseline="30000" dirty="0">
                <a:solidFill>
                  <a:srgbClr val="EAECF0"/>
                </a:solidFill>
                <a:latin typeface="Arial"/>
                <a:ea typeface="Arial"/>
                <a:cs typeface="Arial"/>
              </a:rPr>
              <a:t> </a:t>
            </a:r>
            <a:r>
              <a:rPr lang="en-US" baseline="30000" dirty="0">
                <a:solidFill>
                  <a:srgbClr val="EAECF0"/>
                </a:solidFill>
                <a:latin typeface="Arial"/>
                <a:ea typeface="Arial"/>
                <a:cs typeface="Arial"/>
              </a:rPr>
              <a:t>and spent the rest of her life in the care of Richard Cranwell, </a:t>
            </a:r>
            <a:r>
              <a:rPr lang="en-US" b="0" i="0" baseline="30000" dirty="0">
                <a:solidFill>
                  <a:srgbClr val="EAECF0"/>
                </a:solidFill>
                <a:latin typeface="Arial"/>
                <a:ea typeface="Arial"/>
                <a:cs typeface="Arial"/>
              </a:rPr>
              <a:t>a </a:t>
            </a:r>
            <a:r>
              <a:rPr lang="en-US" baseline="30000" dirty="0">
                <a:solidFill>
                  <a:srgbClr val="EAECF0"/>
                </a:solidFill>
                <a:latin typeface="Arial"/>
                <a:ea typeface="Arial"/>
                <a:cs typeface="Arial"/>
              </a:rPr>
              <a:t>gentleman of </a:t>
            </a:r>
            <a:r>
              <a:rPr lang="en-US" b="0" i="0" baseline="30000" dirty="0">
                <a:solidFill>
                  <a:srgbClr val="EAECF0"/>
                </a:solidFill>
                <a:latin typeface="Arial"/>
                <a:ea typeface="Arial"/>
                <a:cs typeface="Arial"/>
              </a:rPr>
              <a:t>the </a:t>
            </a:r>
            <a:r>
              <a:rPr lang="en-US" baseline="30000" dirty="0">
                <a:solidFill>
                  <a:srgbClr val="EAECF0"/>
                </a:solidFill>
                <a:latin typeface="Arial"/>
                <a:ea typeface="Arial"/>
                <a:cs typeface="Arial"/>
              </a:rPr>
              <a:t>Chapel Royal</a:t>
            </a:r>
            <a:r>
              <a:rPr lang="en-US" b="0" i="0" baseline="30000" dirty="0">
                <a:solidFill>
                  <a:srgbClr val="EAECF0"/>
                </a:solidFill>
                <a:latin typeface="Arial"/>
                <a:ea typeface="Arial"/>
                <a:cs typeface="Arial"/>
              </a:rPr>
              <a:t>.</a:t>
            </a:r>
            <a:r>
              <a:rPr lang="en-US" sz="800" b="0" i="0" u="none" strike="noStrike" baseline="30000" dirty="0">
                <a:solidFill>
                  <a:srgbClr val="88A3E8"/>
                </a:solidFill>
                <a:latin typeface="Arial"/>
                <a:ea typeface="Arial"/>
                <a:cs typeface="Arial"/>
                <a:hlinkClick r:id="rId4"/>
              </a:rPr>
              <a:t>[</a:t>
            </a:r>
            <a:r>
              <a:rPr lang="en-US" sz="800" baseline="30000" dirty="0">
                <a:solidFill>
                  <a:srgbClr val="88A3E8"/>
                </a:solidFill>
                <a:latin typeface="Arial"/>
                <a:ea typeface="Arial"/>
                <a:cs typeface="Arial"/>
                <a:hlinkClick r:id="rId4"/>
              </a:rPr>
              <a:t>25]</a:t>
            </a:r>
            <a:r>
              <a:rPr lang="en-US" baseline="30000" dirty="0">
                <a:solidFill>
                  <a:srgbClr val="EAECF0"/>
                </a:solidFill>
                <a:latin typeface="Arial"/>
                <a:ea typeface="Arial"/>
                <a:cs typeface="Arial"/>
              </a:rPr>
              <a:t> Anthony Roper received Tallis' gilt cup in Joan's will for the "good </a:t>
            </a:r>
            <a:r>
              <a:rPr lang="en-US" baseline="30000" dirty="0" err="1">
                <a:solidFill>
                  <a:srgbClr val="EAECF0"/>
                </a:solidFill>
                <a:latin typeface="Arial"/>
                <a:ea typeface="Arial"/>
                <a:cs typeface="Arial"/>
              </a:rPr>
              <a:t>favours</a:t>
            </a:r>
            <a:r>
              <a:rPr lang="en-US" baseline="30000" dirty="0">
                <a:solidFill>
                  <a:srgbClr val="EAECF0"/>
                </a:solidFill>
                <a:latin typeface="Arial"/>
                <a:ea typeface="Arial"/>
                <a:cs typeface="Arial"/>
              </a:rPr>
              <a:t> showed to [her] late husband"</a:t>
            </a:r>
            <a:r>
              <a:rPr lang="en-US" sz="800" baseline="30000" dirty="0">
                <a:solidFill>
                  <a:srgbClr val="88A3E8"/>
                </a:solidFill>
                <a:latin typeface="Arial"/>
                <a:ea typeface="Arial"/>
                <a:cs typeface="Arial"/>
                <a:hlinkClick r:id="rId5"/>
              </a:rPr>
              <a:t>[37][25</a:t>
            </a:r>
            <a:r>
              <a:rPr lang="en-US" sz="800" b="0" i="0" u="none" strike="noStrike" baseline="30000" dirty="0">
                <a:solidFill>
                  <a:srgbClr val="88A3E8"/>
                </a:solidFill>
                <a:latin typeface="Arial"/>
                <a:ea typeface="Arial"/>
                <a:cs typeface="Arial"/>
                <a:hlinkClick r:id="rId5"/>
              </a:rPr>
              <a:t>]</a:t>
            </a:r>
            <a:r>
              <a:rPr lang="en-US" baseline="30000" dirty="0">
                <a:solidFill>
                  <a:srgbClr val="EAECF0"/>
                </a:solidFill>
                <a:latin typeface="Arial"/>
                <a:ea typeface="Arial"/>
                <a:cs typeface="Arial"/>
              </a:rPr>
              <a:t> and</a:t>
            </a:r>
            <a:endParaRPr lang="en-US" dirty="0"/>
          </a:p>
          <a:p>
            <a:endParaRPr lang="en-US" sz="4800" dirty="0">
              <a:solidFill>
                <a:srgbClr val="EAECF0"/>
              </a:solidFill>
              <a:latin typeface="Arial"/>
              <a:cs typeface="Arial"/>
            </a:endParaRPr>
          </a:p>
        </p:txBody>
      </p:sp>
    </p:spTree>
    <p:extLst>
      <p:ext uri="{BB962C8B-B14F-4D97-AF65-F5344CB8AC3E}">
        <p14:creationId xmlns:p14="http://schemas.microsoft.com/office/powerpoint/2010/main" val="36452418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D1444F-2D4C-ECD0-EED2-3E6D2D0413B5}"/>
              </a:ext>
            </a:extLst>
          </p:cNvPr>
          <p:cNvSpPr>
            <a:spLocks noGrp="1"/>
          </p:cNvSpPr>
          <p:nvPr>
            <p:ph type="title"/>
          </p:nvPr>
        </p:nvSpPr>
        <p:spPr/>
        <p:txBody>
          <a:bodyPr/>
          <a:lstStyle/>
          <a:p>
            <a:r>
              <a:rPr lang="de-DE" dirty="0"/>
              <a:t>Works</a:t>
            </a:r>
          </a:p>
        </p:txBody>
      </p:sp>
      <p:sp>
        <p:nvSpPr>
          <p:cNvPr id="3" name="Inhaltsplatzhalter 2">
            <a:extLst>
              <a:ext uri="{FF2B5EF4-FFF2-40B4-BE49-F238E27FC236}">
                <a16:creationId xmlns:a16="http://schemas.microsoft.com/office/drawing/2014/main" id="{7648993A-7412-79DD-9D7E-975441BBA300}"/>
              </a:ext>
            </a:extLst>
          </p:cNvPr>
          <p:cNvSpPr>
            <a:spLocks noGrp="1"/>
          </p:cNvSpPr>
          <p:nvPr>
            <p:ph idx="1"/>
          </p:nvPr>
        </p:nvSpPr>
        <p:spPr/>
        <p:txBody>
          <a:bodyPr vert="horz" lIns="91440" tIns="45720" rIns="91440" bIns="45720" rtlCol="0" anchor="t">
            <a:normAutofit/>
          </a:bodyPr>
          <a:lstStyle/>
          <a:p>
            <a:r>
              <a:rPr lang="de-DE" dirty="0">
                <a:hlinkClick r:id="rId4"/>
              </a:rPr>
              <a:t>List of compositions by Thomas Tallis</a:t>
            </a:r>
            <a:endParaRPr lang="de-DE"/>
          </a:p>
        </p:txBody>
      </p:sp>
      <p:pic>
        <p:nvPicPr>
          <p:cNvPr id="4" name="The Tudor Consort - Fac me vere tecum flere">
            <a:hlinkClick r:id="" action="ppaction://media"/>
            <a:extLst>
              <a:ext uri="{FF2B5EF4-FFF2-40B4-BE49-F238E27FC236}">
                <a16:creationId xmlns:a16="http://schemas.microsoft.com/office/drawing/2014/main" id="{35F215C9-F063-5F59-2E06-DDAAE388A81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373069" y="3000555"/>
            <a:ext cx="10826089" cy="2725947"/>
          </a:xfrm>
          <a:prstGeom prst="rect">
            <a:avLst/>
          </a:prstGeom>
        </p:spPr>
      </p:pic>
    </p:spTree>
    <p:extLst>
      <p:ext uri="{BB962C8B-B14F-4D97-AF65-F5344CB8AC3E}">
        <p14:creationId xmlns:p14="http://schemas.microsoft.com/office/powerpoint/2010/main" val="19018994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86193C-26AC-546E-977C-E935725C45F4}"/>
              </a:ext>
            </a:extLst>
          </p:cNvPr>
          <p:cNvSpPr>
            <a:spLocks noGrp="1"/>
          </p:cNvSpPr>
          <p:nvPr>
            <p:ph type="title"/>
          </p:nvPr>
        </p:nvSpPr>
        <p:spPr/>
        <p:txBody>
          <a:bodyPr/>
          <a:lstStyle/>
          <a:p>
            <a:r>
              <a:rPr lang="de-DE" sz="4000">
                <a:solidFill>
                  <a:srgbClr val="F8F9FA"/>
                </a:solidFill>
                <a:ea typeface="+mj-lt"/>
                <a:cs typeface="+mj-lt"/>
              </a:rPr>
              <a:t>Early </a:t>
            </a:r>
            <a:r>
              <a:rPr lang="de-DE" sz="4000" err="1">
                <a:solidFill>
                  <a:srgbClr val="F8F9FA"/>
                </a:solidFill>
                <a:ea typeface="+mj-lt"/>
                <a:cs typeface="+mj-lt"/>
              </a:rPr>
              <a:t>works</a:t>
            </a:r>
            <a:r>
              <a:rPr lang="de-DE" sz="4000">
                <a:solidFill>
                  <a:srgbClr val="F8F9FA"/>
                </a:solidFill>
                <a:ea typeface="+mj-lt"/>
                <a:cs typeface="+mj-lt"/>
              </a:rPr>
              <a:t> and </a:t>
            </a:r>
            <a:r>
              <a:rPr lang="de-DE" sz="4000" err="1">
                <a:solidFill>
                  <a:srgbClr val="F8F9FA"/>
                </a:solidFill>
                <a:ea typeface="+mj-lt"/>
                <a:cs typeface="+mj-lt"/>
              </a:rPr>
              <a:t>Gaude</a:t>
            </a:r>
            <a:r>
              <a:rPr lang="de-DE" sz="4000" dirty="0">
                <a:solidFill>
                  <a:srgbClr val="F8F9FA"/>
                </a:solidFill>
                <a:ea typeface="+mj-lt"/>
                <a:cs typeface="+mj-lt"/>
              </a:rPr>
              <a:t> </a:t>
            </a:r>
            <a:r>
              <a:rPr lang="de-DE" sz="4000" err="1">
                <a:solidFill>
                  <a:srgbClr val="F8F9FA"/>
                </a:solidFill>
                <a:ea typeface="+mj-lt"/>
                <a:cs typeface="+mj-lt"/>
              </a:rPr>
              <a:t>Gloriosa</a:t>
            </a:r>
            <a:endParaRPr lang="de-DE" sz="4000"/>
          </a:p>
        </p:txBody>
      </p:sp>
      <p:sp>
        <p:nvSpPr>
          <p:cNvPr id="3" name="Inhaltsplatzhalter 2">
            <a:extLst>
              <a:ext uri="{FF2B5EF4-FFF2-40B4-BE49-F238E27FC236}">
                <a16:creationId xmlns:a16="http://schemas.microsoft.com/office/drawing/2014/main" id="{5881E580-0594-C198-BAA7-ED360E615183}"/>
              </a:ext>
            </a:extLst>
          </p:cNvPr>
          <p:cNvSpPr>
            <a:spLocks noGrp="1"/>
          </p:cNvSpPr>
          <p:nvPr>
            <p:ph idx="1"/>
          </p:nvPr>
        </p:nvSpPr>
        <p:spPr>
          <a:xfrm>
            <a:off x="1587710" y="1252340"/>
            <a:ext cx="9486690" cy="4833828"/>
          </a:xfrm>
        </p:spPr>
        <p:txBody>
          <a:bodyPr vert="horz" lIns="91440" tIns="45720" rIns="91440" bIns="45720" rtlCol="0" anchor="t">
            <a:normAutofit lnSpcReduction="10000"/>
          </a:bodyPr>
          <a:lstStyle/>
          <a:p>
            <a:r>
              <a:rPr lang="de-DE" sz="1200" dirty="0">
                <a:solidFill>
                  <a:srgbClr val="EAECF0"/>
                </a:solidFill>
                <a:ea typeface="+mn-lt"/>
                <a:cs typeface="+mn-lt"/>
              </a:rPr>
              <a:t>The </a:t>
            </a:r>
            <a:r>
              <a:rPr lang="de-DE" sz="1200" dirty="0" err="1">
                <a:solidFill>
                  <a:srgbClr val="EAECF0"/>
                </a:solidFill>
                <a:ea typeface="+mn-lt"/>
                <a:cs typeface="+mn-lt"/>
              </a:rPr>
              <a:t>earliest</a:t>
            </a:r>
            <a:r>
              <a:rPr lang="de-DE" sz="1200" dirty="0">
                <a:solidFill>
                  <a:srgbClr val="EAECF0"/>
                </a:solidFill>
                <a:ea typeface="+mn-lt"/>
                <a:cs typeface="+mn-lt"/>
              </a:rPr>
              <a:t> </a:t>
            </a:r>
            <a:r>
              <a:rPr lang="de-DE" sz="1200" dirty="0" err="1">
                <a:solidFill>
                  <a:srgbClr val="EAECF0"/>
                </a:solidFill>
                <a:ea typeface="+mn-lt"/>
                <a:cs typeface="+mn-lt"/>
              </a:rPr>
              <a:t>surviving</a:t>
            </a:r>
            <a:r>
              <a:rPr lang="de-DE" sz="1200" dirty="0">
                <a:solidFill>
                  <a:srgbClr val="EAECF0"/>
                </a:solidFill>
                <a:ea typeface="+mn-lt"/>
                <a:cs typeface="+mn-lt"/>
              </a:rPr>
              <a:t>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Tallis </a:t>
            </a:r>
            <a:r>
              <a:rPr lang="de-DE" sz="1200" dirty="0" err="1">
                <a:solidFill>
                  <a:srgbClr val="EAECF0"/>
                </a:solidFill>
                <a:ea typeface="+mn-lt"/>
                <a:cs typeface="+mn-lt"/>
              </a:rPr>
              <a:t>are</a:t>
            </a:r>
            <a:r>
              <a:rPr lang="de-DE" sz="1200" dirty="0">
                <a:solidFill>
                  <a:srgbClr val="EAECF0"/>
                </a:solidFill>
                <a:ea typeface="+mn-lt"/>
                <a:cs typeface="+mn-lt"/>
              </a:rPr>
              <a:t> </a:t>
            </a:r>
            <a:r>
              <a:rPr lang="de-DE" sz="1200" i="1" dirty="0" err="1">
                <a:solidFill>
                  <a:srgbClr val="EAECF0"/>
                </a:solidFill>
                <a:ea typeface="+mn-lt"/>
                <a:cs typeface="+mn-lt"/>
              </a:rPr>
              <a:t>Alleluia</a:t>
            </a:r>
            <a:r>
              <a:rPr lang="de-DE" sz="1200" i="1" dirty="0">
                <a:solidFill>
                  <a:srgbClr val="EAECF0"/>
                </a:solidFill>
                <a:ea typeface="+mn-lt"/>
                <a:cs typeface="+mn-lt"/>
              </a:rPr>
              <a:t>: Ora pro nobis</a:t>
            </a:r>
            <a:r>
              <a:rPr lang="de-DE" sz="1200" dirty="0">
                <a:solidFill>
                  <a:srgbClr val="EAECF0"/>
                </a:solidFill>
                <a:ea typeface="+mn-lt"/>
                <a:cs typeface="+mn-lt"/>
              </a:rPr>
              <a:t>, </a:t>
            </a:r>
            <a:r>
              <a:rPr lang="de-DE" sz="1200" i="1" dirty="0" err="1">
                <a:solidFill>
                  <a:srgbClr val="EAECF0"/>
                </a:solidFill>
                <a:ea typeface="+mn-lt"/>
                <a:cs typeface="+mn-lt"/>
              </a:rPr>
              <a:t>Euge</a:t>
            </a:r>
            <a:r>
              <a:rPr lang="de-DE" sz="1200" i="1" dirty="0">
                <a:solidFill>
                  <a:srgbClr val="EAECF0"/>
                </a:solidFill>
                <a:ea typeface="+mn-lt"/>
                <a:cs typeface="+mn-lt"/>
              </a:rPr>
              <a:t> </a:t>
            </a:r>
            <a:r>
              <a:rPr lang="de-DE" sz="1200" i="1" dirty="0" err="1">
                <a:solidFill>
                  <a:srgbClr val="EAECF0"/>
                </a:solidFill>
                <a:ea typeface="+mn-lt"/>
                <a:cs typeface="+mn-lt"/>
              </a:rPr>
              <a:t>Caeli</a:t>
            </a:r>
            <a:r>
              <a:rPr lang="de-DE" sz="1200" i="1" dirty="0">
                <a:solidFill>
                  <a:srgbClr val="EAECF0"/>
                </a:solidFill>
                <a:ea typeface="+mn-lt"/>
                <a:cs typeface="+mn-lt"/>
              </a:rPr>
              <a:t> Porta</a:t>
            </a:r>
            <a:r>
              <a:rPr lang="de-DE" sz="1200" dirty="0">
                <a:solidFill>
                  <a:srgbClr val="EAECF0"/>
                </a:solidFill>
                <a:ea typeface="+mn-lt"/>
                <a:cs typeface="+mn-lt"/>
              </a:rPr>
              <a:t>, </a:t>
            </a:r>
            <a:r>
              <a:rPr lang="de-DE" sz="1200" i="1" dirty="0">
                <a:solidFill>
                  <a:srgbClr val="EAECF0"/>
                </a:solidFill>
                <a:ea typeface="+mn-lt"/>
                <a:cs typeface="+mn-lt"/>
              </a:rPr>
              <a:t>Magnificat </a:t>
            </a:r>
            <a:r>
              <a:rPr lang="de-DE" sz="1200" i="1" dirty="0" err="1">
                <a:solidFill>
                  <a:srgbClr val="EAECF0"/>
                </a:solidFill>
                <a:ea typeface="+mn-lt"/>
                <a:cs typeface="+mn-lt"/>
              </a:rPr>
              <a:t>for</a:t>
            </a:r>
            <a:r>
              <a:rPr lang="de-DE" sz="1200" i="1" dirty="0">
                <a:solidFill>
                  <a:srgbClr val="EAECF0"/>
                </a:solidFill>
                <a:ea typeface="+mn-lt"/>
                <a:cs typeface="+mn-lt"/>
              </a:rPr>
              <a:t> </a:t>
            </a:r>
            <a:r>
              <a:rPr lang="de-DE" sz="1200" i="1" dirty="0" err="1">
                <a:solidFill>
                  <a:srgbClr val="EAECF0"/>
                </a:solidFill>
                <a:ea typeface="+mn-lt"/>
                <a:cs typeface="+mn-lt"/>
              </a:rPr>
              <a:t>four</a:t>
            </a:r>
            <a:r>
              <a:rPr lang="de-DE" sz="1200" i="1" dirty="0">
                <a:solidFill>
                  <a:srgbClr val="EAECF0"/>
                </a:solidFill>
                <a:ea typeface="+mn-lt"/>
                <a:cs typeface="+mn-lt"/>
              </a:rPr>
              <a:t> </a:t>
            </a:r>
            <a:r>
              <a:rPr lang="de-DE" sz="1200" i="1" dirty="0" err="1">
                <a:solidFill>
                  <a:srgbClr val="EAECF0"/>
                </a:solidFill>
                <a:ea typeface="+mn-lt"/>
                <a:cs typeface="+mn-lt"/>
              </a:rPr>
              <a:t>voices</a:t>
            </a:r>
            <a:r>
              <a:rPr lang="de-DE" sz="1200" dirty="0">
                <a:solidFill>
                  <a:srgbClr val="EAECF0"/>
                </a:solidFill>
                <a:ea typeface="+mn-lt"/>
                <a:cs typeface="+mn-lt"/>
              </a:rPr>
              <a:t>,</a:t>
            </a:r>
            <a:r>
              <a:rPr lang="de-DE" sz="1000" baseline="30000" dirty="0">
                <a:solidFill>
                  <a:srgbClr val="88A3E8"/>
                </a:solidFill>
                <a:ea typeface="+mn-lt"/>
                <a:cs typeface="+mn-lt"/>
                <a:hlinkClick r:id="rId2"/>
              </a:rPr>
              <a:t>[45]</a:t>
            </a:r>
            <a:r>
              <a:rPr lang="de-DE" sz="1200" dirty="0">
                <a:solidFill>
                  <a:srgbClr val="EAECF0"/>
                </a:solidFill>
                <a:ea typeface="+mn-lt"/>
                <a:cs typeface="+mn-lt"/>
              </a:rPr>
              <a:t> and </a:t>
            </a:r>
            <a:r>
              <a:rPr lang="de-DE" sz="1200" dirty="0" err="1">
                <a:solidFill>
                  <a:srgbClr val="EAECF0"/>
                </a:solidFill>
                <a:ea typeface="+mn-lt"/>
                <a:cs typeface="+mn-lt"/>
              </a:rPr>
              <a:t>three</a:t>
            </a:r>
            <a:r>
              <a:rPr lang="de-DE" sz="1200" dirty="0">
                <a:solidFill>
                  <a:srgbClr val="EAECF0"/>
                </a:solidFill>
                <a:ea typeface="+mn-lt"/>
                <a:cs typeface="+mn-lt"/>
              </a:rPr>
              <a:t> devotional </a:t>
            </a:r>
            <a:r>
              <a:rPr lang="de-DE" sz="1200" dirty="0">
                <a:solidFill>
                  <a:srgbClr val="88A3E8"/>
                </a:solidFill>
                <a:ea typeface="+mn-lt"/>
                <a:cs typeface="+mn-lt"/>
                <a:hlinkClick r:id="rId3"/>
              </a:rPr>
              <a:t>antiphons</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4"/>
              </a:rPr>
              <a:t>Virgin Mary</a:t>
            </a:r>
            <a:r>
              <a:rPr lang="de-DE" sz="1200" dirty="0">
                <a:solidFill>
                  <a:srgbClr val="EAECF0"/>
                </a:solidFill>
                <a:ea typeface="+mn-lt"/>
                <a:cs typeface="+mn-lt"/>
              </a:rPr>
              <a:t>: </a:t>
            </a:r>
            <a:r>
              <a:rPr lang="de-DE" sz="1200" i="1" dirty="0">
                <a:solidFill>
                  <a:srgbClr val="EAECF0"/>
                </a:solidFill>
                <a:ea typeface="+mn-lt"/>
                <a:cs typeface="+mn-lt"/>
              </a:rPr>
              <a:t>Salve </a:t>
            </a:r>
            <a:r>
              <a:rPr lang="de-DE" sz="1200" i="1" dirty="0" err="1">
                <a:solidFill>
                  <a:srgbClr val="EAECF0"/>
                </a:solidFill>
                <a:ea typeface="+mn-lt"/>
                <a:cs typeface="+mn-lt"/>
              </a:rPr>
              <a:t>intemerata</a:t>
            </a:r>
            <a:r>
              <a:rPr lang="de-DE" sz="1200" dirty="0">
                <a:solidFill>
                  <a:srgbClr val="EAECF0"/>
                </a:solidFill>
                <a:ea typeface="+mn-lt"/>
                <a:cs typeface="+mn-lt"/>
              </a:rPr>
              <a:t>, a </a:t>
            </a:r>
            <a:r>
              <a:rPr lang="de-DE" sz="1200" dirty="0" err="1">
                <a:solidFill>
                  <a:srgbClr val="EAECF0"/>
                </a:solidFill>
                <a:ea typeface="+mn-lt"/>
                <a:cs typeface="+mn-lt"/>
              </a:rPr>
              <a:t>precocious</a:t>
            </a:r>
            <a:r>
              <a:rPr lang="de-DE" sz="1200" dirty="0">
                <a:solidFill>
                  <a:srgbClr val="EAECF0"/>
                </a:solidFill>
                <a:ea typeface="+mn-lt"/>
                <a:cs typeface="+mn-lt"/>
              </a:rPr>
              <a:t> </a:t>
            </a:r>
            <a:r>
              <a:rPr lang="de-DE" sz="1200" dirty="0" err="1">
                <a:solidFill>
                  <a:srgbClr val="EAECF0"/>
                </a:solidFill>
                <a:ea typeface="+mn-lt"/>
                <a:cs typeface="+mn-lt"/>
              </a:rPr>
              <a:t>work</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Tallis,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oldest</a:t>
            </a:r>
            <a:r>
              <a:rPr lang="de-DE" sz="1200" dirty="0">
                <a:solidFill>
                  <a:srgbClr val="EAECF0"/>
                </a:solidFill>
                <a:ea typeface="+mn-lt"/>
                <a:cs typeface="+mn-lt"/>
              </a:rPr>
              <a:t> </a:t>
            </a:r>
            <a:r>
              <a:rPr lang="de-DE" sz="1200" dirty="0" err="1">
                <a:solidFill>
                  <a:srgbClr val="EAECF0"/>
                </a:solidFill>
                <a:ea typeface="+mn-lt"/>
                <a:cs typeface="+mn-lt"/>
              </a:rPr>
              <a:t>manuscript</a:t>
            </a:r>
            <a:r>
              <a:rPr lang="de-DE" sz="1200" dirty="0">
                <a:solidFill>
                  <a:srgbClr val="EAECF0"/>
                </a:solidFill>
                <a:ea typeface="+mn-lt"/>
                <a:cs typeface="+mn-lt"/>
              </a:rPr>
              <a:t> </a:t>
            </a:r>
            <a:r>
              <a:rPr lang="de-DE" sz="1200" dirty="0" err="1">
                <a:solidFill>
                  <a:srgbClr val="EAECF0"/>
                </a:solidFill>
                <a:ea typeface="+mn-lt"/>
                <a:cs typeface="+mn-lt"/>
              </a:rPr>
              <a:t>dating</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1520s (London, British Library, Ms. Harley 1709);</a:t>
            </a:r>
            <a:r>
              <a:rPr lang="de-DE" sz="1000" baseline="30000" dirty="0">
                <a:solidFill>
                  <a:srgbClr val="88A3E8"/>
                </a:solidFill>
                <a:ea typeface="+mn-lt"/>
                <a:cs typeface="+mn-lt"/>
                <a:hlinkClick r:id="rId5"/>
              </a:rPr>
              <a:t>[46]</a:t>
            </a:r>
            <a:r>
              <a:rPr lang="de-DE" sz="1000" baseline="30000" dirty="0">
                <a:solidFill>
                  <a:srgbClr val="88A3E8"/>
                </a:solidFill>
                <a:ea typeface="+mn-lt"/>
                <a:cs typeface="+mn-lt"/>
                <a:hlinkClick r:id="rId6"/>
              </a:rPr>
              <a:t>[47]</a:t>
            </a:r>
            <a:r>
              <a:rPr lang="de-DE" sz="1200" dirty="0">
                <a:solidFill>
                  <a:srgbClr val="EAECF0"/>
                </a:solidFill>
                <a:ea typeface="+mn-lt"/>
                <a:cs typeface="+mn-lt"/>
              </a:rPr>
              <a:t> </a:t>
            </a:r>
            <a:r>
              <a:rPr lang="de-DE" sz="1200" i="1" dirty="0">
                <a:solidFill>
                  <a:srgbClr val="EAECF0"/>
                </a:solidFill>
                <a:ea typeface="+mn-lt"/>
                <a:cs typeface="+mn-lt"/>
              </a:rPr>
              <a:t>Ave </a:t>
            </a:r>
            <a:r>
              <a:rPr lang="de-DE" sz="1200" i="1" dirty="0" err="1">
                <a:solidFill>
                  <a:srgbClr val="EAECF0"/>
                </a:solidFill>
                <a:ea typeface="+mn-lt"/>
                <a:cs typeface="+mn-lt"/>
              </a:rPr>
              <a:t>Dei</a:t>
            </a:r>
            <a:r>
              <a:rPr lang="de-DE" sz="1200" i="1" dirty="0">
                <a:solidFill>
                  <a:srgbClr val="EAECF0"/>
                </a:solidFill>
                <a:ea typeface="+mn-lt"/>
                <a:cs typeface="+mn-lt"/>
              </a:rPr>
              <a:t> Patris </a:t>
            </a:r>
            <a:r>
              <a:rPr lang="de-DE" sz="1200" i="1" dirty="0" err="1">
                <a:solidFill>
                  <a:srgbClr val="EAECF0"/>
                </a:solidFill>
                <a:ea typeface="+mn-lt"/>
                <a:cs typeface="+mn-lt"/>
              </a:rPr>
              <a:t>filia</a:t>
            </a:r>
            <a:r>
              <a:rPr lang="de-DE" sz="1200" dirty="0">
                <a:solidFill>
                  <a:srgbClr val="EAECF0"/>
                </a:solidFill>
                <a:ea typeface="+mn-lt"/>
                <a:cs typeface="+mn-lt"/>
              </a:rPr>
              <a:t>; and </a:t>
            </a:r>
            <a:r>
              <a:rPr lang="de-DE" sz="1200" i="1" dirty="0">
                <a:solidFill>
                  <a:srgbClr val="EAECF0"/>
                </a:solidFill>
                <a:ea typeface="+mn-lt"/>
                <a:cs typeface="+mn-lt"/>
              </a:rPr>
              <a:t>Ave rosa sine </a:t>
            </a:r>
            <a:r>
              <a:rPr lang="de-DE" sz="1200" i="1" dirty="0" err="1">
                <a:solidFill>
                  <a:srgbClr val="EAECF0"/>
                </a:solidFill>
                <a:ea typeface="+mn-lt"/>
                <a:cs typeface="+mn-lt"/>
              </a:rPr>
              <a:t>spinis</a:t>
            </a:r>
            <a:r>
              <a:rPr lang="de-DE" sz="1200" dirty="0">
                <a:solidFill>
                  <a:srgbClr val="EAECF0"/>
                </a:solidFill>
                <a:ea typeface="+mn-lt"/>
                <a:cs typeface="+mn-lt"/>
              </a:rPr>
              <a:t>. Votive </a:t>
            </a:r>
            <a:r>
              <a:rPr lang="de-DE" sz="1200" dirty="0" err="1">
                <a:solidFill>
                  <a:srgbClr val="EAECF0"/>
                </a:solidFill>
                <a:ea typeface="+mn-lt"/>
                <a:cs typeface="+mn-lt"/>
              </a:rPr>
              <a:t>antiphons</a:t>
            </a:r>
            <a:r>
              <a:rPr lang="de-DE" sz="1200" dirty="0">
                <a:solidFill>
                  <a:srgbClr val="EAECF0"/>
                </a:solidFill>
                <a:ea typeface="+mn-lt"/>
                <a:cs typeface="+mn-lt"/>
              </a:rPr>
              <a:t> </a:t>
            </a:r>
            <a:r>
              <a:rPr lang="de-DE" sz="1200" dirty="0" err="1">
                <a:solidFill>
                  <a:srgbClr val="EAECF0"/>
                </a:solidFill>
                <a:ea typeface="+mn-lt"/>
                <a:cs typeface="+mn-lt"/>
              </a:rPr>
              <a:t>were</a:t>
            </a:r>
            <a:r>
              <a:rPr lang="de-DE" sz="1200" dirty="0">
                <a:solidFill>
                  <a:srgbClr val="EAECF0"/>
                </a:solidFill>
                <a:ea typeface="+mn-lt"/>
                <a:cs typeface="+mn-lt"/>
              </a:rPr>
              <a:t> </a:t>
            </a:r>
            <a:r>
              <a:rPr lang="de-DE" sz="1200" dirty="0" err="1">
                <a:solidFill>
                  <a:srgbClr val="EAECF0"/>
                </a:solidFill>
                <a:ea typeface="+mn-lt"/>
                <a:cs typeface="+mn-lt"/>
              </a:rPr>
              <a:t>sung</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evening</a:t>
            </a:r>
            <a:r>
              <a:rPr lang="de-DE" sz="1200" dirty="0">
                <a:solidFill>
                  <a:srgbClr val="EAECF0"/>
                </a:solidFill>
                <a:ea typeface="+mn-lt"/>
                <a:cs typeface="+mn-lt"/>
              </a:rPr>
              <a:t> </a:t>
            </a:r>
            <a:r>
              <a:rPr lang="de-DE" sz="1200" dirty="0" err="1">
                <a:solidFill>
                  <a:srgbClr val="EAECF0"/>
                </a:solidFill>
                <a:ea typeface="+mn-lt"/>
                <a:cs typeface="+mn-lt"/>
              </a:rPr>
              <a:t>after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7"/>
              </a:rPr>
              <a:t>last service of the day</a:t>
            </a:r>
            <a:r>
              <a:rPr lang="de-DE" sz="1200" dirty="0">
                <a:solidFill>
                  <a:srgbClr val="EAECF0"/>
                </a:solidFill>
                <a:ea typeface="+mn-lt"/>
                <a:cs typeface="+mn-lt"/>
              </a:rPr>
              <a:t>. Tallis' </a:t>
            </a:r>
            <a:r>
              <a:rPr lang="de-DE" sz="1200" dirty="0" err="1">
                <a:solidFill>
                  <a:srgbClr val="EAECF0"/>
                </a:solidFill>
                <a:ea typeface="+mn-lt"/>
                <a:cs typeface="+mn-lt"/>
              </a:rPr>
              <a:t>early</a:t>
            </a:r>
            <a:r>
              <a:rPr lang="de-DE" sz="1200" dirty="0">
                <a:solidFill>
                  <a:srgbClr val="EAECF0"/>
                </a:solidFill>
                <a:ea typeface="+mn-lt"/>
                <a:cs typeface="+mn-lt"/>
              </a:rPr>
              <a:t> </a:t>
            </a:r>
            <a:r>
              <a:rPr lang="de-DE" sz="1200" dirty="0" err="1">
                <a:solidFill>
                  <a:srgbClr val="EAECF0"/>
                </a:solidFill>
                <a:ea typeface="+mn-lt"/>
                <a:cs typeface="+mn-lt"/>
              </a:rPr>
              <a:t>output</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composed</a:t>
            </a:r>
            <a:r>
              <a:rPr lang="de-DE" sz="1200" dirty="0">
                <a:solidFill>
                  <a:srgbClr val="EAECF0"/>
                </a:solidFill>
                <a:ea typeface="+mn-lt"/>
                <a:cs typeface="+mn-lt"/>
              </a:rPr>
              <a:t> </a:t>
            </a:r>
            <a:r>
              <a:rPr lang="de-DE" sz="1200" dirty="0" err="1">
                <a:solidFill>
                  <a:srgbClr val="EAECF0"/>
                </a:solidFill>
                <a:ea typeface="+mn-lt"/>
                <a:cs typeface="+mn-lt"/>
              </a:rPr>
              <a:t>entirely</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8"/>
              </a:rPr>
              <a:t>English Votive Style</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was </a:t>
            </a:r>
            <a:r>
              <a:rPr lang="de-DE" sz="1200" dirty="0" err="1">
                <a:solidFill>
                  <a:srgbClr val="EAECF0"/>
                </a:solidFill>
                <a:ea typeface="+mn-lt"/>
                <a:cs typeface="+mn-lt"/>
              </a:rPr>
              <a:t>cultivated</a:t>
            </a:r>
            <a:r>
              <a:rPr lang="de-DE" sz="1200" dirty="0">
                <a:solidFill>
                  <a:srgbClr val="EAECF0"/>
                </a:solidFill>
                <a:ea typeface="+mn-lt"/>
                <a:cs typeface="+mn-lt"/>
              </a:rPr>
              <a:t> in England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1470s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1540s. Tallis </a:t>
            </a:r>
            <a:r>
              <a:rPr lang="de-DE" sz="1200" dirty="0" err="1">
                <a:solidFill>
                  <a:srgbClr val="EAECF0"/>
                </a:solidFill>
                <a:ea typeface="+mn-lt"/>
                <a:cs typeface="+mn-lt"/>
              </a:rPr>
              <a:t>used</a:t>
            </a:r>
            <a:r>
              <a:rPr lang="de-DE" sz="1200" dirty="0">
                <a:solidFill>
                  <a:srgbClr val="EAECF0"/>
                </a:solidFill>
                <a:ea typeface="+mn-lt"/>
                <a:cs typeface="+mn-lt"/>
              </a:rPr>
              <a:t> </a:t>
            </a:r>
            <a:r>
              <a:rPr lang="de-DE" sz="1200" dirty="0" err="1">
                <a:solidFill>
                  <a:srgbClr val="EAECF0"/>
                </a:solidFill>
                <a:ea typeface="+mn-lt"/>
                <a:cs typeface="+mn-lt"/>
              </a:rPr>
              <a:t>antiphons</a:t>
            </a:r>
            <a:r>
              <a:rPr lang="de-DE" sz="1200" dirty="0">
                <a:solidFill>
                  <a:srgbClr val="EAECF0"/>
                </a:solidFill>
                <a:ea typeface="+mn-lt"/>
                <a:cs typeface="+mn-lt"/>
              </a:rPr>
              <a:t> </a:t>
            </a:r>
            <a:r>
              <a:rPr lang="de-DE" sz="1200" dirty="0" err="1">
                <a:solidFill>
                  <a:srgbClr val="EAECF0"/>
                </a:solidFill>
                <a:ea typeface="+mn-lt"/>
                <a:cs typeface="+mn-lt"/>
              </a:rPr>
              <a:t>composed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a:solidFill>
                  <a:srgbClr val="88A3E8"/>
                </a:solidFill>
                <a:ea typeface="+mn-lt"/>
                <a:cs typeface="+mn-lt"/>
                <a:hlinkClick r:id="rId9"/>
              </a:rPr>
              <a:t>John Taverner</a:t>
            </a:r>
            <a:r>
              <a:rPr lang="de-DE" sz="1200" dirty="0">
                <a:solidFill>
                  <a:srgbClr val="EAECF0"/>
                </a:solidFill>
                <a:ea typeface="+mn-lt"/>
                <a:cs typeface="+mn-lt"/>
              </a:rPr>
              <a:t> and </a:t>
            </a:r>
            <a:r>
              <a:rPr lang="de-DE" sz="1200" dirty="0">
                <a:solidFill>
                  <a:srgbClr val="88A3E8"/>
                </a:solidFill>
                <a:ea typeface="+mn-lt"/>
                <a:cs typeface="+mn-lt"/>
                <a:hlinkClick r:id="rId10"/>
              </a:rPr>
              <a:t>Robert Fayrfax</a:t>
            </a:r>
            <a:r>
              <a:rPr lang="de-DE" sz="1000" baseline="30000" dirty="0">
                <a:solidFill>
                  <a:srgbClr val="88A3E8"/>
                </a:solidFill>
                <a:ea typeface="+mn-lt"/>
                <a:cs typeface="+mn-lt"/>
                <a:hlinkClick r:id="rId11"/>
              </a:rPr>
              <a:t>[48]</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models</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composing</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own </a:t>
            </a:r>
            <a:r>
              <a:rPr lang="de-DE" sz="1200" dirty="0" err="1">
                <a:solidFill>
                  <a:srgbClr val="EAECF0"/>
                </a:solidFill>
                <a:ea typeface="+mn-lt"/>
                <a:cs typeface="+mn-lt"/>
              </a:rPr>
              <a:t>antiphons</a:t>
            </a:r>
            <a:r>
              <a:rPr lang="de-DE" sz="1200" dirty="0">
                <a:solidFill>
                  <a:srgbClr val="EAECF0"/>
                </a:solidFill>
                <a:ea typeface="+mn-lt"/>
                <a:cs typeface="+mn-lt"/>
              </a:rPr>
              <a:t>. </a:t>
            </a:r>
            <a:r>
              <a:rPr lang="de-DE" sz="1200" dirty="0" err="1">
                <a:solidFill>
                  <a:srgbClr val="EAECF0"/>
                </a:solidFill>
                <a:ea typeface="+mn-lt"/>
                <a:cs typeface="+mn-lt"/>
              </a:rPr>
              <a:t>Taverner</a:t>
            </a:r>
            <a:r>
              <a:rPr lang="de-DE" sz="1200" dirty="0">
                <a:solidFill>
                  <a:srgbClr val="EAECF0"/>
                </a:solidFill>
                <a:ea typeface="+mn-lt"/>
                <a:cs typeface="+mn-lt"/>
              </a:rPr>
              <a:t> in </a:t>
            </a:r>
            <a:r>
              <a:rPr lang="de-DE" sz="1200" dirty="0" err="1">
                <a:solidFill>
                  <a:srgbClr val="EAECF0"/>
                </a:solidFill>
                <a:ea typeface="+mn-lt"/>
                <a:cs typeface="+mn-lt"/>
              </a:rPr>
              <a:t>particular</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a:solidFill>
                  <a:srgbClr val="88A3E8"/>
                </a:solidFill>
                <a:ea typeface="+mn-lt"/>
                <a:cs typeface="+mn-lt"/>
                <a:hlinkClick r:id="rId12"/>
              </a:rPr>
              <a:t>quoted</a:t>
            </a:r>
            <a:r>
              <a:rPr lang="de-DE" sz="1200" dirty="0">
                <a:solidFill>
                  <a:srgbClr val="EAECF0"/>
                </a:solidFill>
                <a:ea typeface="+mn-lt"/>
                <a:cs typeface="+mn-lt"/>
              </a:rPr>
              <a:t> in </a:t>
            </a:r>
            <a:r>
              <a:rPr lang="de-DE" sz="1200" i="1" dirty="0">
                <a:solidFill>
                  <a:srgbClr val="EAECF0"/>
                </a:solidFill>
                <a:ea typeface="+mn-lt"/>
                <a:cs typeface="+mn-lt"/>
              </a:rPr>
              <a:t>Salve </a:t>
            </a:r>
            <a:r>
              <a:rPr lang="de-DE" sz="1200" i="1" dirty="0" err="1">
                <a:solidFill>
                  <a:srgbClr val="EAECF0"/>
                </a:solidFill>
                <a:ea typeface="+mn-lt"/>
                <a:cs typeface="+mn-lt"/>
              </a:rPr>
              <a:t>intemerata</a:t>
            </a:r>
            <a:r>
              <a:rPr lang="de-DE" sz="1200" dirty="0">
                <a:solidFill>
                  <a:srgbClr val="EAECF0"/>
                </a:solidFill>
                <a:ea typeface="+mn-lt"/>
                <a:cs typeface="+mn-lt"/>
              </a:rPr>
              <a:t>, and </a:t>
            </a:r>
            <a:r>
              <a:rPr lang="de-DE" sz="1200" i="1" dirty="0">
                <a:solidFill>
                  <a:srgbClr val="EAECF0"/>
                </a:solidFill>
                <a:ea typeface="+mn-lt"/>
                <a:cs typeface="+mn-lt"/>
              </a:rPr>
              <a:t>Dum </a:t>
            </a:r>
            <a:r>
              <a:rPr lang="de-DE" sz="1200" i="1" dirty="0" err="1">
                <a:solidFill>
                  <a:srgbClr val="EAECF0"/>
                </a:solidFill>
                <a:ea typeface="+mn-lt"/>
                <a:cs typeface="+mn-lt"/>
              </a:rPr>
              <a:t>transisset</a:t>
            </a:r>
            <a:r>
              <a:rPr lang="de-DE" sz="1200" i="1" dirty="0">
                <a:solidFill>
                  <a:srgbClr val="EAECF0"/>
                </a:solidFill>
                <a:ea typeface="+mn-lt"/>
                <a:cs typeface="+mn-lt"/>
              </a:rPr>
              <a:t> </a:t>
            </a:r>
            <a:r>
              <a:rPr lang="de-DE" sz="1200" i="1" dirty="0" err="1">
                <a:solidFill>
                  <a:srgbClr val="EAECF0"/>
                </a:solidFill>
                <a:ea typeface="+mn-lt"/>
                <a:cs typeface="+mn-lt"/>
              </a:rPr>
              <a:t>sabbatum</a:t>
            </a:r>
            <a:r>
              <a:rPr lang="de-DE" sz="1200" i="1" dirty="0">
                <a:solidFill>
                  <a:srgbClr val="EAECF0"/>
                </a:solidFill>
                <a:ea typeface="+mn-lt"/>
                <a:cs typeface="+mn-lt"/>
              </a:rPr>
              <a:t>.</a:t>
            </a:r>
            <a:r>
              <a:rPr lang="de-DE" sz="1000" baseline="30000" dirty="0">
                <a:solidFill>
                  <a:srgbClr val="88A3E8"/>
                </a:solidFill>
                <a:ea typeface="+mn-lt"/>
                <a:cs typeface="+mn-lt"/>
                <a:hlinkClick r:id="rId11"/>
              </a:rPr>
              <a:t>[48]</a:t>
            </a:r>
            <a:r>
              <a:rPr lang="de-DE" sz="1200" dirty="0">
                <a:solidFill>
                  <a:srgbClr val="EAECF0"/>
                </a:solidFill>
                <a:ea typeface="+mn-lt"/>
                <a:cs typeface="+mn-lt"/>
              </a:rPr>
              <a:t> </a:t>
            </a:r>
            <a:r>
              <a:rPr lang="de-DE" sz="1200" dirty="0" err="1">
                <a:solidFill>
                  <a:srgbClr val="EAECF0"/>
                </a:solidFill>
                <a:ea typeface="+mn-lt"/>
                <a:cs typeface="+mn-lt"/>
              </a:rPr>
              <a:t>Characteristics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votive</a:t>
            </a:r>
            <a:r>
              <a:rPr lang="de-DE" sz="1200" dirty="0">
                <a:solidFill>
                  <a:srgbClr val="EAECF0"/>
                </a:solidFill>
                <a:ea typeface="+mn-lt"/>
                <a:cs typeface="+mn-lt"/>
              </a:rPr>
              <a:t> style, such </a:t>
            </a:r>
            <a:r>
              <a:rPr lang="de-DE" sz="1200" dirty="0" err="1">
                <a:solidFill>
                  <a:srgbClr val="EAECF0"/>
                </a:solidFill>
                <a:ea typeface="+mn-lt"/>
                <a:cs typeface="+mn-lt"/>
              </a:rPr>
              <a:t>as</a:t>
            </a:r>
            <a:r>
              <a:rPr lang="de-DE" sz="1200" dirty="0">
                <a:solidFill>
                  <a:srgbClr val="EAECF0"/>
                </a:solidFill>
                <a:ea typeface="+mn-lt"/>
                <a:cs typeface="+mn-lt"/>
              </a:rPr>
              <a:t> high, </a:t>
            </a:r>
            <a:r>
              <a:rPr lang="de-DE" sz="1200" dirty="0" err="1">
                <a:solidFill>
                  <a:srgbClr val="EAECF0"/>
                </a:solidFill>
                <a:ea typeface="+mn-lt"/>
                <a:cs typeface="+mn-lt"/>
              </a:rPr>
              <a:t>sustained</a:t>
            </a:r>
            <a:r>
              <a:rPr lang="de-DE" sz="1200" dirty="0">
                <a:solidFill>
                  <a:srgbClr val="EAECF0"/>
                </a:solidFill>
                <a:ea typeface="+mn-lt"/>
                <a:cs typeface="+mn-lt"/>
              </a:rPr>
              <a:t> </a:t>
            </a:r>
            <a:r>
              <a:rPr lang="de-DE" sz="1200" dirty="0" err="1">
                <a:solidFill>
                  <a:srgbClr val="EAECF0"/>
                </a:solidFill>
                <a:ea typeface="+mn-lt"/>
                <a:cs typeface="+mn-lt"/>
              </a:rPr>
              <a:t>treble</a:t>
            </a:r>
            <a:r>
              <a:rPr lang="de-DE" sz="1200" dirty="0">
                <a:solidFill>
                  <a:srgbClr val="EAECF0"/>
                </a:solidFill>
                <a:ea typeface="+mn-lt"/>
                <a:cs typeface="+mn-lt"/>
              </a:rPr>
              <a:t> </a:t>
            </a:r>
            <a:r>
              <a:rPr lang="de-DE" sz="1200" dirty="0" err="1">
                <a:solidFill>
                  <a:srgbClr val="EAECF0"/>
                </a:solidFill>
                <a:ea typeface="+mn-lt"/>
                <a:cs typeface="+mn-lt"/>
              </a:rPr>
              <a:t>lines</a:t>
            </a:r>
            <a:r>
              <a:rPr lang="de-DE" sz="1200" dirty="0">
                <a:solidFill>
                  <a:srgbClr val="EAECF0"/>
                </a:solidFill>
                <a:ea typeface="+mn-lt"/>
                <a:cs typeface="+mn-lt"/>
              </a:rPr>
              <a:t> and </a:t>
            </a:r>
            <a:r>
              <a:rPr lang="de-DE" sz="1200" dirty="0" err="1">
                <a:solidFill>
                  <a:srgbClr val="EAECF0"/>
                </a:solidFill>
                <a:ea typeface="+mn-lt"/>
                <a:cs typeface="+mn-lt"/>
              </a:rPr>
              <a:t>lengthy</a:t>
            </a:r>
            <a:r>
              <a:rPr lang="de-DE" sz="1200" dirty="0">
                <a:solidFill>
                  <a:srgbClr val="EAECF0"/>
                </a:solidFill>
                <a:ea typeface="+mn-lt"/>
                <a:cs typeface="+mn-lt"/>
              </a:rPr>
              <a:t> solo </a:t>
            </a:r>
            <a:r>
              <a:rPr lang="de-DE" sz="1200" dirty="0" err="1">
                <a:solidFill>
                  <a:srgbClr val="EAECF0"/>
                </a:solidFill>
                <a:ea typeface="+mn-lt"/>
                <a:cs typeface="+mn-lt"/>
              </a:rPr>
              <a:t>verses</a:t>
            </a:r>
            <a:r>
              <a:rPr lang="de-DE" sz="1200" dirty="0">
                <a:solidFill>
                  <a:srgbClr val="EAECF0"/>
                </a:solidFill>
                <a:ea typeface="+mn-lt"/>
                <a:cs typeface="+mn-lt"/>
              </a:rPr>
              <a:t>, </a:t>
            </a:r>
            <a:r>
              <a:rPr lang="de-DE" sz="1200" dirty="0" err="1">
                <a:solidFill>
                  <a:srgbClr val="EAECF0"/>
                </a:solidFill>
                <a:ea typeface="+mn-lt"/>
                <a:cs typeface="+mn-lt"/>
              </a:rPr>
              <a:t>were</a:t>
            </a:r>
            <a:r>
              <a:rPr lang="de-DE" sz="1200" dirty="0">
                <a:solidFill>
                  <a:srgbClr val="EAECF0"/>
                </a:solidFill>
                <a:ea typeface="+mn-lt"/>
                <a:cs typeface="+mn-lt"/>
              </a:rPr>
              <a:t> just </a:t>
            </a:r>
            <a:r>
              <a:rPr lang="de-DE" sz="1200" dirty="0" err="1">
                <a:solidFill>
                  <a:srgbClr val="EAECF0"/>
                </a:solidFill>
                <a:ea typeface="+mn-lt"/>
                <a:cs typeface="+mn-lt"/>
              </a:rPr>
              <a:t>beginning</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be</a:t>
            </a:r>
            <a:r>
              <a:rPr lang="de-DE" sz="1200" dirty="0">
                <a:solidFill>
                  <a:srgbClr val="EAECF0"/>
                </a:solidFill>
                <a:ea typeface="+mn-lt"/>
                <a:cs typeface="+mn-lt"/>
              </a:rPr>
              <a:t> </a:t>
            </a:r>
            <a:r>
              <a:rPr lang="de-DE" sz="1200" dirty="0" err="1">
                <a:solidFill>
                  <a:srgbClr val="EAECF0"/>
                </a:solidFill>
                <a:ea typeface="+mn-lt"/>
                <a:cs typeface="+mn-lt"/>
              </a:rPr>
              <a:t>supplanted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succinct</a:t>
            </a:r>
            <a:r>
              <a:rPr lang="de-DE" sz="1200" dirty="0">
                <a:solidFill>
                  <a:srgbClr val="EAECF0"/>
                </a:solidFill>
                <a:ea typeface="+mn-lt"/>
                <a:cs typeface="+mn-lt"/>
              </a:rPr>
              <a:t> </a:t>
            </a:r>
            <a:r>
              <a:rPr lang="de-DE" sz="1200" dirty="0" err="1">
                <a:solidFill>
                  <a:srgbClr val="EAECF0"/>
                </a:solidFill>
                <a:ea typeface="+mn-lt"/>
                <a:cs typeface="+mn-lt"/>
              </a:rPr>
              <a:t>phrasing</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continental</a:t>
            </a:r>
            <a:r>
              <a:rPr lang="de-DE" sz="1200" dirty="0">
                <a:solidFill>
                  <a:srgbClr val="EAECF0"/>
                </a:solidFill>
                <a:ea typeface="+mn-lt"/>
                <a:cs typeface="+mn-lt"/>
              </a:rPr>
              <a:t> </a:t>
            </a:r>
            <a:r>
              <a:rPr lang="de-DE" sz="1200" dirty="0" err="1">
                <a:solidFill>
                  <a:srgbClr val="EAECF0"/>
                </a:solidFill>
                <a:ea typeface="+mn-lt"/>
                <a:cs typeface="+mn-lt"/>
              </a:rPr>
              <a:t>traditions</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1530s, </a:t>
            </a:r>
            <a:r>
              <a:rPr lang="de-DE" sz="1200" dirty="0" err="1">
                <a:solidFill>
                  <a:srgbClr val="EAECF0"/>
                </a:solidFill>
                <a:ea typeface="+mn-lt"/>
                <a:cs typeface="+mn-lt"/>
              </a:rPr>
              <a:t>making</a:t>
            </a:r>
            <a:r>
              <a:rPr lang="de-DE" sz="1200" dirty="0">
                <a:solidFill>
                  <a:srgbClr val="EAECF0"/>
                </a:solidFill>
                <a:ea typeface="+mn-lt"/>
                <a:cs typeface="+mn-lt"/>
              </a:rPr>
              <a:t> </a:t>
            </a:r>
            <a:r>
              <a:rPr lang="de-DE" sz="1200" i="1" dirty="0">
                <a:solidFill>
                  <a:srgbClr val="EAECF0"/>
                </a:solidFill>
                <a:ea typeface="+mn-lt"/>
                <a:cs typeface="+mn-lt"/>
              </a:rPr>
              <a:t>Missa Salve </a:t>
            </a:r>
            <a:r>
              <a:rPr lang="de-DE" sz="1200" i="1" dirty="0" err="1">
                <a:solidFill>
                  <a:srgbClr val="EAECF0"/>
                </a:solidFill>
                <a:ea typeface="+mn-lt"/>
                <a:cs typeface="+mn-lt"/>
              </a:rPr>
              <a:t>Intemerata</a:t>
            </a:r>
            <a:r>
              <a:rPr lang="de-DE" sz="1200" dirty="0">
                <a:solidFill>
                  <a:srgbClr val="EAECF0"/>
                </a:solidFill>
                <a:ea typeface="+mn-lt"/>
                <a:cs typeface="+mn-lt"/>
              </a:rPr>
              <a:t> (Tallis' </a:t>
            </a:r>
            <a:r>
              <a:rPr lang="de-DE" sz="1200" dirty="0" err="1">
                <a:solidFill>
                  <a:srgbClr val="EAECF0"/>
                </a:solidFill>
                <a:ea typeface="+mn-lt"/>
                <a:cs typeface="+mn-lt"/>
              </a:rPr>
              <a:t>first</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three</a:t>
            </a:r>
            <a:r>
              <a:rPr lang="de-DE" sz="1200" dirty="0">
                <a:solidFill>
                  <a:srgbClr val="EAECF0"/>
                </a:solidFill>
                <a:ea typeface="+mn-lt"/>
                <a:cs typeface="+mn-lt"/>
              </a:rPr>
              <a:t> </a:t>
            </a:r>
            <a:r>
              <a:rPr lang="de-DE" sz="1200" dirty="0" err="1">
                <a:solidFill>
                  <a:srgbClr val="EAECF0"/>
                </a:solidFill>
                <a:ea typeface="+mn-lt"/>
                <a:cs typeface="+mn-lt"/>
              </a:rPr>
              <a:t>complete</a:t>
            </a:r>
            <a:r>
              <a:rPr lang="de-DE" sz="1200" dirty="0">
                <a:solidFill>
                  <a:srgbClr val="EAECF0"/>
                </a:solidFill>
                <a:ea typeface="+mn-lt"/>
                <a:cs typeface="+mn-lt"/>
              </a:rPr>
              <a:t> </a:t>
            </a:r>
            <a:r>
              <a:rPr lang="de-DE" sz="1200" dirty="0" err="1">
                <a:solidFill>
                  <a:srgbClr val="EAECF0"/>
                </a:solidFill>
                <a:ea typeface="+mn-lt"/>
                <a:cs typeface="+mn-lt"/>
              </a:rPr>
              <a:t>masses</a:t>
            </a:r>
            <a:r>
              <a:rPr lang="de-DE" sz="1200" dirty="0">
                <a:solidFill>
                  <a:srgbClr val="EAECF0"/>
                </a:solidFill>
                <a:ea typeface="+mn-lt"/>
                <a:cs typeface="+mn-lt"/>
              </a:rPr>
              <a:t>, and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only</a:t>
            </a:r>
            <a:r>
              <a:rPr lang="de-DE" sz="1200" dirty="0">
                <a:solidFill>
                  <a:srgbClr val="EAECF0"/>
                </a:solidFill>
                <a:ea typeface="+mn-lt"/>
                <a:cs typeface="+mn-lt"/>
              </a:rPr>
              <a:t> </a:t>
            </a:r>
            <a:r>
              <a:rPr lang="de-DE" sz="1200" dirty="0">
                <a:solidFill>
                  <a:srgbClr val="88A3E8"/>
                </a:solidFill>
                <a:ea typeface="+mn-lt"/>
                <a:cs typeface="+mn-lt"/>
                <a:hlinkClick r:id="rId13"/>
              </a:rPr>
              <a:t>parody mass</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be</a:t>
            </a:r>
            <a:r>
              <a:rPr lang="de-DE" sz="1200" dirty="0">
                <a:solidFill>
                  <a:srgbClr val="EAECF0"/>
                </a:solidFill>
                <a:ea typeface="+mn-lt"/>
                <a:cs typeface="+mn-lt"/>
              </a:rPr>
              <a:t> </a:t>
            </a:r>
            <a:r>
              <a:rPr lang="de-DE" sz="1200" dirty="0" err="1">
                <a:solidFill>
                  <a:srgbClr val="EAECF0"/>
                </a:solidFill>
                <a:ea typeface="+mn-lt"/>
                <a:cs typeface="+mn-lt"/>
              </a:rPr>
              <a:t>completed</a:t>
            </a:r>
            <a:r>
              <a:rPr lang="de-DE" sz="1200" dirty="0">
                <a:solidFill>
                  <a:srgbClr val="EAECF0"/>
                </a:solidFill>
                <a:ea typeface="+mn-lt"/>
                <a:cs typeface="+mn-lt"/>
              </a:rPr>
              <a:t>)</a:t>
            </a:r>
            <a:r>
              <a:rPr lang="de-DE" sz="1000" baseline="30000" dirty="0">
                <a:solidFill>
                  <a:srgbClr val="88A3E8"/>
                </a:solidFill>
                <a:ea typeface="+mn-lt"/>
                <a:cs typeface="+mn-lt"/>
                <a:hlinkClick r:id="rId14"/>
              </a:rPr>
              <a:t>[49]</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modern in </a:t>
            </a:r>
            <a:r>
              <a:rPr lang="de-DE" sz="1200" dirty="0" err="1">
                <a:solidFill>
                  <a:srgbClr val="EAECF0"/>
                </a:solidFill>
                <a:ea typeface="+mn-lt"/>
                <a:cs typeface="+mn-lt"/>
              </a:rPr>
              <a:t>technique</a:t>
            </a:r>
            <a:r>
              <a:rPr lang="de-DE" sz="1200" dirty="0">
                <a:solidFill>
                  <a:srgbClr val="EAECF0"/>
                </a:solidFill>
                <a:ea typeface="+mn-lt"/>
                <a:cs typeface="+mn-lt"/>
              </a:rPr>
              <a:t> </a:t>
            </a:r>
            <a:r>
              <a:rPr lang="de-DE" sz="1200" dirty="0" err="1">
                <a:solidFill>
                  <a:srgbClr val="EAECF0"/>
                </a:solidFill>
                <a:ea typeface="+mn-lt"/>
                <a:cs typeface="+mn-lt"/>
              </a:rPr>
              <a:t>than</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antiphon</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which</a:t>
            </a:r>
            <a:r>
              <a:rPr lang="de-DE" sz="1200" dirty="0">
                <a:solidFill>
                  <a:srgbClr val="EAECF0"/>
                </a:solidFill>
                <a:ea typeface="+mn-lt"/>
                <a:cs typeface="+mn-lt"/>
              </a:rPr>
              <a:t> </a:t>
            </a:r>
            <a:r>
              <a:rPr lang="de-DE" sz="1200" dirty="0" err="1">
                <a:solidFill>
                  <a:srgbClr val="EAECF0"/>
                </a:solidFill>
                <a:ea typeface="+mn-lt"/>
                <a:cs typeface="+mn-lt"/>
              </a:rPr>
              <a:t>it</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derived</a:t>
            </a:r>
            <a:r>
              <a:rPr lang="de-DE" sz="1200" dirty="0">
                <a:solidFill>
                  <a:srgbClr val="EAECF0"/>
                </a:solidFill>
                <a:ea typeface="+mn-lt"/>
                <a:cs typeface="+mn-lt"/>
              </a:rPr>
              <a:t>.</a:t>
            </a:r>
            <a:r>
              <a:rPr lang="de-DE" sz="1000" baseline="30000" dirty="0">
                <a:solidFill>
                  <a:srgbClr val="88A3E8"/>
                </a:solidFill>
                <a:ea typeface="+mn-lt"/>
                <a:cs typeface="+mn-lt"/>
                <a:hlinkClick r:id="rId15"/>
              </a:rPr>
              <a:t>[50]</a:t>
            </a:r>
            <a:endParaRPr lang="de-DE">
              <a:ea typeface="+mn-lt"/>
              <a:cs typeface="+mn-lt"/>
            </a:endParaRPr>
          </a:p>
          <a:p>
            <a:r>
              <a:rPr lang="de-DE" sz="1200" i="1" dirty="0" err="1">
                <a:solidFill>
                  <a:srgbClr val="EAECF0"/>
                </a:solidFill>
                <a:ea typeface="+mn-lt"/>
                <a:cs typeface="+mn-lt"/>
              </a:rPr>
              <a:t>Gaude</a:t>
            </a:r>
            <a:r>
              <a:rPr lang="de-DE" sz="1200" i="1" dirty="0">
                <a:solidFill>
                  <a:srgbClr val="EAECF0"/>
                </a:solidFill>
                <a:ea typeface="+mn-lt"/>
                <a:cs typeface="+mn-lt"/>
              </a:rPr>
              <a:t> </a:t>
            </a:r>
            <a:r>
              <a:rPr lang="de-DE" sz="1200" i="1" dirty="0" err="1">
                <a:solidFill>
                  <a:srgbClr val="EAECF0"/>
                </a:solidFill>
                <a:ea typeface="+mn-lt"/>
                <a:cs typeface="+mn-lt"/>
              </a:rPr>
              <a:t>gloriosa</a:t>
            </a:r>
            <a:r>
              <a:rPr lang="de-DE" sz="1200" i="1" dirty="0">
                <a:solidFill>
                  <a:srgbClr val="EAECF0"/>
                </a:solidFill>
                <a:ea typeface="+mn-lt"/>
                <a:cs typeface="+mn-lt"/>
              </a:rPr>
              <a:t> </a:t>
            </a:r>
            <a:r>
              <a:rPr lang="de-DE" sz="1200" i="1" dirty="0" err="1">
                <a:solidFill>
                  <a:srgbClr val="EAECF0"/>
                </a:solidFill>
                <a:ea typeface="+mn-lt"/>
                <a:cs typeface="+mn-lt"/>
              </a:rPr>
              <a:t>Dei</a:t>
            </a:r>
            <a:r>
              <a:rPr lang="de-DE" sz="1200" i="1" dirty="0">
                <a:solidFill>
                  <a:srgbClr val="EAECF0"/>
                </a:solidFill>
                <a:ea typeface="+mn-lt"/>
                <a:cs typeface="+mn-lt"/>
              </a:rPr>
              <a:t> mater</a:t>
            </a:r>
            <a:r>
              <a:rPr lang="de-DE" sz="1200" dirty="0">
                <a:solidFill>
                  <a:srgbClr val="EAECF0"/>
                </a:solidFill>
                <a:ea typeface="+mn-lt"/>
                <a:cs typeface="+mn-lt"/>
              </a:rPr>
              <a:t> was </a:t>
            </a:r>
            <a:r>
              <a:rPr lang="de-DE" sz="1200" dirty="0" err="1">
                <a:solidFill>
                  <a:srgbClr val="EAECF0"/>
                </a:solidFill>
                <a:ea typeface="+mn-lt"/>
                <a:cs typeface="+mn-lt"/>
              </a:rPr>
              <a:t>previously</a:t>
            </a:r>
            <a:r>
              <a:rPr lang="de-DE" sz="1200" dirty="0">
                <a:solidFill>
                  <a:srgbClr val="EAECF0"/>
                </a:solidFill>
                <a:ea typeface="+mn-lt"/>
                <a:cs typeface="+mn-lt"/>
              </a:rPr>
              <a:t> </a:t>
            </a:r>
            <a:r>
              <a:rPr lang="de-DE" sz="1200" dirty="0" err="1">
                <a:solidFill>
                  <a:srgbClr val="EAECF0"/>
                </a:solidFill>
                <a:ea typeface="+mn-lt"/>
                <a:cs typeface="+mn-lt"/>
              </a:rPr>
              <a:t>thought</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been</a:t>
            </a:r>
            <a:r>
              <a:rPr lang="de-DE" sz="1200" dirty="0">
                <a:solidFill>
                  <a:srgbClr val="EAECF0"/>
                </a:solidFill>
                <a:ea typeface="+mn-lt"/>
                <a:cs typeface="+mn-lt"/>
              </a:rPr>
              <a:t> </a:t>
            </a:r>
            <a:r>
              <a:rPr lang="de-DE" sz="1200" dirty="0" err="1">
                <a:solidFill>
                  <a:srgbClr val="EAECF0"/>
                </a:solidFill>
                <a:ea typeface="+mn-lt"/>
                <a:cs typeface="+mn-lt"/>
              </a:rPr>
              <a:t>one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many</a:t>
            </a:r>
            <a:r>
              <a:rPr lang="de-DE" sz="1200" dirty="0">
                <a:solidFill>
                  <a:srgbClr val="EAECF0"/>
                </a:solidFill>
                <a:ea typeface="+mn-lt"/>
                <a:cs typeface="+mn-lt"/>
              </a:rPr>
              <a:t> </a:t>
            </a:r>
            <a:r>
              <a:rPr lang="de-DE" sz="1200" dirty="0" err="1">
                <a:solidFill>
                  <a:srgbClr val="EAECF0"/>
                </a:solidFill>
                <a:ea typeface="+mn-lt"/>
                <a:cs typeface="+mn-lt"/>
              </a:rPr>
              <a:t>revivalist</a:t>
            </a:r>
            <a:r>
              <a:rPr lang="de-DE" sz="1200" dirty="0">
                <a:solidFill>
                  <a:srgbClr val="EAECF0"/>
                </a:solidFill>
                <a:ea typeface="+mn-lt"/>
                <a:cs typeface="+mn-lt"/>
              </a:rPr>
              <a:t> </a:t>
            </a:r>
            <a:r>
              <a:rPr lang="de-DE" sz="1200" dirty="0" err="1">
                <a:solidFill>
                  <a:srgbClr val="EAECF0"/>
                </a:solidFill>
                <a:ea typeface="+mn-lt"/>
                <a:cs typeface="+mn-lt"/>
              </a:rPr>
              <a:t>votive</a:t>
            </a:r>
            <a:r>
              <a:rPr lang="de-DE" sz="1200" dirty="0">
                <a:solidFill>
                  <a:srgbClr val="EAECF0"/>
                </a:solidFill>
                <a:ea typeface="+mn-lt"/>
                <a:cs typeface="+mn-lt"/>
              </a:rPr>
              <a:t> </a:t>
            </a:r>
            <a:r>
              <a:rPr lang="de-DE" sz="1200" dirty="0" err="1">
                <a:solidFill>
                  <a:srgbClr val="EAECF0"/>
                </a:solidFill>
                <a:ea typeface="+mn-lt"/>
                <a:cs typeface="+mn-lt"/>
              </a:rPr>
              <a:t>antiphons</a:t>
            </a:r>
            <a:r>
              <a:rPr lang="de-DE" sz="1200" dirty="0">
                <a:solidFill>
                  <a:srgbClr val="EAECF0"/>
                </a:solidFill>
                <a:ea typeface="+mn-lt"/>
                <a:cs typeface="+mn-lt"/>
              </a:rPr>
              <a:t> </a:t>
            </a:r>
            <a:r>
              <a:rPr lang="de-DE" sz="1200" dirty="0" err="1">
                <a:solidFill>
                  <a:srgbClr val="EAECF0"/>
                </a:solidFill>
                <a:ea typeface="+mn-lt"/>
                <a:cs typeface="+mn-lt"/>
              </a:rPr>
              <a:t>composed</a:t>
            </a:r>
            <a:r>
              <a:rPr lang="de-DE" sz="1200" dirty="0">
                <a:solidFill>
                  <a:srgbClr val="EAECF0"/>
                </a:solidFill>
                <a:ea typeface="+mn-lt"/>
                <a:cs typeface="+mn-lt"/>
              </a:rPr>
              <a:t> in </a:t>
            </a:r>
            <a:r>
              <a:rPr lang="de-DE" sz="1200" dirty="0" err="1">
                <a:solidFill>
                  <a:srgbClr val="EAECF0"/>
                </a:solidFill>
                <a:ea typeface="+mn-lt"/>
                <a:cs typeface="+mn-lt"/>
              </a:rPr>
              <a:t>honour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16"/>
              </a:rPr>
              <a:t>Queen Mary I</a:t>
            </a:r>
            <a:r>
              <a:rPr lang="de-DE" sz="1200" dirty="0">
                <a:solidFill>
                  <a:srgbClr val="EAECF0"/>
                </a:solidFill>
                <a:ea typeface="+mn-lt"/>
                <a:cs typeface="+mn-lt"/>
              </a:rPr>
              <a:t>, in a </a:t>
            </a:r>
            <a:r>
              <a:rPr lang="de-DE" sz="1200" dirty="0" err="1">
                <a:solidFill>
                  <a:srgbClr val="EAECF0"/>
                </a:solidFill>
                <a:ea typeface="+mn-lt"/>
                <a:cs typeface="+mn-lt"/>
              </a:rPr>
              <a:t>similar</a:t>
            </a:r>
            <a:r>
              <a:rPr lang="de-DE" sz="1200" dirty="0">
                <a:solidFill>
                  <a:srgbClr val="EAECF0"/>
                </a:solidFill>
                <a:ea typeface="+mn-lt"/>
                <a:cs typeface="+mn-lt"/>
              </a:rPr>
              <a:t> </a:t>
            </a:r>
            <a:r>
              <a:rPr lang="de-DE" sz="1200" dirty="0" err="1">
                <a:solidFill>
                  <a:srgbClr val="EAECF0"/>
                </a:solidFill>
                <a:ea typeface="+mn-lt"/>
                <a:cs typeface="+mn-lt"/>
              </a:rPr>
              <a:t>vein</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William </a:t>
            </a:r>
            <a:r>
              <a:rPr lang="de-DE" sz="1200" dirty="0" err="1">
                <a:solidFill>
                  <a:srgbClr val="EAECF0"/>
                </a:solidFill>
                <a:ea typeface="+mn-lt"/>
                <a:cs typeface="+mn-lt"/>
              </a:rPr>
              <a:t>Mundy's</a:t>
            </a:r>
            <a:r>
              <a:rPr lang="de-DE" sz="1200" dirty="0">
                <a:solidFill>
                  <a:srgbClr val="EAECF0"/>
                </a:solidFill>
                <a:ea typeface="+mn-lt"/>
                <a:cs typeface="+mn-lt"/>
              </a:rPr>
              <a:t> </a:t>
            </a:r>
            <a:r>
              <a:rPr lang="de-DE" sz="1200" i="1" dirty="0">
                <a:solidFill>
                  <a:srgbClr val="88A3E8"/>
                </a:solidFill>
                <a:ea typeface="+mn-lt"/>
                <a:cs typeface="+mn-lt"/>
                <a:hlinkClick r:id="rId17"/>
              </a:rPr>
              <a:t>Vox Patris caelestis</a:t>
            </a:r>
            <a:r>
              <a:rPr lang="de-DE" sz="1200" dirty="0">
                <a:solidFill>
                  <a:srgbClr val="EAECF0"/>
                </a:solidFill>
                <a:ea typeface="+mn-lt"/>
                <a:cs typeface="+mn-lt"/>
              </a:rPr>
              <a:t>. This </a:t>
            </a:r>
            <a:r>
              <a:rPr lang="de-DE" sz="1200" dirty="0" err="1">
                <a:solidFill>
                  <a:srgbClr val="EAECF0"/>
                </a:solidFill>
                <a:ea typeface="+mn-lt"/>
                <a:cs typeface="+mn-lt"/>
              </a:rPr>
              <a:t>is</a:t>
            </a:r>
            <a:r>
              <a:rPr lang="de-DE" sz="1200" dirty="0">
                <a:solidFill>
                  <a:srgbClr val="EAECF0"/>
                </a:solidFill>
                <a:ea typeface="+mn-lt"/>
                <a:cs typeface="+mn-lt"/>
              </a:rPr>
              <a:t> due </a:t>
            </a:r>
            <a:r>
              <a:rPr lang="de-DE" sz="1200" dirty="0" err="1">
                <a:solidFill>
                  <a:srgbClr val="EAECF0"/>
                </a:solidFill>
                <a:ea typeface="+mn-lt"/>
                <a:cs typeface="+mn-lt"/>
              </a:rPr>
              <a:t>to</a:t>
            </a:r>
            <a:r>
              <a:rPr lang="de-DE" sz="1200" dirty="0">
                <a:solidFill>
                  <a:srgbClr val="EAECF0"/>
                </a:solidFill>
                <a:ea typeface="+mn-lt"/>
                <a:cs typeface="+mn-lt"/>
              </a:rPr>
              <a:t> </a:t>
            </a:r>
            <a:r>
              <a:rPr lang="de-DE" sz="1200" i="1" dirty="0" err="1">
                <a:solidFill>
                  <a:srgbClr val="EAECF0"/>
                </a:solidFill>
                <a:ea typeface="+mn-lt"/>
                <a:cs typeface="+mn-lt"/>
              </a:rPr>
              <a:t>Gaude</a:t>
            </a:r>
            <a:r>
              <a:rPr lang="de-DE" sz="1200" i="1" dirty="0">
                <a:solidFill>
                  <a:srgbClr val="EAECF0"/>
                </a:solidFill>
                <a:ea typeface="+mn-lt"/>
                <a:cs typeface="+mn-lt"/>
              </a:rPr>
              <a:t> </a:t>
            </a:r>
            <a:r>
              <a:rPr lang="de-DE" sz="1200" i="1" dirty="0" err="1">
                <a:solidFill>
                  <a:srgbClr val="EAECF0"/>
                </a:solidFill>
                <a:ea typeface="+mn-lt"/>
                <a:cs typeface="+mn-lt"/>
              </a:rPr>
              <a:t>gloriosa</a:t>
            </a:r>
            <a:r>
              <a:rPr lang="de-DE" sz="1200" dirty="0">
                <a:solidFill>
                  <a:srgbClr val="EAECF0"/>
                </a:solidFill>
                <a:ea typeface="+mn-lt"/>
                <a:cs typeface="+mn-lt"/>
              </a:rPr>
              <a:t> </a:t>
            </a:r>
            <a:r>
              <a:rPr lang="de-DE" sz="1200" dirty="0" err="1">
                <a:solidFill>
                  <a:srgbClr val="EAECF0"/>
                </a:solidFill>
                <a:ea typeface="+mn-lt"/>
                <a:cs typeface="+mn-lt"/>
              </a:rPr>
              <a:t>being</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advanced</a:t>
            </a:r>
            <a:r>
              <a:rPr lang="de-DE" sz="1200" dirty="0">
                <a:solidFill>
                  <a:srgbClr val="EAECF0"/>
                </a:solidFill>
                <a:ea typeface="+mn-lt"/>
                <a:cs typeface="+mn-lt"/>
              </a:rPr>
              <a:t> </a:t>
            </a:r>
            <a:r>
              <a:rPr lang="de-DE" sz="1200" dirty="0" err="1">
                <a:solidFill>
                  <a:srgbClr val="EAECF0"/>
                </a:solidFill>
                <a:ea typeface="+mn-lt"/>
                <a:cs typeface="+mn-lt"/>
              </a:rPr>
              <a:t>than</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rest</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Tallis' </a:t>
            </a:r>
            <a:r>
              <a:rPr lang="de-DE" sz="1200" dirty="0" err="1">
                <a:solidFill>
                  <a:srgbClr val="EAECF0"/>
                </a:solidFill>
                <a:ea typeface="+mn-lt"/>
                <a:cs typeface="+mn-lt"/>
              </a:rPr>
              <a:t>early</a:t>
            </a:r>
            <a:r>
              <a:rPr lang="de-DE" sz="1200" dirty="0">
                <a:solidFill>
                  <a:srgbClr val="EAECF0"/>
                </a:solidFill>
                <a:ea typeface="+mn-lt"/>
                <a:cs typeface="+mn-lt"/>
              </a:rPr>
              <a:t> </a:t>
            </a:r>
            <a:r>
              <a:rPr lang="de-DE" sz="1200" dirty="0" err="1">
                <a:solidFill>
                  <a:srgbClr val="EAECF0"/>
                </a:solidFill>
                <a:ea typeface="+mn-lt"/>
                <a:cs typeface="+mn-lt"/>
              </a:rPr>
              <a:t>output</a:t>
            </a:r>
            <a:r>
              <a:rPr lang="de-DE" sz="1200" dirty="0">
                <a:solidFill>
                  <a:srgbClr val="EAECF0"/>
                </a:solidFill>
                <a:ea typeface="+mn-lt"/>
                <a:cs typeface="+mn-lt"/>
              </a:rPr>
              <a:t>, </a:t>
            </a:r>
            <a:r>
              <a:rPr lang="de-DE" sz="1200" dirty="0" err="1">
                <a:solidFill>
                  <a:srgbClr val="EAECF0"/>
                </a:solidFill>
                <a:ea typeface="+mn-lt"/>
                <a:cs typeface="+mn-lt"/>
              </a:rPr>
              <a:t>indicating</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work</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an </a:t>
            </a:r>
            <a:r>
              <a:rPr lang="de-DE" sz="1200" dirty="0" err="1">
                <a:solidFill>
                  <a:srgbClr val="EAECF0"/>
                </a:solidFill>
                <a:ea typeface="+mn-lt"/>
                <a:cs typeface="+mn-lt"/>
              </a:rPr>
              <a:t>older</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mature</a:t>
            </a:r>
            <a:r>
              <a:rPr lang="de-DE" sz="1200" dirty="0">
                <a:solidFill>
                  <a:srgbClr val="EAECF0"/>
                </a:solidFill>
                <a:ea typeface="+mn-lt"/>
                <a:cs typeface="+mn-lt"/>
              </a:rPr>
              <a:t> </a:t>
            </a:r>
            <a:r>
              <a:rPr lang="de-DE" sz="1200" dirty="0" err="1">
                <a:solidFill>
                  <a:srgbClr val="EAECF0"/>
                </a:solidFill>
                <a:ea typeface="+mn-lt"/>
                <a:cs typeface="+mn-lt"/>
              </a:rPr>
              <a:t>composer</a:t>
            </a:r>
            <a:r>
              <a:rPr lang="de-DE" sz="1200" dirty="0">
                <a:solidFill>
                  <a:srgbClr val="EAECF0"/>
                </a:solidFill>
                <a:ea typeface="+mn-lt"/>
                <a:cs typeface="+mn-lt"/>
              </a:rPr>
              <a:t>.</a:t>
            </a:r>
            <a:r>
              <a:rPr lang="de-DE" sz="1000" baseline="30000" dirty="0">
                <a:solidFill>
                  <a:srgbClr val="88A3E8"/>
                </a:solidFill>
                <a:ea typeface="+mn-lt"/>
                <a:cs typeface="+mn-lt"/>
                <a:hlinkClick r:id="rId18"/>
              </a:rPr>
              <a:t>[51]</a:t>
            </a:r>
            <a:r>
              <a:rPr lang="de-DE" sz="1200" dirty="0">
                <a:solidFill>
                  <a:srgbClr val="EAECF0"/>
                </a:solidFill>
                <a:ea typeface="+mn-lt"/>
                <a:cs typeface="+mn-lt"/>
              </a:rPr>
              <a:t> </a:t>
            </a:r>
            <a:r>
              <a:rPr lang="de-DE" sz="1200" dirty="0" err="1">
                <a:solidFill>
                  <a:srgbClr val="EAECF0"/>
                </a:solidFill>
                <a:ea typeface="+mn-lt"/>
                <a:cs typeface="+mn-lt"/>
              </a:rPr>
              <a:t>However</a:t>
            </a:r>
            <a:r>
              <a:rPr lang="de-DE" sz="1200" dirty="0">
                <a:solidFill>
                  <a:srgbClr val="EAECF0"/>
                </a:solidFill>
                <a:ea typeface="+mn-lt"/>
                <a:cs typeface="+mn-lt"/>
              </a:rPr>
              <a:t>, </a:t>
            </a:r>
            <a:r>
              <a:rPr lang="de-DE" sz="1200" i="1" dirty="0" err="1">
                <a:solidFill>
                  <a:srgbClr val="EAECF0"/>
                </a:solidFill>
                <a:ea typeface="+mn-lt"/>
                <a:cs typeface="+mn-lt"/>
              </a:rPr>
              <a:t>Gaude</a:t>
            </a:r>
            <a:r>
              <a:rPr lang="de-DE" sz="1200" i="1" dirty="0">
                <a:solidFill>
                  <a:srgbClr val="EAECF0"/>
                </a:solidFill>
                <a:ea typeface="+mn-lt"/>
                <a:cs typeface="+mn-lt"/>
              </a:rPr>
              <a:t> </a:t>
            </a:r>
            <a:r>
              <a:rPr lang="de-DE" sz="1200" i="1" dirty="0" err="1">
                <a:solidFill>
                  <a:srgbClr val="EAECF0"/>
                </a:solidFill>
                <a:ea typeface="+mn-lt"/>
                <a:cs typeface="+mn-lt"/>
              </a:rPr>
              <a:t>gloriosa</a:t>
            </a:r>
            <a:r>
              <a:rPr lang="de-DE" sz="1200" dirty="0" err="1">
                <a:solidFill>
                  <a:srgbClr val="EAECF0"/>
                </a:solidFill>
                <a:ea typeface="+mn-lt"/>
                <a:cs typeface="+mn-lt"/>
              </a:rPr>
              <a:t>'s</a:t>
            </a:r>
            <a:r>
              <a:rPr lang="de-DE" sz="1200" dirty="0">
                <a:solidFill>
                  <a:srgbClr val="EAECF0"/>
                </a:solidFill>
                <a:ea typeface="+mn-lt"/>
                <a:cs typeface="+mn-lt"/>
              </a:rPr>
              <a:t> </a:t>
            </a:r>
            <a:r>
              <a:rPr lang="de-DE" sz="1200" dirty="0" err="1">
                <a:solidFill>
                  <a:srgbClr val="EAECF0"/>
                </a:solidFill>
                <a:ea typeface="+mn-lt"/>
                <a:cs typeface="+mn-lt"/>
              </a:rPr>
              <a:t>dating</a:t>
            </a:r>
            <a:r>
              <a:rPr lang="de-DE" sz="1200" dirty="0">
                <a:solidFill>
                  <a:srgbClr val="EAECF0"/>
                </a:solidFill>
                <a:ea typeface="+mn-lt"/>
                <a:cs typeface="+mn-lt"/>
              </a:rPr>
              <a:t> was </a:t>
            </a:r>
            <a:r>
              <a:rPr lang="de-DE" sz="1200" dirty="0" err="1">
                <a:solidFill>
                  <a:srgbClr val="EAECF0"/>
                </a:solidFill>
                <a:ea typeface="+mn-lt"/>
                <a:cs typeface="+mn-lt"/>
              </a:rPr>
              <a:t>revised</a:t>
            </a:r>
            <a:r>
              <a:rPr lang="de-DE" sz="1200" dirty="0">
                <a:solidFill>
                  <a:srgbClr val="EAECF0"/>
                </a:solidFill>
                <a:ea typeface="+mn-lt"/>
                <a:cs typeface="+mn-lt"/>
              </a:rPr>
              <a:t> after </a:t>
            </a:r>
            <a:r>
              <a:rPr lang="de-DE" sz="1200" dirty="0" err="1">
                <a:solidFill>
                  <a:srgbClr val="EAECF0"/>
                </a:solidFill>
                <a:ea typeface="+mn-lt"/>
                <a:cs typeface="+mn-lt"/>
              </a:rPr>
              <a:t>renovations</a:t>
            </a:r>
            <a:r>
              <a:rPr lang="de-DE" sz="1200" dirty="0">
                <a:solidFill>
                  <a:srgbClr val="EAECF0"/>
                </a:solidFill>
                <a:ea typeface="+mn-lt"/>
                <a:cs typeface="+mn-lt"/>
              </a:rPr>
              <a:t> at </a:t>
            </a:r>
            <a:r>
              <a:rPr lang="de-DE" sz="1200" dirty="0">
                <a:solidFill>
                  <a:srgbClr val="88A3E8"/>
                </a:solidFill>
                <a:ea typeface="+mn-lt"/>
                <a:cs typeface="+mn-lt"/>
                <a:hlinkClick r:id="rId19"/>
              </a:rPr>
              <a:t>Corpus Christi College, Oxford</a:t>
            </a:r>
            <a:r>
              <a:rPr lang="de-DE" sz="1200" dirty="0">
                <a:solidFill>
                  <a:srgbClr val="EAECF0"/>
                </a:solidFill>
                <a:ea typeface="+mn-lt"/>
                <a:cs typeface="+mn-lt"/>
              </a:rPr>
              <a:t> in 1978 </a:t>
            </a:r>
            <a:r>
              <a:rPr lang="de-DE" sz="1200" dirty="0" err="1">
                <a:solidFill>
                  <a:srgbClr val="EAECF0"/>
                </a:solidFill>
                <a:ea typeface="+mn-lt"/>
                <a:cs typeface="+mn-lt"/>
              </a:rPr>
              <a:t>revealed</a:t>
            </a:r>
            <a:r>
              <a:rPr lang="de-DE" sz="1200" dirty="0">
                <a:solidFill>
                  <a:srgbClr val="EAECF0"/>
                </a:solidFill>
                <a:ea typeface="+mn-lt"/>
                <a:cs typeface="+mn-lt"/>
              </a:rPr>
              <a:t> </a:t>
            </a:r>
            <a:r>
              <a:rPr lang="de-DE" sz="1200" dirty="0" err="1">
                <a:solidFill>
                  <a:srgbClr val="EAECF0"/>
                </a:solidFill>
                <a:ea typeface="+mn-lt"/>
                <a:cs typeface="+mn-lt"/>
              </a:rPr>
              <a:t>earlier</a:t>
            </a:r>
            <a:r>
              <a:rPr lang="de-DE" sz="1200" dirty="0">
                <a:solidFill>
                  <a:srgbClr val="EAECF0"/>
                </a:solidFill>
                <a:ea typeface="+mn-lt"/>
                <a:cs typeface="+mn-lt"/>
              </a:rPr>
              <a:t> </a:t>
            </a:r>
            <a:r>
              <a:rPr lang="de-DE" sz="1200" dirty="0" err="1">
                <a:solidFill>
                  <a:srgbClr val="EAECF0"/>
                </a:solidFill>
                <a:ea typeface="+mn-lt"/>
                <a:cs typeface="+mn-lt"/>
              </a:rPr>
              <a:t>fragments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i="1" dirty="0" err="1">
                <a:solidFill>
                  <a:srgbClr val="EAECF0"/>
                </a:solidFill>
                <a:ea typeface="+mn-lt"/>
                <a:cs typeface="+mn-lt"/>
              </a:rPr>
              <a:t>Gaude</a:t>
            </a:r>
            <a:r>
              <a:rPr lang="de-DE" sz="1200" i="1" dirty="0">
                <a:solidFill>
                  <a:srgbClr val="EAECF0"/>
                </a:solidFill>
                <a:ea typeface="+mn-lt"/>
                <a:cs typeface="+mn-lt"/>
              </a:rPr>
              <a:t> </a:t>
            </a:r>
            <a:r>
              <a:rPr lang="de-DE" sz="1200" i="1" dirty="0" err="1">
                <a:solidFill>
                  <a:srgbClr val="EAECF0"/>
                </a:solidFill>
                <a:ea typeface="+mn-lt"/>
                <a:cs typeface="+mn-lt"/>
              </a:rPr>
              <a:t>gloriosa</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use</a:t>
            </a:r>
            <a:r>
              <a:rPr lang="de-DE" sz="1200" dirty="0">
                <a:solidFill>
                  <a:srgbClr val="EAECF0"/>
                </a:solidFill>
                <a:ea typeface="+mn-lt"/>
                <a:cs typeface="+mn-lt"/>
              </a:rPr>
              <a:t> an English </a:t>
            </a:r>
            <a:r>
              <a:rPr lang="de-DE" sz="1200" dirty="0" err="1">
                <a:solidFill>
                  <a:srgbClr val="EAECF0"/>
                </a:solidFill>
                <a:ea typeface="+mn-lt"/>
                <a:cs typeface="+mn-lt"/>
              </a:rPr>
              <a:t>text</a:t>
            </a:r>
            <a:r>
              <a:rPr lang="de-DE" sz="1200" dirty="0">
                <a:solidFill>
                  <a:srgbClr val="EAECF0"/>
                </a:solidFill>
                <a:ea typeface="+mn-lt"/>
                <a:cs typeface="+mn-lt"/>
              </a:rPr>
              <a:t> </a:t>
            </a:r>
            <a:r>
              <a:rPr lang="de-DE" sz="1200" dirty="0" err="1">
                <a:solidFill>
                  <a:srgbClr val="EAECF0"/>
                </a:solidFill>
                <a:ea typeface="+mn-lt"/>
                <a:cs typeface="+mn-lt"/>
              </a:rPr>
              <a:t>translated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a:solidFill>
                  <a:srgbClr val="88A3E8"/>
                </a:solidFill>
                <a:ea typeface="+mn-lt"/>
                <a:cs typeface="+mn-lt"/>
                <a:hlinkClick r:id="rId20"/>
              </a:rPr>
              <a:t>Queen Katherine Parr</a:t>
            </a:r>
            <a:r>
              <a:rPr lang="de-DE" sz="1200" dirty="0">
                <a:solidFill>
                  <a:srgbClr val="EAECF0"/>
                </a:solidFill>
                <a:ea typeface="+mn-lt"/>
                <a:cs typeface="+mn-lt"/>
              </a:rPr>
              <a:t>.</a:t>
            </a:r>
            <a:r>
              <a:rPr lang="de-DE" sz="1000" baseline="30000" dirty="0">
                <a:solidFill>
                  <a:srgbClr val="88A3E8"/>
                </a:solidFill>
                <a:ea typeface="+mn-lt"/>
                <a:cs typeface="+mn-lt"/>
                <a:hlinkClick r:id="rId21"/>
              </a:rPr>
              <a:t>[52]</a:t>
            </a:r>
            <a:r>
              <a:rPr lang="de-DE" sz="1200" dirty="0">
                <a:solidFill>
                  <a:srgbClr val="EAECF0"/>
                </a:solidFill>
                <a:ea typeface="+mn-lt"/>
                <a:cs typeface="+mn-lt"/>
              </a:rPr>
              <a:t> This </a:t>
            </a:r>
            <a:r>
              <a:rPr lang="de-DE" sz="1200" dirty="0" err="1">
                <a:solidFill>
                  <a:srgbClr val="EAECF0"/>
                </a:solidFill>
                <a:ea typeface="+mn-lt"/>
                <a:cs typeface="+mn-lt"/>
              </a:rPr>
              <a:t>means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antiphon</a:t>
            </a:r>
            <a:r>
              <a:rPr lang="de-DE" sz="1200" dirty="0">
                <a:solidFill>
                  <a:srgbClr val="EAECF0"/>
                </a:solidFill>
                <a:ea typeface="+mn-lt"/>
                <a:cs typeface="+mn-lt"/>
              </a:rPr>
              <a:t> was </a:t>
            </a:r>
            <a:r>
              <a:rPr lang="de-DE" sz="1200" dirty="0" err="1">
                <a:solidFill>
                  <a:srgbClr val="EAECF0"/>
                </a:solidFill>
                <a:ea typeface="+mn-lt"/>
                <a:cs typeface="+mn-lt"/>
              </a:rPr>
              <a:t>likely</a:t>
            </a:r>
            <a:r>
              <a:rPr lang="de-DE" sz="1200" dirty="0">
                <a:solidFill>
                  <a:srgbClr val="EAECF0"/>
                </a:solidFill>
                <a:ea typeface="+mn-lt"/>
                <a:cs typeface="+mn-lt"/>
              </a:rPr>
              <a:t> </a:t>
            </a:r>
            <a:r>
              <a:rPr lang="de-DE" sz="1200" dirty="0" err="1">
                <a:solidFill>
                  <a:srgbClr val="EAECF0"/>
                </a:solidFill>
                <a:ea typeface="+mn-lt"/>
                <a:cs typeface="+mn-lt"/>
              </a:rPr>
              <a:t>composed</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1540s, </a:t>
            </a:r>
            <a:r>
              <a:rPr lang="de-DE" sz="1200" dirty="0" err="1">
                <a:solidFill>
                  <a:srgbClr val="EAECF0"/>
                </a:solidFill>
                <a:ea typeface="+mn-lt"/>
                <a:cs typeface="+mn-lt"/>
              </a:rPr>
              <a:t>or</a:t>
            </a:r>
            <a:r>
              <a:rPr lang="de-DE" sz="1200" dirty="0">
                <a:solidFill>
                  <a:srgbClr val="EAECF0"/>
                </a:solidFill>
                <a:ea typeface="+mn-lt"/>
                <a:cs typeface="+mn-lt"/>
              </a:rPr>
              <a:t> </a:t>
            </a:r>
            <a:r>
              <a:rPr lang="de-DE" sz="1200" dirty="0" err="1">
                <a:solidFill>
                  <a:srgbClr val="EAECF0"/>
                </a:solidFill>
                <a:ea typeface="+mn-lt"/>
                <a:cs typeface="+mn-lt"/>
              </a:rPr>
              <a:t>even</a:t>
            </a:r>
            <a:r>
              <a:rPr lang="de-DE" sz="1200" dirty="0">
                <a:solidFill>
                  <a:srgbClr val="EAECF0"/>
                </a:solidFill>
                <a:ea typeface="+mn-lt"/>
                <a:cs typeface="+mn-lt"/>
              </a:rPr>
              <a:t> </a:t>
            </a:r>
            <a:r>
              <a:rPr lang="de-DE" sz="1200" dirty="0" err="1">
                <a:solidFill>
                  <a:srgbClr val="EAECF0"/>
                </a:solidFill>
                <a:ea typeface="+mn-lt"/>
                <a:cs typeface="+mn-lt"/>
              </a:rPr>
              <a:t>earlier</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its</a:t>
            </a:r>
            <a:r>
              <a:rPr lang="de-DE" sz="1200" dirty="0">
                <a:solidFill>
                  <a:srgbClr val="EAECF0"/>
                </a:solidFill>
                <a:ea typeface="+mn-lt"/>
                <a:cs typeface="+mn-lt"/>
              </a:rPr>
              <a:t> original </a:t>
            </a:r>
            <a:r>
              <a:rPr lang="de-DE" sz="1200" dirty="0" err="1">
                <a:solidFill>
                  <a:srgbClr val="EAECF0"/>
                </a:solidFill>
                <a:ea typeface="+mn-lt"/>
                <a:cs typeface="+mn-lt"/>
              </a:rPr>
              <a:t>Latin</a:t>
            </a:r>
            <a:r>
              <a:rPr lang="de-DE" sz="1200" dirty="0">
                <a:solidFill>
                  <a:srgbClr val="EAECF0"/>
                </a:solidFill>
                <a:ea typeface="+mn-lt"/>
                <a:cs typeface="+mn-lt"/>
              </a:rPr>
              <a:t> </a:t>
            </a:r>
            <a:r>
              <a:rPr lang="de-DE" sz="1200" dirty="0" err="1">
                <a:solidFill>
                  <a:srgbClr val="EAECF0"/>
                </a:solidFill>
                <a:ea typeface="+mn-lt"/>
                <a:cs typeface="+mn-lt"/>
              </a:rPr>
              <a:t>text</a:t>
            </a:r>
            <a:r>
              <a:rPr lang="de-DE" sz="1200" dirty="0">
                <a:solidFill>
                  <a:srgbClr val="EAECF0"/>
                </a:solidFill>
                <a:ea typeface="+mn-lt"/>
                <a:cs typeface="+mn-lt"/>
              </a:rPr>
              <a:t> </a:t>
            </a:r>
            <a:r>
              <a:rPr lang="de-DE" sz="1200" dirty="0" err="1">
                <a:solidFill>
                  <a:srgbClr val="EAECF0"/>
                </a:solidFill>
                <a:ea typeface="+mn-lt"/>
                <a:cs typeface="+mn-lt"/>
              </a:rPr>
              <a:t>referencing</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Gaude</a:t>
            </a:r>
            <a:r>
              <a:rPr lang="de-DE" sz="1200" dirty="0">
                <a:solidFill>
                  <a:srgbClr val="EAECF0"/>
                </a:solidFill>
                <a:ea typeface="+mn-lt"/>
                <a:cs typeface="+mn-lt"/>
              </a:rPr>
              <a:t>" </a:t>
            </a:r>
            <a:r>
              <a:rPr lang="de-DE" sz="1200" dirty="0" err="1">
                <a:solidFill>
                  <a:srgbClr val="EAECF0"/>
                </a:solidFill>
                <a:ea typeface="+mn-lt"/>
                <a:cs typeface="+mn-lt"/>
              </a:rPr>
              <a:t>Window</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west </a:t>
            </a:r>
            <a:r>
              <a:rPr lang="de-DE" sz="1200" dirty="0" err="1">
                <a:solidFill>
                  <a:srgbClr val="EAECF0"/>
                </a:solidFill>
                <a:ea typeface="+mn-lt"/>
                <a:cs typeface="+mn-lt"/>
              </a:rPr>
              <a:t>transept</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Canterbury Cathedral.</a:t>
            </a:r>
            <a:r>
              <a:rPr lang="de-DE" sz="1000" baseline="30000" dirty="0">
                <a:solidFill>
                  <a:srgbClr val="88A3E8"/>
                </a:solidFill>
                <a:ea typeface="+mn-lt"/>
                <a:cs typeface="+mn-lt"/>
                <a:hlinkClick r:id="rId22"/>
              </a:rPr>
              <a:t>[53]</a:t>
            </a:r>
            <a:r>
              <a:rPr lang="de-DE" sz="1200" dirty="0">
                <a:solidFill>
                  <a:srgbClr val="EAECF0"/>
                </a:solidFill>
                <a:ea typeface="+mn-lt"/>
                <a:cs typeface="+mn-lt"/>
              </a:rPr>
              <a:t> The </a:t>
            </a:r>
            <a:r>
              <a:rPr lang="de-DE" sz="1200" dirty="0" err="1">
                <a:solidFill>
                  <a:srgbClr val="EAECF0"/>
                </a:solidFill>
                <a:ea typeface="+mn-lt"/>
                <a:cs typeface="+mn-lt"/>
              </a:rPr>
              <a:t>cathedral</a:t>
            </a:r>
            <a:r>
              <a:rPr lang="de-DE" sz="1200" dirty="0">
                <a:solidFill>
                  <a:srgbClr val="EAECF0"/>
                </a:solidFill>
                <a:ea typeface="+mn-lt"/>
                <a:cs typeface="+mn-lt"/>
              </a:rPr>
              <a:t> was Tallis' </a:t>
            </a:r>
            <a:r>
              <a:rPr lang="de-DE" sz="1200" dirty="0" err="1">
                <a:solidFill>
                  <a:srgbClr val="EAECF0"/>
                </a:solidFill>
                <a:ea typeface="+mn-lt"/>
                <a:cs typeface="+mn-lt"/>
              </a:rPr>
              <a:t>previous</a:t>
            </a:r>
            <a:r>
              <a:rPr lang="de-DE" sz="1200" dirty="0">
                <a:solidFill>
                  <a:srgbClr val="EAECF0"/>
                </a:solidFill>
                <a:ea typeface="+mn-lt"/>
                <a:cs typeface="+mn-lt"/>
              </a:rPr>
              <a:t> </a:t>
            </a:r>
            <a:r>
              <a:rPr lang="de-DE" sz="1200" dirty="0" err="1">
                <a:solidFill>
                  <a:srgbClr val="EAECF0"/>
                </a:solidFill>
                <a:ea typeface="+mn-lt"/>
                <a:cs typeface="+mn-lt"/>
              </a:rPr>
              <a:t>workplace</a:t>
            </a:r>
            <a:r>
              <a:rPr lang="de-DE" sz="1200" dirty="0">
                <a:solidFill>
                  <a:srgbClr val="EAECF0"/>
                </a:solidFill>
                <a:ea typeface="+mn-lt"/>
                <a:cs typeface="+mn-lt"/>
              </a:rPr>
              <a:t> </a:t>
            </a:r>
            <a:r>
              <a:rPr lang="de-DE" sz="1200" dirty="0" err="1">
                <a:solidFill>
                  <a:srgbClr val="EAECF0"/>
                </a:solidFill>
                <a:ea typeface="+mn-lt"/>
                <a:cs typeface="+mn-lt"/>
              </a:rPr>
              <a:t>before</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appointment</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Chapel Royal. </a:t>
            </a:r>
            <a:r>
              <a:rPr lang="de-DE" sz="1200" dirty="0" err="1">
                <a:solidFill>
                  <a:srgbClr val="EAECF0"/>
                </a:solidFill>
                <a:ea typeface="+mn-lt"/>
                <a:cs typeface="+mn-lt"/>
              </a:rPr>
              <a:t>It</a:t>
            </a:r>
            <a:r>
              <a:rPr lang="de-DE" sz="1200" dirty="0">
                <a:solidFill>
                  <a:srgbClr val="EAECF0"/>
                </a:solidFill>
                <a:ea typeface="+mn-lt"/>
                <a:cs typeface="+mn-lt"/>
              </a:rPr>
              <a:t> was </a:t>
            </a:r>
            <a:r>
              <a:rPr lang="de-DE" sz="1200" dirty="0" err="1">
                <a:solidFill>
                  <a:srgbClr val="EAECF0"/>
                </a:solidFill>
                <a:ea typeface="+mn-lt"/>
                <a:cs typeface="+mn-lt"/>
              </a:rPr>
              <a:t>only</a:t>
            </a:r>
            <a:r>
              <a:rPr lang="de-DE" sz="1200" dirty="0">
                <a:solidFill>
                  <a:srgbClr val="EAECF0"/>
                </a:solidFill>
                <a:ea typeface="+mn-lt"/>
                <a:cs typeface="+mn-lt"/>
              </a:rPr>
              <a:t> after </a:t>
            </a:r>
            <a:r>
              <a:rPr lang="de-DE" sz="1200" dirty="0" err="1">
                <a:solidFill>
                  <a:srgbClr val="EAECF0"/>
                </a:solidFill>
                <a:ea typeface="+mn-lt"/>
                <a:cs typeface="+mn-lt"/>
              </a:rPr>
              <a:t>becoming</a:t>
            </a:r>
            <a:r>
              <a:rPr lang="de-DE" sz="1200" dirty="0">
                <a:solidFill>
                  <a:srgbClr val="EAECF0"/>
                </a:solidFill>
                <a:ea typeface="+mn-lt"/>
                <a:cs typeface="+mn-lt"/>
              </a:rPr>
              <a:t> a Gentleman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Chapel Royal </a:t>
            </a:r>
            <a:r>
              <a:rPr lang="de-DE" sz="1200" dirty="0" err="1">
                <a:solidFill>
                  <a:srgbClr val="EAECF0"/>
                </a:solidFill>
                <a:ea typeface="+mn-lt"/>
                <a:cs typeface="+mn-lt"/>
              </a:rPr>
              <a:t>that</a:t>
            </a:r>
            <a:r>
              <a:rPr lang="de-DE" sz="1200" dirty="0">
                <a:solidFill>
                  <a:srgbClr val="EAECF0"/>
                </a:solidFill>
                <a:ea typeface="+mn-lt"/>
                <a:cs typeface="+mn-lt"/>
              </a:rPr>
              <a:t> Tallis </a:t>
            </a:r>
            <a:r>
              <a:rPr lang="de-DE" sz="1200" dirty="0" err="1">
                <a:solidFill>
                  <a:srgbClr val="EAECF0"/>
                </a:solidFill>
                <a:ea typeface="+mn-lt"/>
                <a:cs typeface="+mn-lt"/>
              </a:rPr>
              <a:t>received</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commission</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i="1" dirty="0" err="1">
                <a:solidFill>
                  <a:srgbClr val="EAECF0"/>
                </a:solidFill>
                <a:ea typeface="+mn-lt"/>
                <a:cs typeface="+mn-lt"/>
              </a:rPr>
              <a:t>Gaude</a:t>
            </a:r>
            <a:r>
              <a:rPr lang="de-DE" sz="1200" i="1" dirty="0">
                <a:solidFill>
                  <a:srgbClr val="EAECF0"/>
                </a:solidFill>
                <a:ea typeface="+mn-lt"/>
                <a:cs typeface="+mn-lt"/>
              </a:rPr>
              <a:t> </a:t>
            </a:r>
            <a:r>
              <a:rPr lang="de-DE" sz="1200" i="1" dirty="0" err="1">
                <a:solidFill>
                  <a:srgbClr val="EAECF0"/>
                </a:solidFill>
                <a:ea typeface="+mn-lt"/>
                <a:cs typeface="+mn-lt"/>
              </a:rPr>
              <a:t>gloriosa</a:t>
            </a:r>
            <a:r>
              <a:rPr lang="de-DE" sz="1200" dirty="0" err="1">
                <a:solidFill>
                  <a:srgbClr val="EAECF0"/>
                </a:solidFill>
                <a:ea typeface="+mn-lt"/>
                <a:cs typeface="+mn-lt"/>
              </a:rPr>
              <a:t>'s</a:t>
            </a:r>
            <a:r>
              <a:rPr lang="de-DE" sz="1200" dirty="0">
                <a:solidFill>
                  <a:srgbClr val="EAECF0"/>
                </a:solidFill>
                <a:ea typeface="+mn-lt"/>
                <a:cs typeface="+mn-lt"/>
              </a:rPr>
              <a:t> English </a:t>
            </a:r>
            <a:r>
              <a:rPr lang="de-DE" sz="1200" dirty="0">
                <a:solidFill>
                  <a:srgbClr val="88A3E8"/>
                </a:solidFill>
                <a:ea typeface="+mn-lt"/>
                <a:cs typeface="+mn-lt"/>
                <a:hlinkClick r:id="rId23"/>
              </a:rPr>
              <a:t>contrafactum</a:t>
            </a:r>
            <a:r>
              <a:rPr lang="de-DE" sz="1200" dirty="0">
                <a:solidFill>
                  <a:srgbClr val="EAECF0"/>
                </a:solidFill>
                <a:ea typeface="+mn-lt"/>
                <a:cs typeface="+mn-lt"/>
              </a:rPr>
              <a:t>, </a:t>
            </a:r>
            <a:r>
              <a:rPr lang="de-DE" sz="1200" i="1" dirty="0">
                <a:solidFill>
                  <a:srgbClr val="EAECF0"/>
                </a:solidFill>
                <a:ea typeface="+mn-lt"/>
                <a:cs typeface="+mn-lt"/>
              </a:rPr>
              <a:t>Se Lord and </a:t>
            </a:r>
            <a:r>
              <a:rPr lang="de-DE" sz="1200" i="1" dirty="0" err="1">
                <a:solidFill>
                  <a:srgbClr val="EAECF0"/>
                </a:solidFill>
                <a:ea typeface="+mn-lt"/>
                <a:cs typeface="+mn-lt"/>
              </a:rPr>
              <a:t>behold</a:t>
            </a:r>
            <a:r>
              <a:rPr lang="de-DE" sz="1200" dirty="0">
                <a:solidFill>
                  <a:srgbClr val="EAECF0"/>
                </a:solidFill>
                <a:ea typeface="+mn-lt"/>
                <a:cs typeface="+mn-lt"/>
              </a:rPr>
              <a:t>, </a:t>
            </a:r>
            <a:r>
              <a:rPr lang="de-DE" sz="1200" dirty="0" err="1">
                <a:solidFill>
                  <a:srgbClr val="EAECF0"/>
                </a:solidFill>
                <a:ea typeface="+mn-lt"/>
                <a:cs typeface="+mn-lt"/>
              </a:rPr>
              <a:t>which</a:t>
            </a:r>
            <a:r>
              <a:rPr lang="de-DE" sz="1200" dirty="0">
                <a:solidFill>
                  <a:srgbClr val="EAECF0"/>
                </a:solidFill>
                <a:ea typeface="+mn-lt"/>
                <a:cs typeface="+mn-lt"/>
              </a:rPr>
              <a:t> was </a:t>
            </a:r>
            <a:r>
              <a:rPr lang="de-DE" sz="1200" dirty="0" err="1">
                <a:solidFill>
                  <a:srgbClr val="EAECF0"/>
                </a:solidFill>
                <a:ea typeface="+mn-lt"/>
                <a:cs typeface="+mn-lt"/>
              </a:rPr>
              <a:t>intended</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use</a:t>
            </a:r>
            <a:r>
              <a:rPr lang="de-DE" sz="1200" dirty="0">
                <a:solidFill>
                  <a:srgbClr val="EAECF0"/>
                </a:solidFill>
                <a:ea typeface="+mn-lt"/>
                <a:cs typeface="+mn-lt"/>
              </a:rPr>
              <a:t> in </a:t>
            </a:r>
            <a:r>
              <a:rPr lang="de-DE" sz="1200" dirty="0">
                <a:solidFill>
                  <a:srgbClr val="88A3E8"/>
                </a:solidFill>
                <a:ea typeface="+mn-lt"/>
                <a:cs typeface="+mn-lt"/>
                <a:hlinkClick r:id="rId24"/>
              </a:rPr>
              <a:t>Henry VIII's French campaign</a:t>
            </a:r>
            <a:r>
              <a:rPr lang="de-DE" sz="1200" dirty="0">
                <a:solidFill>
                  <a:srgbClr val="EAECF0"/>
                </a:solidFill>
                <a:ea typeface="+mn-lt"/>
                <a:cs typeface="+mn-lt"/>
              </a:rPr>
              <a:t> and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capture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25"/>
              </a:rPr>
              <a:t>Boulogne</a:t>
            </a:r>
            <a:r>
              <a:rPr lang="de-DE" sz="1200" dirty="0">
                <a:solidFill>
                  <a:srgbClr val="EAECF0"/>
                </a:solidFill>
                <a:ea typeface="+mn-lt"/>
                <a:cs typeface="+mn-lt"/>
              </a:rPr>
              <a:t> in 1544.</a:t>
            </a:r>
            <a:r>
              <a:rPr lang="de-DE" sz="1000" baseline="30000" dirty="0">
                <a:solidFill>
                  <a:srgbClr val="88A3E8"/>
                </a:solidFill>
                <a:ea typeface="+mn-lt"/>
                <a:cs typeface="+mn-lt"/>
                <a:hlinkClick r:id="rId26"/>
              </a:rPr>
              <a:t>[54]</a:t>
            </a:r>
            <a:endParaRPr lang="de-DE">
              <a:ea typeface="+mn-lt"/>
              <a:cs typeface="+mn-lt"/>
            </a:endParaRPr>
          </a:p>
          <a:p>
            <a:r>
              <a:rPr lang="de-DE" sz="1200" dirty="0">
                <a:solidFill>
                  <a:srgbClr val="EAECF0"/>
                </a:solidFill>
                <a:ea typeface="+mn-lt"/>
                <a:cs typeface="+mn-lt"/>
              </a:rPr>
              <a:t>At Canterbury Cathedral, Thomas Tallis was </a:t>
            </a:r>
            <a:r>
              <a:rPr lang="de-DE" sz="1200" dirty="0" err="1">
                <a:solidFill>
                  <a:srgbClr val="EAECF0"/>
                </a:solidFill>
                <a:ea typeface="+mn-lt"/>
                <a:cs typeface="+mn-lt"/>
              </a:rPr>
              <a:t>caught</a:t>
            </a:r>
            <a:r>
              <a:rPr lang="de-DE" sz="1200" dirty="0">
                <a:solidFill>
                  <a:srgbClr val="EAECF0"/>
                </a:solidFill>
                <a:ea typeface="+mn-lt"/>
                <a:cs typeface="+mn-lt"/>
              </a:rPr>
              <a:t> </a:t>
            </a:r>
            <a:r>
              <a:rPr lang="de-DE" sz="1200" dirty="0" err="1">
                <a:solidFill>
                  <a:srgbClr val="EAECF0"/>
                </a:solidFill>
                <a:ea typeface="+mn-lt"/>
                <a:cs typeface="+mn-lt"/>
              </a:rPr>
              <a:t>between</a:t>
            </a:r>
            <a:r>
              <a:rPr lang="de-DE" sz="1200" dirty="0">
                <a:solidFill>
                  <a:srgbClr val="EAECF0"/>
                </a:solidFill>
                <a:ea typeface="+mn-lt"/>
                <a:cs typeface="+mn-lt"/>
              </a:rPr>
              <a:t> </a:t>
            </a:r>
            <a:r>
              <a:rPr lang="de-DE" sz="1200" dirty="0">
                <a:solidFill>
                  <a:srgbClr val="88A3E8"/>
                </a:solidFill>
                <a:ea typeface="+mn-lt"/>
                <a:cs typeface="+mn-lt"/>
                <a:hlinkClick r:id="rId27"/>
              </a:rPr>
              <a:t>Archbishop Thomas Cranmer</a:t>
            </a:r>
            <a:r>
              <a:rPr lang="de-DE" sz="1200" dirty="0">
                <a:solidFill>
                  <a:srgbClr val="EAECF0"/>
                </a:solidFill>
                <a:ea typeface="+mn-lt"/>
                <a:cs typeface="+mn-lt"/>
              </a:rPr>
              <a:t>'s push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reform</a:t>
            </a:r>
            <a:r>
              <a:rPr lang="de-DE" sz="1200" dirty="0">
                <a:solidFill>
                  <a:srgbClr val="EAECF0"/>
                </a:solidFill>
                <a:ea typeface="+mn-lt"/>
                <a:cs typeface="+mn-lt"/>
              </a:rPr>
              <a:t>, and </a:t>
            </a:r>
            <a:r>
              <a:rPr lang="de-DE" sz="1200" dirty="0" err="1">
                <a:solidFill>
                  <a:srgbClr val="EAECF0"/>
                </a:solidFill>
                <a:ea typeface="+mn-lt"/>
                <a:cs typeface="+mn-lt"/>
              </a:rPr>
              <a:t>resistance</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conservative</a:t>
            </a:r>
            <a:r>
              <a:rPr lang="de-DE" sz="1200" dirty="0">
                <a:solidFill>
                  <a:srgbClr val="EAECF0"/>
                </a:solidFill>
                <a:ea typeface="+mn-lt"/>
                <a:cs typeface="+mn-lt"/>
              </a:rPr>
              <a:t> </a:t>
            </a:r>
            <a:r>
              <a:rPr lang="de-DE" sz="1200" dirty="0" err="1">
                <a:solidFill>
                  <a:srgbClr val="EAECF0"/>
                </a:solidFill>
                <a:ea typeface="+mn-lt"/>
                <a:cs typeface="+mn-lt"/>
              </a:rPr>
              <a:t>members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cathedral's</a:t>
            </a:r>
            <a:r>
              <a:rPr lang="de-DE" sz="1200" dirty="0">
                <a:solidFill>
                  <a:srgbClr val="EAECF0"/>
                </a:solidFill>
                <a:ea typeface="+mn-lt"/>
                <a:cs typeface="+mn-lt"/>
              </a:rPr>
              <a:t> </a:t>
            </a:r>
            <a:r>
              <a:rPr lang="de-DE" sz="1200" dirty="0" err="1">
                <a:solidFill>
                  <a:srgbClr val="EAECF0"/>
                </a:solidFill>
                <a:ea typeface="+mn-lt"/>
                <a:cs typeface="+mn-lt"/>
              </a:rPr>
              <a:t>chapter</a:t>
            </a:r>
            <a:r>
              <a:rPr lang="de-DE" sz="1200" dirty="0">
                <a:solidFill>
                  <a:srgbClr val="EAECF0"/>
                </a:solidFill>
                <a:ea typeface="+mn-lt"/>
                <a:cs typeface="+mn-lt"/>
              </a:rPr>
              <a:t>.</a:t>
            </a:r>
            <a:r>
              <a:rPr lang="de-DE" sz="1000" baseline="30000" dirty="0">
                <a:solidFill>
                  <a:srgbClr val="88A3E8"/>
                </a:solidFill>
                <a:ea typeface="+mn-lt"/>
                <a:cs typeface="+mn-lt"/>
                <a:hlinkClick r:id="rId28"/>
              </a:rPr>
              <a:t>[15]</a:t>
            </a:r>
            <a:r>
              <a:rPr lang="de-DE" sz="1200" dirty="0">
                <a:solidFill>
                  <a:srgbClr val="EAECF0"/>
                </a:solidFill>
                <a:ea typeface="+mn-lt"/>
                <a:cs typeface="+mn-lt"/>
              </a:rPr>
              <a:t> Cranmer </a:t>
            </a:r>
            <a:r>
              <a:rPr lang="de-DE" sz="1200" dirty="0" err="1">
                <a:solidFill>
                  <a:srgbClr val="EAECF0"/>
                </a:solidFill>
                <a:ea typeface="+mn-lt"/>
                <a:cs typeface="+mn-lt"/>
              </a:rPr>
              <a:t>recommended</a:t>
            </a:r>
            <a:r>
              <a:rPr lang="de-DE" sz="1200" dirty="0">
                <a:solidFill>
                  <a:srgbClr val="EAECF0"/>
                </a:solidFill>
                <a:ea typeface="+mn-lt"/>
                <a:cs typeface="+mn-lt"/>
              </a:rPr>
              <a:t> a </a:t>
            </a:r>
            <a:r>
              <a:rPr lang="de-DE" sz="1200" dirty="0" err="1">
                <a:solidFill>
                  <a:srgbClr val="EAECF0"/>
                </a:solidFill>
                <a:ea typeface="+mn-lt"/>
                <a:cs typeface="+mn-lt"/>
              </a:rPr>
              <a:t>syllabic</a:t>
            </a:r>
            <a:r>
              <a:rPr lang="de-DE" sz="1200" dirty="0">
                <a:solidFill>
                  <a:srgbClr val="EAECF0"/>
                </a:solidFill>
                <a:ea typeface="+mn-lt"/>
                <a:cs typeface="+mn-lt"/>
              </a:rPr>
              <a:t> style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music</a:t>
            </a:r>
            <a:r>
              <a:rPr lang="de-DE" sz="1200" dirty="0">
                <a:solidFill>
                  <a:srgbClr val="EAECF0"/>
                </a:solidFill>
                <a:ea typeface="+mn-lt"/>
                <a:cs typeface="+mn-lt"/>
              </a:rPr>
              <a:t> </a:t>
            </a:r>
            <a:r>
              <a:rPr lang="de-DE" sz="1200" dirty="0" err="1">
                <a:solidFill>
                  <a:srgbClr val="EAECF0"/>
                </a:solidFill>
                <a:ea typeface="+mn-lt"/>
                <a:cs typeface="+mn-lt"/>
              </a:rPr>
              <a:t>where</a:t>
            </a:r>
            <a:r>
              <a:rPr lang="de-DE" sz="1200" dirty="0">
                <a:solidFill>
                  <a:srgbClr val="EAECF0"/>
                </a:solidFill>
                <a:ea typeface="+mn-lt"/>
                <a:cs typeface="+mn-lt"/>
              </a:rPr>
              <a:t> </a:t>
            </a:r>
            <a:r>
              <a:rPr lang="de-DE" sz="1200" dirty="0" err="1">
                <a:solidFill>
                  <a:srgbClr val="EAECF0"/>
                </a:solidFill>
                <a:ea typeface="+mn-lt"/>
                <a:cs typeface="+mn-lt"/>
              </a:rPr>
              <a:t>each</a:t>
            </a:r>
            <a:r>
              <a:rPr lang="de-DE" sz="1200" dirty="0">
                <a:solidFill>
                  <a:srgbClr val="EAECF0"/>
                </a:solidFill>
                <a:ea typeface="+mn-lt"/>
                <a:cs typeface="+mn-lt"/>
              </a:rPr>
              <a:t> </a:t>
            </a:r>
            <a:r>
              <a:rPr lang="de-DE" sz="1200" dirty="0" err="1">
                <a:solidFill>
                  <a:srgbClr val="EAECF0"/>
                </a:solidFill>
                <a:ea typeface="+mn-lt"/>
                <a:cs typeface="+mn-lt"/>
              </a:rPr>
              <a:t>syllable</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sung</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one</a:t>
            </a:r>
            <a:r>
              <a:rPr lang="de-DE" sz="1200" dirty="0">
                <a:solidFill>
                  <a:srgbClr val="EAECF0"/>
                </a:solidFill>
                <a:ea typeface="+mn-lt"/>
                <a:cs typeface="+mn-lt"/>
              </a:rPr>
              <a:t> pitch,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instructions</a:t>
            </a:r>
            <a:r>
              <a:rPr lang="de-DE" sz="1200" dirty="0">
                <a:solidFill>
                  <a:srgbClr val="EAECF0"/>
                </a:solidFill>
                <a:ea typeface="+mn-lt"/>
                <a:cs typeface="+mn-lt"/>
              </a:rPr>
              <a:t> </a:t>
            </a:r>
            <a:r>
              <a:rPr lang="de-DE" sz="1200" dirty="0" err="1">
                <a:solidFill>
                  <a:srgbClr val="EAECF0"/>
                </a:solidFill>
                <a:ea typeface="+mn-lt"/>
                <a:cs typeface="+mn-lt"/>
              </a:rPr>
              <a:t>make</a:t>
            </a:r>
            <a:r>
              <a:rPr lang="de-DE" sz="1200" dirty="0">
                <a:solidFill>
                  <a:srgbClr val="EAECF0"/>
                </a:solidFill>
                <a:ea typeface="+mn-lt"/>
                <a:cs typeface="+mn-lt"/>
              </a:rPr>
              <a:t> </a:t>
            </a:r>
            <a:r>
              <a:rPr lang="de-DE" sz="1200" dirty="0" err="1">
                <a:solidFill>
                  <a:srgbClr val="EAECF0"/>
                </a:solidFill>
                <a:ea typeface="+mn-lt"/>
                <a:cs typeface="+mn-lt"/>
              </a:rPr>
              <a:t>clear</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setting</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1544 </a:t>
            </a:r>
            <a:r>
              <a:rPr lang="de-DE" sz="1200" i="1" dirty="0">
                <a:solidFill>
                  <a:srgbClr val="88A3E8"/>
                </a:solidFill>
                <a:ea typeface="+mn-lt"/>
                <a:cs typeface="+mn-lt"/>
                <a:hlinkClick r:id="rId29"/>
              </a:rPr>
              <a:t>English Litany</a:t>
            </a:r>
            <a:r>
              <a:rPr lang="de-DE" sz="1200" dirty="0">
                <a:solidFill>
                  <a:srgbClr val="EAECF0"/>
                </a:solidFill>
                <a:ea typeface="+mn-lt"/>
                <a:cs typeface="+mn-lt"/>
              </a:rPr>
              <a:t>.</a:t>
            </a:r>
            <a:r>
              <a:rPr lang="de-DE" sz="1000" baseline="30000" dirty="0">
                <a:solidFill>
                  <a:srgbClr val="88A3E8"/>
                </a:solidFill>
                <a:ea typeface="+mn-lt"/>
                <a:cs typeface="+mn-lt"/>
                <a:hlinkClick r:id="rId30"/>
              </a:rPr>
              <a:t>[55]</a:t>
            </a:r>
            <a:r>
              <a:rPr lang="de-DE" sz="1200" dirty="0">
                <a:solidFill>
                  <a:srgbClr val="EAECF0"/>
                </a:solidFill>
                <a:ea typeface="+mn-lt"/>
                <a:cs typeface="+mn-lt"/>
              </a:rPr>
              <a:t> As a </a:t>
            </a:r>
            <a:r>
              <a:rPr lang="de-DE" sz="1200" dirty="0" err="1">
                <a:solidFill>
                  <a:srgbClr val="EAECF0"/>
                </a:solidFill>
                <a:ea typeface="+mn-lt"/>
                <a:cs typeface="+mn-lt"/>
              </a:rPr>
              <a:t>result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writing</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Tallis </a:t>
            </a:r>
            <a:r>
              <a:rPr lang="de-DE" sz="1200" dirty="0" err="1">
                <a:solidFill>
                  <a:srgbClr val="EAECF0"/>
                </a:solidFill>
                <a:ea typeface="+mn-lt"/>
                <a:cs typeface="+mn-lt"/>
              </a:rPr>
              <a:t>became</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simple. Tallis' </a:t>
            </a:r>
            <a:r>
              <a:rPr lang="de-DE" sz="1200" i="1" dirty="0" err="1">
                <a:solidFill>
                  <a:srgbClr val="EAECF0"/>
                </a:solidFill>
                <a:ea typeface="+mn-lt"/>
                <a:cs typeface="+mn-lt"/>
              </a:rPr>
              <a:t>Mass</a:t>
            </a:r>
            <a:r>
              <a:rPr lang="de-DE" sz="1200" i="1" dirty="0">
                <a:solidFill>
                  <a:srgbClr val="EAECF0"/>
                </a:solidFill>
                <a:ea typeface="+mn-lt"/>
                <a:cs typeface="+mn-lt"/>
              </a:rPr>
              <a:t> </a:t>
            </a:r>
            <a:r>
              <a:rPr lang="de-DE" sz="1200" i="1" dirty="0" err="1">
                <a:solidFill>
                  <a:srgbClr val="EAECF0"/>
                </a:solidFill>
                <a:ea typeface="+mn-lt"/>
                <a:cs typeface="+mn-lt"/>
              </a:rPr>
              <a:t>for</a:t>
            </a:r>
            <a:r>
              <a:rPr lang="de-DE" sz="1200" i="1" dirty="0">
                <a:solidFill>
                  <a:srgbClr val="EAECF0"/>
                </a:solidFill>
                <a:ea typeface="+mn-lt"/>
                <a:cs typeface="+mn-lt"/>
              </a:rPr>
              <a:t> </a:t>
            </a:r>
            <a:r>
              <a:rPr lang="de-DE" sz="1200" i="1" dirty="0" err="1">
                <a:solidFill>
                  <a:srgbClr val="EAECF0"/>
                </a:solidFill>
                <a:ea typeface="+mn-lt"/>
                <a:cs typeface="+mn-lt"/>
              </a:rPr>
              <a:t>Four</a:t>
            </a:r>
            <a:r>
              <a:rPr lang="de-DE" sz="1200" i="1" dirty="0">
                <a:solidFill>
                  <a:srgbClr val="EAECF0"/>
                </a:solidFill>
                <a:ea typeface="+mn-lt"/>
                <a:cs typeface="+mn-lt"/>
              </a:rPr>
              <a:t> Voices</a:t>
            </a:r>
            <a:r>
              <a:rPr lang="de-DE" sz="1200" dirty="0">
                <a:solidFill>
                  <a:srgbClr val="EAECF0"/>
                </a:solidFill>
                <a:ea typeface="+mn-lt"/>
                <a:cs typeface="+mn-lt"/>
              </a:rPr>
              <a:t>, </a:t>
            </a:r>
            <a:r>
              <a:rPr lang="de-DE" sz="1200" dirty="0" err="1">
                <a:solidFill>
                  <a:srgbClr val="EAECF0"/>
                </a:solidFill>
                <a:ea typeface="+mn-lt"/>
                <a:cs typeface="+mn-lt"/>
              </a:rPr>
              <a:t>while</a:t>
            </a:r>
            <a:r>
              <a:rPr lang="de-DE" sz="1200" dirty="0">
                <a:solidFill>
                  <a:srgbClr val="EAECF0"/>
                </a:solidFill>
                <a:ea typeface="+mn-lt"/>
                <a:cs typeface="+mn-lt"/>
              </a:rPr>
              <a:t> in </a:t>
            </a:r>
            <a:r>
              <a:rPr lang="de-DE" sz="1200" dirty="0" err="1">
                <a:solidFill>
                  <a:srgbClr val="EAECF0"/>
                </a:solidFill>
                <a:ea typeface="+mn-lt"/>
                <a:cs typeface="+mn-lt"/>
              </a:rPr>
              <a:t>Latin</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written</a:t>
            </a:r>
            <a:r>
              <a:rPr lang="de-DE" sz="1200" dirty="0">
                <a:solidFill>
                  <a:srgbClr val="EAECF0"/>
                </a:solidFill>
                <a:ea typeface="+mn-lt"/>
                <a:cs typeface="+mn-lt"/>
              </a:rPr>
              <a:t> in </a:t>
            </a:r>
            <a:r>
              <a:rPr lang="de-DE" sz="1200" dirty="0" err="1">
                <a:solidFill>
                  <a:srgbClr val="EAECF0"/>
                </a:solidFill>
                <a:ea typeface="+mn-lt"/>
                <a:cs typeface="+mn-lt"/>
              </a:rPr>
              <a:t>syllabic</a:t>
            </a:r>
            <a:r>
              <a:rPr lang="de-DE" sz="1200" dirty="0">
                <a:solidFill>
                  <a:srgbClr val="EAECF0"/>
                </a:solidFill>
                <a:ea typeface="+mn-lt"/>
                <a:cs typeface="+mn-lt"/>
              </a:rPr>
              <a:t> </a:t>
            </a:r>
            <a:r>
              <a:rPr lang="de-DE" sz="1200" dirty="0">
                <a:solidFill>
                  <a:srgbClr val="88A3E8"/>
                </a:solidFill>
                <a:ea typeface="+mn-lt"/>
                <a:cs typeface="+mn-lt"/>
                <a:hlinkClick r:id="rId31"/>
              </a:rPr>
              <a:t>homophony</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 </a:t>
            </a:r>
            <a:r>
              <a:rPr lang="de-DE" sz="1200" dirty="0" err="1">
                <a:solidFill>
                  <a:srgbClr val="EAECF0"/>
                </a:solidFill>
                <a:ea typeface="+mn-lt"/>
                <a:cs typeface="+mn-lt"/>
              </a:rPr>
              <a:t>diminished</a:t>
            </a:r>
            <a:r>
              <a:rPr lang="de-DE" sz="1200" dirty="0">
                <a:solidFill>
                  <a:srgbClr val="EAECF0"/>
                </a:solidFill>
                <a:ea typeface="+mn-lt"/>
                <a:cs typeface="+mn-lt"/>
              </a:rPr>
              <a:t> </a:t>
            </a:r>
            <a:r>
              <a:rPr lang="de-DE" sz="1200" dirty="0" err="1">
                <a:solidFill>
                  <a:srgbClr val="EAECF0"/>
                </a:solidFill>
                <a:ea typeface="+mn-lt"/>
                <a:cs typeface="+mn-lt"/>
              </a:rPr>
              <a:t>use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32"/>
              </a:rPr>
              <a:t>melisma</a:t>
            </a:r>
            <a:r>
              <a:rPr lang="de-DE" sz="1200" dirty="0">
                <a:solidFill>
                  <a:srgbClr val="EAECF0"/>
                </a:solidFill>
                <a:ea typeface="+mn-lt"/>
                <a:cs typeface="+mn-lt"/>
              </a:rPr>
              <a:t>.</a:t>
            </a:r>
            <a:r>
              <a:rPr lang="de-DE" sz="1000" baseline="30000" dirty="0">
                <a:solidFill>
                  <a:srgbClr val="88A3E8"/>
                </a:solidFill>
                <a:ea typeface="+mn-lt"/>
                <a:cs typeface="+mn-lt"/>
                <a:hlinkClick r:id="rId33"/>
              </a:rPr>
              <a:t>[56]</a:t>
            </a:r>
            <a:endParaRPr lang="de-DE">
              <a:ea typeface="+mn-lt"/>
              <a:cs typeface="+mn-lt"/>
            </a:endParaRPr>
          </a:p>
          <a:p>
            <a:endParaRPr lang="de-DE" dirty="0"/>
          </a:p>
        </p:txBody>
      </p:sp>
    </p:spTree>
    <p:extLst>
      <p:ext uri="{BB962C8B-B14F-4D97-AF65-F5344CB8AC3E}">
        <p14:creationId xmlns:p14="http://schemas.microsoft.com/office/powerpoint/2010/main" val="29828287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B09D51-9FAD-947F-29C7-4634CA227207}"/>
              </a:ext>
            </a:extLst>
          </p:cNvPr>
          <p:cNvSpPr>
            <a:spLocks noGrp="1"/>
          </p:cNvSpPr>
          <p:nvPr>
            <p:ph type="title"/>
          </p:nvPr>
        </p:nvSpPr>
        <p:spPr/>
        <p:txBody>
          <a:bodyPr/>
          <a:lstStyle/>
          <a:p>
            <a:r>
              <a:rPr lang="de-DE" dirty="0">
                <a:solidFill>
                  <a:srgbClr val="F8F9FA"/>
                </a:solidFill>
                <a:ea typeface="+mj-lt"/>
                <a:cs typeface="+mj-lt"/>
              </a:rPr>
              <a:t>Music </a:t>
            </a:r>
            <a:r>
              <a:rPr lang="de-DE" err="1">
                <a:solidFill>
                  <a:srgbClr val="F8F9FA"/>
                </a:solidFill>
                <a:ea typeface="+mj-lt"/>
                <a:cs typeface="+mj-lt"/>
              </a:rPr>
              <a:t>under</a:t>
            </a:r>
            <a:r>
              <a:rPr lang="de-DE" dirty="0">
                <a:solidFill>
                  <a:srgbClr val="F8F9FA"/>
                </a:solidFill>
                <a:ea typeface="+mj-lt"/>
                <a:cs typeface="+mj-lt"/>
              </a:rPr>
              <a:t> Edward VI and Mary I</a:t>
            </a:r>
            <a:endParaRPr lang="de-DE"/>
          </a:p>
        </p:txBody>
      </p:sp>
      <p:sp>
        <p:nvSpPr>
          <p:cNvPr id="3" name="Inhaltsplatzhalter 2">
            <a:extLst>
              <a:ext uri="{FF2B5EF4-FFF2-40B4-BE49-F238E27FC236}">
                <a16:creationId xmlns:a16="http://schemas.microsoft.com/office/drawing/2014/main" id="{9D18CA83-8DDF-0049-030A-964A12F9F3CD}"/>
              </a:ext>
            </a:extLst>
          </p:cNvPr>
          <p:cNvSpPr>
            <a:spLocks noGrp="1"/>
          </p:cNvSpPr>
          <p:nvPr>
            <p:ph idx="1"/>
          </p:nvPr>
        </p:nvSpPr>
        <p:spPr>
          <a:xfrm>
            <a:off x="1587710" y="2160016"/>
            <a:ext cx="9486690" cy="4228710"/>
          </a:xfrm>
        </p:spPr>
        <p:txBody>
          <a:bodyPr vert="horz" lIns="91440" tIns="45720" rIns="91440" bIns="45720" rtlCol="0" anchor="t">
            <a:normAutofit fontScale="85000" lnSpcReduction="10000"/>
          </a:bodyPr>
          <a:lstStyle/>
          <a:p>
            <a:r>
              <a:rPr lang="de-DE" sz="1200" dirty="0">
                <a:solidFill>
                  <a:srgbClr val="EAECF0"/>
                </a:solidFill>
                <a:ea typeface="+mn-lt"/>
                <a:cs typeface="+mn-lt"/>
              </a:rPr>
              <a:t>The </a:t>
            </a:r>
            <a:r>
              <a:rPr lang="de-DE" sz="1200" dirty="0" err="1">
                <a:solidFill>
                  <a:srgbClr val="EAECF0"/>
                </a:solidFill>
                <a:ea typeface="+mn-lt"/>
                <a:cs typeface="+mn-lt"/>
              </a:rPr>
              <a:t>reformed</a:t>
            </a:r>
            <a:r>
              <a:rPr lang="de-DE" sz="1200" dirty="0">
                <a:solidFill>
                  <a:srgbClr val="EAECF0"/>
                </a:solidFill>
                <a:ea typeface="+mn-lt"/>
                <a:cs typeface="+mn-lt"/>
              </a:rPr>
              <a:t> </a:t>
            </a:r>
            <a:r>
              <a:rPr lang="de-DE" sz="1200" dirty="0" err="1">
                <a:solidFill>
                  <a:srgbClr val="EAECF0"/>
                </a:solidFill>
                <a:ea typeface="+mn-lt"/>
                <a:cs typeface="+mn-lt"/>
              </a:rPr>
              <a:t>Anglican</a:t>
            </a:r>
            <a:r>
              <a:rPr lang="de-DE" sz="1200" dirty="0">
                <a:solidFill>
                  <a:srgbClr val="EAECF0"/>
                </a:solidFill>
                <a:ea typeface="+mn-lt"/>
                <a:cs typeface="+mn-lt"/>
              </a:rPr>
              <a:t> </a:t>
            </a:r>
            <a:r>
              <a:rPr lang="de-DE" sz="1200" dirty="0" err="1">
                <a:solidFill>
                  <a:srgbClr val="EAECF0"/>
                </a:solidFill>
                <a:ea typeface="+mn-lt"/>
                <a:cs typeface="+mn-lt"/>
              </a:rPr>
              <a:t>liturgy</a:t>
            </a:r>
            <a:r>
              <a:rPr lang="de-DE" sz="1200" dirty="0">
                <a:solidFill>
                  <a:srgbClr val="EAECF0"/>
                </a:solidFill>
                <a:ea typeface="+mn-lt"/>
                <a:cs typeface="+mn-lt"/>
              </a:rPr>
              <a:t> was </a:t>
            </a:r>
            <a:r>
              <a:rPr lang="de-DE" sz="1200" dirty="0" err="1">
                <a:solidFill>
                  <a:srgbClr val="EAECF0"/>
                </a:solidFill>
                <a:ea typeface="+mn-lt"/>
                <a:cs typeface="+mn-lt"/>
              </a:rPr>
              <a:t>inaugurated</a:t>
            </a:r>
            <a:r>
              <a:rPr lang="de-DE" sz="1200" dirty="0">
                <a:solidFill>
                  <a:srgbClr val="EAECF0"/>
                </a:solidFill>
                <a:ea typeface="+mn-lt"/>
                <a:cs typeface="+mn-lt"/>
              </a:rPr>
              <a:t> </a:t>
            </a:r>
            <a:r>
              <a:rPr lang="de-DE" sz="1200" dirty="0" err="1">
                <a:solidFill>
                  <a:srgbClr val="EAECF0"/>
                </a:solidFill>
                <a:ea typeface="+mn-lt"/>
                <a:cs typeface="+mn-lt"/>
              </a:rPr>
              <a:t>during</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short</a:t>
            </a:r>
            <a:r>
              <a:rPr lang="de-DE" sz="1200" dirty="0">
                <a:solidFill>
                  <a:srgbClr val="EAECF0"/>
                </a:solidFill>
                <a:ea typeface="+mn-lt"/>
                <a:cs typeface="+mn-lt"/>
              </a:rPr>
              <a:t> </a:t>
            </a:r>
            <a:r>
              <a:rPr lang="de-DE" sz="1200" dirty="0" err="1">
                <a:solidFill>
                  <a:srgbClr val="EAECF0"/>
                </a:solidFill>
                <a:ea typeface="+mn-lt"/>
                <a:cs typeface="+mn-lt"/>
              </a:rPr>
              <a:t>reign</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2"/>
              </a:rPr>
              <a:t>Edward VI</a:t>
            </a:r>
            <a:r>
              <a:rPr lang="de-DE" sz="1200" dirty="0">
                <a:solidFill>
                  <a:srgbClr val="EAECF0"/>
                </a:solidFill>
                <a:ea typeface="+mn-lt"/>
                <a:cs typeface="+mn-lt"/>
              </a:rPr>
              <a:t> (1547–53),</a:t>
            </a:r>
            <a:r>
              <a:rPr lang="de-DE" sz="1000" baseline="30000" dirty="0">
                <a:solidFill>
                  <a:srgbClr val="88A3E8"/>
                </a:solidFill>
                <a:ea typeface="+mn-lt"/>
                <a:cs typeface="+mn-lt"/>
                <a:hlinkClick r:id="rId3"/>
              </a:rPr>
              <a:t>[57]</a:t>
            </a:r>
            <a:r>
              <a:rPr lang="de-DE" sz="1200" dirty="0">
                <a:solidFill>
                  <a:srgbClr val="EAECF0"/>
                </a:solidFill>
                <a:ea typeface="+mn-lt"/>
                <a:cs typeface="+mn-lt"/>
              </a:rPr>
              <a:t> and Tallis </a:t>
            </a:r>
            <a:r>
              <a:rPr lang="de-DE" sz="1200" dirty="0" err="1">
                <a:solidFill>
                  <a:srgbClr val="EAECF0"/>
                </a:solidFill>
                <a:ea typeface="+mn-lt"/>
                <a:cs typeface="+mn-lt"/>
              </a:rPr>
              <a:t>began</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write</a:t>
            </a:r>
            <a:r>
              <a:rPr lang="de-DE" sz="1200" dirty="0">
                <a:solidFill>
                  <a:srgbClr val="EAECF0"/>
                </a:solidFill>
                <a:ea typeface="+mn-lt"/>
                <a:cs typeface="+mn-lt"/>
              </a:rPr>
              <a:t> </a:t>
            </a:r>
            <a:r>
              <a:rPr lang="de-DE" sz="1200" dirty="0" err="1">
                <a:solidFill>
                  <a:srgbClr val="EAECF0"/>
                </a:solidFill>
                <a:ea typeface="+mn-lt"/>
                <a:cs typeface="+mn-lt"/>
              </a:rPr>
              <a:t>anthems</a:t>
            </a:r>
            <a:r>
              <a:rPr lang="de-DE" sz="1200" dirty="0">
                <a:solidFill>
                  <a:srgbClr val="EAECF0"/>
                </a:solidFill>
                <a:ea typeface="+mn-lt"/>
                <a:cs typeface="+mn-lt"/>
              </a:rPr>
              <a:t> </a:t>
            </a:r>
            <a:r>
              <a:rPr lang="de-DE" sz="1200" dirty="0" err="1">
                <a:solidFill>
                  <a:srgbClr val="EAECF0"/>
                </a:solidFill>
                <a:ea typeface="+mn-lt"/>
                <a:cs typeface="+mn-lt"/>
              </a:rPr>
              <a:t>set</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English </a:t>
            </a:r>
            <a:r>
              <a:rPr lang="de-DE" sz="1200" dirty="0" err="1">
                <a:solidFill>
                  <a:srgbClr val="EAECF0"/>
                </a:solidFill>
                <a:ea typeface="+mn-lt"/>
                <a:cs typeface="+mn-lt"/>
              </a:rPr>
              <a:t>words</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well</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a:solidFill>
                  <a:srgbClr val="FD7865"/>
                </a:solidFill>
                <a:ea typeface="+mn-lt"/>
                <a:cs typeface="+mn-lt"/>
                <a:hlinkClick r:id="rId4"/>
              </a:rPr>
              <a:t>services</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5"/>
              </a:rPr>
              <a:t>Book of Common Prayer</a:t>
            </a:r>
            <a:r>
              <a:rPr lang="de-DE" sz="1200" dirty="0">
                <a:solidFill>
                  <a:srgbClr val="EAECF0"/>
                </a:solidFill>
                <a:ea typeface="+mn-lt"/>
                <a:cs typeface="+mn-lt"/>
              </a:rPr>
              <a:t>. Tallis' English </a:t>
            </a:r>
            <a:r>
              <a:rPr lang="de-DE" sz="1200" dirty="0" err="1">
                <a:solidFill>
                  <a:srgbClr val="EAECF0"/>
                </a:solidFill>
                <a:ea typeface="+mn-lt"/>
                <a:cs typeface="+mn-lt"/>
              </a:rPr>
              <a:t>setting</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i="1" dirty="0">
                <a:solidFill>
                  <a:srgbClr val="88A3E8"/>
                </a:solidFill>
                <a:ea typeface="+mn-lt"/>
                <a:cs typeface="+mn-lt"/>
                <a:hlinkClick r:id="rId6"/>
              </a:rPr>
              <a:t>Benedictus</a:t>
            </a:r>
            <a:r>
              <a:rPr lang="de-DE" sz="1200" dirty="0">
                <a:solidFill>
                  <a:srgbClr val="EAECF0"/>
                </a:solidFill>
                <a:ea typeface="+mn-lt"/>
                <a:cs typeface="+mn-lt"/>
              </a:rPr>
              <a:t> </a:t>
            </a:r>
            <a:r>
              <a:rPr lang="de-DE" sz="1200" dirty="0" err="1">
                <a:solidFill>
                  <a:srgbClr val="EAECF0"/>
                </a:solidFill>
                <a:ea typeface="+mn-lt"/>
                <a:cs typeface="+mn-lt"/>
              </a:rPr>
              <a:t>stylistically</a:t>
            </a:r>
            <a:r>
              <a:rPr lang="de-DE" sz="1200" dirty="0">
                <a:solidFill>
                  <a:srgbClr val="EAECF0"/>
                </a:solidFill>
                <a:ea typeface="+mn-lt"/>
                <a:cs typeface="+mn-lt"/>
              </a:rPr>
              <a:t> </a:t>
            </a:r>
            <a:r>
              <a:rPr lang="de-DE" sz="1200" dirty="0" err="1">
                <a:solidFill>
                  <a:srgbClr val="EAECF0"/>
                </a:solidFill>
                <a:ea typeface="+mn-lt"/>
                <a:cs typeface="+mn-lt"/>
              </a:rPr>
              <a:t>dates</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this</a:t>
            </a:r>
            <a:r>
              <a:rPr lang="de-DE" sz="1200" dirty="0">
                <a:solidFill>
                  <a:srgbClr val="EAECF0"/>
                </a:solidFill>
                <a:ea typeface="+mn-lt"/>
                <a:cs typeface="+mn-lt"/>
              </a:rPr>
              <a:t> </a:t>
            </a:r>
            <a:r>
              <a:rPr lang="de-DE" sz="1200" dirty="0" err="1">
                <a:solidFill>
                  <a:srgbClr val="EAECF0"/>
                </a:solidFill>
                <a:ea typeface="+mn-lt"/>
                <a:cs typeface="+mn-lt"/>
              </a:rPr>
              <a:t>period</a:t>
            </a:r>
            <a:r>
              <a:rPr lang="de-DE" sz="1200" dirty="0">
                <a:solidFill>
                  <a:srgbClr val="EAECF0"/>
                </a:solidFill>
                <a:ea typeface="+mn-lt"/>
                <a:cs typeface="+mn-lt"/>
              </a:rPr>
              <a:t>, </a:t>
            </a:r>
            <a:r>
              <a:rPr lang="de-DE" sz="1200" dirty="0" err="1">
                <a:solidFill>
                  <a:srgbClr val="EAECF0"/>
                </a:solidFill>
                <a:ea typeface="+mn-lt"/>
                <a:cs typeface="+mn-lt"/>
              </a:rPr>
              <a:t>although</a:t>
            </a:r>
            <a:r>
              <a:rPr lang="de-DE" sz="1200" dirty="0">
                <a:solidFill>
                  <a:srgbClr val="EAECF0"/>
                </a:solidFill>
                <a:ea typeface="+mn-lt"/>
                <a:cs typeface="+mn-lt"/>
              </a:rPr>
              <a:t> </a:t>
            </a:r>
            <a:r>
              <a:rPr lang="de-DE" sz="1200" dirty="0" err="1">
                <a:solidFill>
                  <a:srgbClr val="EAECF0"/>
                </a:solidFill>
                <a:ea typeface="+mn-lt"/>
                <a:cs typeface="+mn-lt"/>
              </a:rPr>
              <a:t>it</a:t>
            </a:r>
            <a:r>
              <a:rPr lang="de-DE" sz="1200" dirty="0">
                <a:solidFill>
                  <a:srgbClr val="EAECF0"/>
                </a:solidFill>
                <a:ea typeface="+mn-lt"/>
                <a:cs typeface="+mn-lt"/>
              </a:rPr>
              <a:t> </a:t>
            </a:r>
            <a:r>
              <a:rPr lang="de-DE" sz="1200" dirty="0" err="1">
                <a:solidFill>
                  <a:srgbClr val="EAECF0"/>
                </a:solidFill>
                <a:ea typeface="+mn-lt"/>
                <a:cs typeface="+mn-lt"/>
              </a:rPr>
              <a:t>remained</a:t>
            </a:r>
            <a:r>
              <a:rPr lang="de-DE" sz="1200" dirty="0">
                <a:solidFill>
                  <a:srgbClr val="EAECF0"/>
                </a:solidFill>
                <a:ea typeface="+mn-lt"/>
                <a:cs typeface="+mn-lt"/>
              </a:rPr>
              <a:t> in </a:t>
            </a:r>
            <a:r>
              <a:rPr lang="de-DE" sz="1200" dirty="0" err="1">
                <a:solidFill>
                  <a:srgbClr val="EAECF0"/>
                </a:solidFill>
                <a:ea typeface="+mn-lt"/>
                <a:cs typeface="+mn-lt"/>
              </a:rPr>
              <a:t>use</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Byrd </a:t>
            </a:r>
            <a:r>
              <a:rPr lang="de-DE" sz="1200" dirty="0" err="1">
                <a:solidFill>
                  <a:srgbClr val="EAECF0"/>
                </a:solidFill>
                <a:ea typeface="+mn-lt"/>
                <a:cs typeface="+mn-lt"/>
              </a:rPr>
              <a:t>quoted</a:t>
            </a:r>
            <a:r>
              <a:rPr lang="de-DE" sz="1200" dirty="0">
                <a:solidFill>
                  <a:srgbClr val="EAECF0"/>
                </a:solidFill>
                <a:ea typeface="+mn-lt"/>
                <a:cs typeface="+mn-lt"/>
              </a:rPr>
              <a:t> Tallis' "</a:t>
            </a:r>
            <a:r>
              <a:rPr lang="de-DE" sz="1200" dirty="0" err="1">
                <a:solidFill>
                  <a:srgbClr val="EAECF0"/>
                </a:solidFill>
                <a:ea typeface="+mn-lt"/>
                <a:cs typeface="+mn-lt"/>
              </a:rPr>
              <a:t>which</a:t>
            </a:r>
            <a:r>
              <a:rPr lang="de-DE" sz="1200" dirty="0">
                <a:solidFill>
                  <a:srgbClr val="EAECF0"/>
                </a:solidFill>
                <a:ea typeface="+mn-lt"/>
                <a:cs typeface="+mn-lt"/>
              </a:rPr>
              <a:t> </a:t>
            </a:r>
            <a:r>
              <a:rPr lang="de-DE" sz="1200" dirty="0" err="1">
                <a:solidFill>
                  <a:srgbClr val="EAECF0"/>
                </a:solidFill>
                <a:ea typeface="+mn-lt"/>
                <a:cs typeface="+mn-lt"/>
              </a:rPr>
              <a:t>hath</a:t>
            </a:r>
            <a:r>
              <a:rPr lang="de-DE" sz="1200" dirty="0">
                <a:solidFill>
                  <a:srgbClr val="EAECF0"/>
                </a:solidFill>
                <a:ea typeface="+mn-lt"/>
                <a:cs typeface="+mn-lt"/>
              </a:rPr>
              <a:t> </a:t>
            </a:r>
            <a:r>
              <a:rPr lang="de-DE" sz="1200" dirty="0" err="1">
                <a:solidFill>
                  <a:srgbClr val="EAECF0"/>
                </a:solidFill>
                <a:ea typeface="+mn-lt"/>
                <a:cs typeface="+mn-lt"/>
              </a:rPr>
              <a:t>bene</a:t>
            </a:r>
            <a:r>
              <a:rPr lang="de-DE" sz="1200" dirty="0">
                <a:solidFill>
                  <a:srgbClr val="EAECF0"/>
                </a:solidFill>
                <a:ea typeface="+mn-lt"/>
                <a:cs typeface="+mn-lt"/>
              </a:rPr>
              <a:t> </a:t>
            </a:r>
            <a:r>
              <a:rPr lang="de-DE" sz="1200" dirty="0" err="1">
                <a:solidFill>
                  <a:srgbClr val="EAECF0"/>
                </a:solidFill>
                <a:ea typeface="+mn-lt"/>
                <a:cs typeface="+mn-lt"/>
              </a:rPr>
              <a:t>since</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world</a:t>
            </a:r>
            <a:r>
              <a:rPr lang="de-DE" sz="1200" dirty="0">
                <a:solidFill>
                  <a:srgbClr val="EAECF0"/>
                </a:solidFill>
                <a:ea typeface="+mn-lt"/>
                <a:cs typeface="+mn-lt"/>
              </a:rPr>
              <a:t> </a:t>
            </a:r>
            <a:r>
              <a:rPr lang="de-DE" sz="1200" dirty="0" err="1">
                <a:solidFill>
                  <a:srgbClr val="EAECF0"/>
                </a:solidFill>
                <a:ea typeface="+mn-lt"/>
                <a:cs typeface="+mn-lt"/>
              </a:rPr>
              <a:t>began</a:t>
            </a:r>
            <a:r>
              <a:rPr lang="de-DE" sz="1200" dirty="0">
                <a:solidFill>
                  <a:srgbClr val="EAECF0"/>
                </a:solidFill>
                <a:ea typeface="+mn-lt"/>
                <a:cs typeface="+mn-lt"/>
              </a:rPr>
              <a:t>" </a:t>
            </a:r>
            <a:r>
              <a:rPr lang="de-DE" sz="1200" dirty="0" err="1">
                <a:solidFill>
                  <a:srgbClr val="EAECF0"/>
                </a:solidFill>
                <a:ea typeface="+mn-lt"/>
                <a:cs typeface="+mn-lt"/>
              </a:rPr>
              <a:t>melody</a:t>
            </a:r>
            <a:r>
              <a:rPr lang="de-DE" sz="1200" dirty="0">
                <a:solidFill>
                  <a:srgbClr val="EAECF0"/>
                </a:solidFill>
                <a:ea typeface="+mn-lt"/>
                <a:cs typeface="+mn-lt"/>
              </a:rPr>
              <a:t> in </a:t>
            </a:r>
            <a:r>
              <a:rPr lang="de-DE" sz="1200" dirty="0" err="1">
                <a:solidFill>
                  <a:srgbClr val="EAECF0"/>
                </a:solidFill>
                <a:ea typeface="+mn-lt"/>
                <a:cs typeface="+mn-lt"/>
              </a:rPr>
              <a:t>his</a:t>
            </a:r>
            <a:r>
              <a:rPr lang="de-DE" sz="1200" dirty="0">
                <a:solidFill>
                  <a:srgbClr val="EAECF0"/>
                </a:solidFill>
                <a:ea typeface="+mn-lt"/>
                <a:cs typeface="+mn-lt"/>
              </a:rPr>
              <a:t> own </a:t>
            </a:r>
            <a:r>
              <a:rPr lang="de-DE" sz="1200" i="1" dirty="0">
                <a:solidFill>
                  <a:srgbClr val="88A3E8"/>
                </a:solidFill>
                <a:ea typeface="+mn-lt"/>
                <a:cs typeface="+mn-lt"/>
                <a:hlinkClick r:id="rId7"/>
              </a:rPr>
              <a:t>Great Service.</a:t>
            </a:r>
            <a:r>
              <a:rPr lang="de-DE" sz="1000" baseline="30000" dirty="0">
                <a:solidFill>
                  <a:srgbClr val="88A3E8"/>
                </a:solidFill>
                <a:ea typeface="+mn-lt"/>
                <a:cs typeface="+mn-lt"/>
                <a:hlinkClick r:id="rId7"/>
              </a:rPr>
              <a:t>[58]</a:t>
            </a:r>
            <a:r>
              <a:rPr lang="de-DE" sz="1200" dirty="0">
                <a:solidFill>
                  <a:srgbClr val="EAECF0"/>
                </a:solidFill>
                <a:ea typeface="+mn-lt"/>
                <a:cs typeface="+mn-lt"/>
              </a:rPr>
              <a:t> Tallis' </a:t>
            </a:r>
            <a:r>
              <a:rPr lang="de-DE" sz="1200" dirty="0" err="1">
                <a:solidFill>
                  <a:srgbClr val="EAECF0"/>
                </a:solidFill>
                <a:ea typeface="+mn-lt"/>
                <a:cs typeface="+mn-lt"/>
              </a:rPr>
              <a:t>famous</a:t>
            </a:r>
            <a:r>
              <a:rPr lang="de-DE" sz="1200" dirty="0">
                <a:solidFill>
                  <a:srgbClr val="EAECF0"/>
                </a:solidFill>
                <a:ea typeface="+mn-lt"/>
                <a:cs typeface="+mn-lt"/>
              </a:rPr>
              <a:t> </a:t>
            </a:r>
            <a:r>
              <a:rPr lang="de-DE" sz="1200" i="1" dirty="0">
                <a:solidFill>
                  <a:srgbClr val="88A3E8"/>
                </a:solidFill>
                <a:ea typeface="+mn-lt"/>
                <a:cs typeface="+mn-lt"/>
                <a:hlinkClick r:id="rId8"/>
              </a:rPr>
              <a:t>If ye love me</a:t>
            </a:r>
            <a:r>
              <a:rPr lang="de-DE" sz="1200" dirty="0">
                <a:solidFill>
                  <a:srgbClr val="EAECF0"/>
                </a:solidFill>
                <a:ea typeface="+mn-lt"/>
                <a:cs typeface="+mn-lt"/>
              </a:rPr>
              <a:t> </a:t>
            </a:r>
            <a:r>
              <a:rPr lang="de-DE" sz="1200" dirty="0" err="1">
                <a:solidFill>
                  <a:srgbClr val="EAECF0"/>
                </a:solidFill>
                <a:ea typeface="+mn-lt"/>
                <a:cs typeface="+mn-lt"/>
              </a:rPr>
              <a:t>certainly</a:t>
            </a:r>
            <a:r>
              <a:rPr lang="de-DE" sz="1200" dirty="0">
                <a:solidFill>
                  <a:srgbClr val="EAECF0"/>
                </a:solidFill>
                <a:ea typeface="+mn-lt"/>
                <a:cs typeface="+mn-lt"/>
              </a:rPr>
              <a:t> </a:t>
            </a:r>
            <a:r>
              <a:rPr lang="de-DE" sz="1200" dirty="0" err="1">
                <a:solidFill>
                  <a:srgbClr val="EAECF0"/>
                </a:solidFill>
                <a:ea typeface="+mn-lt"/>
                <a:cs typeface="+mn-lt"/>
              </a:rPr>
              <a:t>dates</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reign</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Edward VI,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FD7865"/>
                </a:solidFill>
                <a:ea typeface="+mn-lt"/>
                <a:cs typeface="+mn-lt"/>
                <a:hlinkClick r:id="rId9"/>
              </a:rPr>
              <a:t>Wanley Partbook</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1549-1552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earliest</a:t>
            </a:r>
            <a:r>
              <a:rPr lang="de-DE" sz="1200" dirty="0">
                <a:solidFill>
                  <a:srgbClr val="EAECF0"/>
                </a:solidFill>
                <a:ea typeface="+mn-lt"/>
                <a:cs typeface="+mn-lt"/>
              </a:rPr>
              <a:t> source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anthem</a:t>
            </a:r>
            <a:r>
              <a:rPr lang="de-DE" sz="1200" dirty="0">
                <a:solidFill>
                  <a:srgbClr val="EAECF0"/>
                </a:solidFill>
                <a:ea typeface="+mn-lt"/>
                <a:cs typeface="+mn-lt"/>
              </a:rPr>
              <a:t>.</a:t>
            </a:r>
            <a:r>
              <a:rPr lang="de-DE" sz="1000" baseline="30000" dirty="0">
                <a:solidFill>
                  <a:srgbClr val="88A3E8"/>
                </a:solidFill>
                <a:ea typeface="+mn-lt"/>
                <a:cs typeface="+mn-lt"/>
                <a:hlinkClick r:id="rId10"/>
              </a:rPr>
              <a:t>[59]</a:t>
            </a:r>
            <a:endParaRPr lang="de-DE"/>
          </a:p>
          <a:p>
            <a:r>
              <a:rPr lang="de-DE" sz="1200" dirty="0">
                <a:solidFill>
                  <a:srgbClr val="88A3E8"/>
                </a:solidFill>
                <a:ea typeface="+mn-lt"/>
                <a:cs typeface="+mn-lt"/>
                <a:hlinkClick r:id="rId11"/>
              </a:rPr>
              <a:t>Queen Mary</a:t>
            </a:r>
            <a:r>
              <a:rPr lang="de-DE" sz="1200" dirty="0">
                <a:solidFill>
                  <a:srgbClr val="EAECF0"/>
                </a:solidFill>
                <a:ea typeface="+mn-lt"/>
                <a:cs typeface="+mn-lt"/>
              </a:rPr>
              <a:t> </a:t>
            </a:r>
            <a:r>
              <a:rPr lang="de-DE" sz="1200" dirty="0" err="1">
                <a:solidFill>
                  <a:srgbClr val="EAECF0"/>
                </a:solidFill>
                <a:ea typeface="+mn-lt"/>
                <a:cs typeface="+mn-lt"/>
              </a:rPr>
              <a:t>set</a:t>
            </a:r>
            <a:r>
              <a:rPr lang="de-DE" sz="1200" dirty="0">
                <a:solidFill>
                  <a:srgbClr val="EAECF0"/>
                </a:solidFill>
                <a:ea typeface="+mn-lt"/>
                <a:cs typeface="+mn-lt"/>
              </a:rPr>
              <a:t> </a:t>
            </a:r>
            <a:r>
              <a:rPr lang="de-DE" sz="1200" dirty="0" err="1">
                <a:solidFill>
                  <a:srgbClr val="EAECF0"/>
                </a:solidFill>
                <a:ea typeface="+mn-lt"/>
                <a:cs typeface="+mn-lt"/>
              </a:rPr>
              <a:t>about</a:t>
            </a:r>
            <a:r>
              <a:rPr lang="de-DE" sz="1200" dirty="0">
                <a:solidFill>
                  <a:srgbClr val="EAECF0"/>
                </a:solidFill>
                <a:ea typeface="+mn-lt"/>
                <a:cs typeface="+mn-lt"/>
              </a:rPr>
              <a:t> </a:t>
            </a:r>
            <a:r>
              <a:rPr lang="de-DE" sz="1200" dirty="0" err="1">
                <a:solidFill>
                  <a:srgbClr val="EAECF0"/>
                </a:solidFill>
                <a:ea typeface="+mn-lt"/>
                <a:cs typeface="+mn-lt"/>
              </a:rPr>
              <a:t>undoing</a:t>
            </a:r>
            <a:r>
              <a:rPr lang="de-DE" sz="1200" dirty="0">
                <a:solidFill>
                  <a:srgbClr val="EAECF0"/>
                </a:solidFill>
                <a:ea typeface="+mn-lt"/>
                <a:cs typeface="+mn-lt"/>
              </a:rPr>
              <a:t> </a:t>
            </a:r>
            <a:r>
              <a:rPr lang="de-DE" sz="1200" dirty="0" err="1">
                <a:solidFill>
                  <a:srgbClr val="EAECF0"/>
                </a:solidFill>
                <a:ea typeface="+mn-lt"/>
                <a:cs typeface="+mn-lt"/>
              </a:rPr>
              <a:t>some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religious</a:t>
            </a:r>
            <a:r>
              <a:rPr lang="de-DE" sz="1200" dirty="0">
                <a:solidFill>
                  <a:srgbClr val="EAECF0"/>
                </a:solidFill>
                <a:ea typeface="+mn-lt"/>
                <a:cs typeface="+mn-lt"/>
              </a:rPr>
              <a:t> </a:t>
            </a:r>
            <a:r>
              <a:rPr lang="de-DE" sz="1200" dirty="0" err="1">
                <a:solidFill>
                  <a:srgbClr val="EAECF0"/>
                </a:solidFill>
                <a:ea typeface="+mn-lt"/>
                <a:cs typeface="+mn-lt"/>
              </a:rPr>
              <a:t>reforms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preceding</a:t>
            </a:r>
            <a:r>
              <a:rPr lang="de-DE" sz="1200" dirty="0">
                <a:solidFill>
                  <a:srgbClr val="EAECF0"/>
                </a:solidFill>
                <a:ea typeface="+mn-lt"/>
                <a:cs typeface="+mn-lt"/>
              </a:rPr>
              <a:t> </a:t>
            </a:r>
            <a:r>
              <a:rPr lang="de-DE" sz="1200" dirty="0" err="1">
                <a:solidFill>
                  <a:srgbClr val="EAECF0"/>
                </a:solidFill>
                <a:ea typeface="+mn-lt"/>
                <a:cs typeface="+mn-lt"/>
              </a:rPr>
              <a:t>decades</a:t>
            </a:r>
            <a:r>
              <a:rPr lang="de-DE" sz="1200" dirty="0">
                <a:solidFill>
                  <a:srgbClr val="EAECF0"/>
                </a:solidFill>
                <a:ea typeface="+mn-lt"/>
                <a:cs typeface="+mn-lt"/>
              </a:rPr>
              <a:t>, </a:t>
            </a:r>
            <a:r>
              <a:rPr lang="de-DE" sz="1200" dirty="0" err="1">
                <a:solidFill>
                  <a:srgbClr val="EAECF0"/>
                </a:solidFill>
                <a:ea typeface="+mn-lt"/>
                <a:cs typeface="+mn-lt"/>
              </a:rPr>
              <a:t>following</a:t>
            </a:r>
            <a:r>
              <a:rPr lang="de-DE" sz="1200" dirty="0">
                <a:solidFill>
                  <a:srgbClr val="EAECF0"/>
                </a:solidFill>
                <a:ea typeface="+mn-lt"/>
                <a:cs typeface="+mn-lt"/>
              </a:rPr>
              <a:t> her </a:t>
            </a:r>
            <a:r>
              <a:rPr lang="de-DE" sz="1200" dirty="0" err="1">
                <a:solidFill>
                  <a:srgbClr val="EAECF0"/>
                </a:solidFill>
                <a:ea typeface="+mn-lt"/>
                <a:cs typeface="+mn-lt"/>
              </a:rPr>
              <a:t>accession</a:t>
            </a:r>
            <a:r>
              <a:rPr lang="de-DE" sz="1200" dirty="0">
                <a:solidFill>
                  <a:srgbClr val="EAECF0"/>
                </a:solidFill>
                <a:ea typeface="+mn-lt"/>
                <a:cs typeface="+mn-lt"/>
              </a:rPr>
              <a:t> in 1553. Mary </a:t>
            </a:r>
            <a:r>
              <a:rPr lang="de-DE" sz="1200" dirty="0" err="1">
                <a:solidFill>
                  <a:srgbClr val="EAECF0"/>
                </a:solidFill>
                <a:ea typeface="+mn-lt"/>
                <a:cs typeface="+mn-lt"/>
              </a:rPr>
              <a:t>restored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12"/>
              </a:rPr>
              <a:t>Sarum Rite</a:t>
            </a:r>
            <a:r>
              <a:rPr lang="de-DE" sz="1200" dirty="0">
                <a:solidFill>
                  <a:srgbClr val="EAECF0"/>
                </a:solidFill>
                <a:ea typeface="+mn-lt"/>
                <a:cs typeface="+mn-lt"/>
              </a:rPr>
              <a:t>, and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compositional</a:t>
            </a:r>
            <a:r>
              <a:rPr lang="de-DE" sz="1200" dirty="0">
                <a:solidFill>
                  <a:srgbClr val="EAECF0"/>
                </a:solidFill>
                <a:ea typeface="+mn-lt"/>
                <a:cs typeface="+mn-lt"/>
              </a:rPr>
              <a:t> style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Chapel Royal </a:t>
            </a:r>
            <a:r>
              <a:rPr lang="de-DE" sz="1200" dirty="0" err="1">
                <a:solidFill>
                  <a:srgbClr val="EAECF0"/>
                </a:solidFill>
                <a:ea typeface="+mn-lt"/>
                <a:cs typeface="+mn-lt"/>
              </a:rPr>
              <a:t>reverted</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votive</a:t>
            </a:r>
            <a:r>
              <a:rPr lang="de-DE" sz="1200" dirty="0">
                <a:solidFill>
                  <a:srgbClr val="EAECF0"/>
                </a:solidFill>
                <a:ea typeface="+mn-lt"/>
                <a:cs typeface="+mn-lt"/>
              </a:rPr>
              <a:t> style </a:t>
            </a:r>
            <a:r>
              <a:rPr lang="de-DE" sz="1200" dirty="0" err="1">
                <a:solidFill>
                  <a:srgbClr val="EAECF0"/>
                </a:solidFill>
                <a:ea typeface="+mn-lt"/>
                <a:cs typeface="+mn-lt"/>
              </a:rPr>
              <a:t>prevalent</a:t>
            </a:r>
            <a:r>
              <a:rPr lang="de-DE" sz="1200" dirty="0">
                <a:solidFill>
                  <a:srgbClr val="EAECF0"/>
                </a:solidFill>
                <a:ea typeface="+mn-lt"/>
                <a:cs typeface="+mn-lt"/>
              </a:rPr>
              <a:t> </a:t>
            </a:r>
            <a:r>
              <a:rPr lang="de-DE" sz="1200" dirty="0" err="1">
                <a:solidFill>
                  <a:srgbClr val="EAECF0"/>
                </a:solidFill>
                <a:ea typeface="+mn-lt"/>
                <a:cs typeface="+mn-lt"/>
              </a:rPr>
              <a:t>early</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century</a:t>
            </a:r>
            <a:r>
              <a:rPr lang="de-DE" sz="1200" dirty="0">
                <a:solidFill>
                  <a:srgbClr val="EAECF0"/>
                </a:solidFill>
                <a:ea typeface="+mn-lt"/>
                <a:cs typeface="+mn-lt"/>
              </a:rPr>
              <a:t>,</a:t>
            </a:r>
            <a:r>
              <a:rPr lang="de-DE" sz="1000" baseline="30000" dirty="0">
                <a:solidFill>
                  <a:srgbClr val="88A3E8"/>
                </a:solidFill>
                <a:ea typeface="+mn-lt"/>
                <a:cs typeface="+mn-lt"/>
                <a:hlinkClick r:id="rId13"/>
              </a:rPr>
              <a:t>[60]</a:t>
            </a:r>
            <a:r>
              <a:rPr lang="de-DE" sz="1200" dirty="0">
                <a:solidFill>
                  <a:srgbClr val="EAECF0"/>
                </a:solidFill>
                <a:ea typeface="+mn-lt"/>
                <a:cs typeface="+mn-lt"/>
              </a:rPr>
              <a:t> </a:t>
            </a:r>
            <a:r>
              <a:rPr lang="de-DE" sz="1200" dirty="0" err="1">
                <a:solidFill>
                  <a:srgbClr val="EAECF0"/>
                </a:solidFill>
                <a:ea typeface="+mn-lt"/>
                <a:cs typeface="+mn-lt"/>
              </a:rPr>
              <a:t>albeit</a:t>
            </a:r>
            <a:r>
              <a:rPr lang="de-DE" sz="1200" dirty="0">
                <a:solidFill>
                  <a:srgbClr val="EAECF0"/>
                </a:solidFill>
                <a:ea typeface="+mn-lt"/>
                <a:cs typeface="+mn-lt"/>
              </a:rPr>
              <a:t> in a form </a:t>
            </a:r>
            <a:r>
              <a:rPr lang="de-DE" sz="1200" dirty="0" err="1">
                <a:solidFill>
                  <a:srgbClr val="EAECF0"/>
                </a:solidFill>
                <a:ea typeface="+mn-lt"/>
                <a:cs typeface="+mn-lt"/>
              </a:rPr>
              <a:t>even</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steeped</a:t>
            </a:r>
            <a:r>
              <a:rPr lang="de-DE" sz="1200" dirty="0">
                <a:solidFill>
                  <a:srgbClr val="EAECF0"/>
                </a:solidFill>
                <a:ea typeface="+mn-lt"/>
                <a:cs typeface="+mn-lt"/>
              </a:rPr>
              <a:t> in </a:t>
            </a:r>
            <a:r>
              <a:rPr lang="de-DE" sz="1200" dirty="0" err="1">
                <a:solidFill>
                  <a:srgbClr val="EAECF0"/>
                </a:solidFill>
                <a:ea typeface="+mn-lt"/>
                <a:cs typeface="+mn-lt"/>
              </a:rPr>
              <a:t>continental</a:t>
            </a:r>
            <a:r>
              <a:rPr lang="de-DE" sz="1200" dirty="0">
                <a:solidFill>
                  <a:srgbClr val="EAECF0"/>
                </a:solidFill>
                <a:ea typeface="+mn-lt"/>
                <a:cs typeface="+mn-lt"/>
              </a:rPr>
              <a:t> </a:t>
            </a:r>
            <a:r>
              <a:rPr lang="de-DE" sz="1200" dirty="0" err="1">
                <a:solidFill>
                  <a:srgbClr val="EAECF0"/>
                </a:solidFill>
                <a:ea typeface="+mn-lt"/>
                <a:cs typeface="+mn-lt"/>
              </a:rPr>
              <a:t>practices</a:t>
            </a:r>
            <a:r>
              <a:rPr lang="de-DE" sz="1200" dirty="0">
                <a:solidFill>
                  <a:srgbClr val="EAECF0"/>
                </a:solidFill>
                <a:ea typeface="+mn-lt"/>
                <a:cs typeface="+mn-lt"/>
              </a:rPr>
              <a:t> </a:t>
            </a:r>
            <a:r>
              <a:rPr lang="de-DE" sz="1200" dirty="0" err="1">
                <a:solidFill>
                  <a:srgbClr val="EAECF0"/>
                </a:solidFill>
                <a:ea typeface="+mn-lt"/>
                <a:cs typeface="+mn-lt"/>
              </a:rPr>
              <a:t>than</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emerging</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1530s. The </a:t>
            </a:r>
            <a:r>
              <a:rPr lang="de-DE" sz="1200" dirty="0" err="1">
                <a:solidFill>
                  <a:srgbClr val="EAECF0"/>
                </a:solidFill>
                <a:ea typeface="+mn-lt"/>
                <a:cs typeface="+mn-lt"/>
              </a:rPr>
              <a:t>marriage</a:t>
            </a:r>
            <a:r>
              <a:rPr lang="de-DE" sz="1200" dirty="0">
                <a:solidFill>
                  <a:srgbClr val="EAECF0"/>
                </a:solidFill>
                <a:ea typeface="+mn-lt"/>
                <a:cs typeface="+mn-lt"/>
              </a:rPr>
              <a:t> </a:t>
            </a:r>
            <a:r>
              <a:rPr lang="de-DE" sz="1200" dirty="0" err="1">
                <a:solidFill>
                  <a:srgbClr val="EAECF0"/>
                </a:solidFill>
                <a:ea typeface="+mn-lt"/>
                <a:cs typeface="+mn-lt"/>
              </a:rPr>
              <a:t>between</a:t>
            </a:r>
            <a:r>
              <a:rPr lang="de-DE" sz="1200" dirty="0">
                <a:solidFill>
                  <a:srgbClr val="EAECF0"/>
                </a:solidFill>
                <a:ea typeface="+mn-lt"/>
                <a:cs typeface="+mn-lt"/>
              </a:rPr>
              <a:t> Mary and </a:t>
            </a:r>
            <a:r>
              <a:rPr lang="de-DE" sz="1200" dirty="0">
                <a:solidFill>
                  <a:srgbClr val="88A3E8"/>
                </a:solidFill>
                <a:ea typeface="+mn-lt"/>
                <a:cs typeface="+mn-lt"/>
                <a:hlinkClick r:id="rId14"/>
              </a:rPr>
              <a:t>Prince Philip of Spain</a:t>
            </a:r>
            <a:r>
              <a:rPr lang="de-DE" sz="1200" dirty="0">
                <a:solidFill>
                  <a:srgbClr val="EAECF0"/>
                </a:solidFill>
                <a:ea typeface="+mn-lt"/>
                <a:cs typeface="+mn-lt"/>
              </a:rPr>
              <a:t> </a:t>
            </a:r>
            <a:r>
              <a:rPr lang="de-DE" sz="1200" dirty="0" err="1">
                <a:solidFill>
                  <a:srgbClr val="EAECF0"/>
                </a:solidFill>
                <a:ea typeface="+mn-lt"/>
                <a:cs typeface="+mn-lt"/>
              </a:rPr>
              <a:t>allowed</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 </a:t>
            </a:r>
            <a:r>
              <a:rPr lang="de-DE" sz="1200" dirty="0" err="1">
                <a:solidFill>
                  <a:srgbClr val="EAECF0"/>
                </a:solidFill>
                <a:ea typeface="+mn-lt"/>
                <a:cs typeface="+mn-lt"/>
              </a:rPr>
              <a:t>new</a:t>
            </a:r>
            <a:r>
              <a:rPr lang="de-DE" sz="1200" dirty="0">
                <a:solidFill>
                  <a:srgbClr val="EAECF0"/>
                </a:solidFill>
                <a:ea typeface="+mn-lt"/>
                <a:cs typeface="+mn-lt"/>
              </a:rPr>
              <a:t> </a:t>
            </a:r>
            <a:r>
              <a:rPr lang="de-DE" sz="1200" dirty="0" err="1">
                <a:solidFill>
                  <a:srgbClr val="EAECF0"/>
                </a:solidFill>
                <a:ea typeface="+mn-lt"/>
                <a:cs typeface="+mn-lt"/>
              </a:rPr>
              <a:t>artistic</a:t>
            </a:r>
            <a:r>
              <a:rPr lang="de-DE" sz="1200" dirty="0">
                <a:solidFill>
                  <a:srgbClr val="EAECF0"/>
                </a:solidFill>
                <a:ea typeface="+mn-lt"/>
                <a:cs typeface="+mn-lt"/>
              </a:rPr>
              <a:t> </a:t>
            </a:r>
            <a:r>
              <a:rPr lang="de-DE" sz="1200" dirty="0" err="1">
                <a:solidFill>
                  <a:srgbClr val="EAECF0"/>
                </a:solidFill>
                <a:ea typeface="+mn-lt"/>
                <a:cs typeface="+mn-lt"/>
              </a:rPr>
              <a:t>exchange</a:t>
            </a:r>
            <a:r>
              <a:rPr lang="de-DE" sz="1200" dirty="0">
                <a:solidFill>
                  <a:srgbClr val="EAECF0"/>
                </a:solidFill>
                <a:ea typeface="+mn-lt"/>
                <a:cs typeface="+mn-lt"/>
              </a:rPr>
              <a:t> </a:t>
            </a:r>
            <a:r>
              <a:rPr lang="de-DE" sz="1200" dirty="0" err="1">
                <a:solidFill>
                  <a:srgbClr val="EAECF0"/>
                </a:solidFill>
                <a:ea typeface="+mn-lt"/>
                <a:cs typeface="+mn-lt"/>
              </a:rPr>
              <a:t>between</a:t>
            </a:r>
            <a:r>
              <a:rPr lang="de-DE" sz="1200" dirty="0">
                <a:solidFill>
                  <a:srgbClr val="EAECF0"/>
                </a:solidFill>
                <a:ea typeface="+mn-lt"/>
                <a:cs typeface="+mn-lt"/>
              </a:rPr>
              <a:t> England and Spain. </a:t>
            </a:r>
            <a:r>
              <a:rPr lang="de-DE" sz="1200" dirty="0">
                <a:solidFill>
                  <a:srgbClr val="88A3E8"/>
                </a:solidFill>
                <a:ea typeface="+mn-lt"/>
                <a:cs typeface="+mn-lt"/>
                <a:hlinkClick r:id="rId15"/>
              </a:rPr>
              <a:t>Philip's chapel choir</a:t>
            </a:r>
            <a:r>
              <a:rPr lang="de-DE" sz="1200" dirty="0">
                <a:solidFill>
                  <a:srgbClr val="EAECF0"/>
                </a:solidFill>
                <a:ea typeface="+mn-lt"/>
                <a:cs typeface="+mn-lt"/>
              </a:rPr>
              <a:t> </a:t>
            </a:r>
            <a:r>
              <a:rPr lang="de-DE" sz="1200" dirty="0" err="1">
                <a:solidFill>
                  <a:srgbClr val="EAECF0"/>
                </a:solidFill>
                <a:ea typeface="+mn-lt"/>
                <a:cs typeface="+mn-lt"/>
              </a:rPr>
              <a:t>accompanied</a:t>
            </a:r>
            <a:r>
              <a:rPr lang="de-DE" sz="1200" dirty="0">
                <a:solidFill>
                  <a:srgbClr val="EAECF0"/>
                </a:solidFill>
                <a:ea typeface="+mn-lt"/>
                <a:cs typeface="+mn-lt"/>
              </a:rPr>
              <a:t> </a:t>
            </a:r>
            <a:r>
              <a:rPr lang="de-DE" sz="1200" dirty="0" err="1">
                <a:solidFill>
                  <a:srgbClr val="EAECF0"/>
                </a:solidFill>
                <a:ea typeface="+mn-lt"/>
                <a:cs typeface="+mn-lt"/>
              </a:rPr>
              <a:t>him</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England in 1554.</a:t>
            </a:r>
            <a:r>
              <a:rPr lang="de-DE" sz="1000" baseline="30000" dirty="0">
                <a:solidFill>
                  <a:srgbClr val="88A3E8"/>
                </a:solidFill>
                <a:ea typeface="+mn-lt"/>
                <a:cs typeface="+mn-lt"/>
                <a:hlinkClick r:id="rId16"/>
              </a:rPr>
              <a:t>[61]</a:t>
            </a:r>
            <a:r>
              <a:rPr lang="de-DE" sz="1200" dirty="0">
                <a:solidFill>
                  <a:srgbClr val="EAECF0"/>
                </a:solidFill>
                <a:ea typeface="+mn-lt"/>
                <a:cs typeface="+mn-lt"/>
              </a:rPr>
              <a:t> </a:t>
            </a:r>
            <a:r>
              <a:rPr lang="de-DE" sz="1200" dirty="0" err="1">
                <a:solidFill>
                  <a:srgbClr val="EAECF0"/>
                </a:solidFill>
                <a:ea typeface="+mn-lt"/>
                <a:cs typeface="+mn-lt"/>
              </a:rPr>
              <a:t>Therefore</a:t>
            </a:r>
            <a:r>
              <a:rPr lang="de-DE" sz="1200" dirty="0">
                <a:solidFill>
                  <a:srgbClr val="EAECF0"/>
                </a:solidFill>
                <a:ea typeface="+mn-lt"/>
                <a:cs typeface="+mn-lt"/>
              </a:rPr>
              <a:t>, Tallis was </a:t>
            </a:r>
            <a:r>
              <a:rPr lang="de-DE" sz="1200" dirty="0" err="1">
                <a:solidFill>
                  <a:srgbClr val="EAECF0"/>
                </a:solidFill>
                <a:ea typeface="+mn-lt"/>
                <a:cs typeface="+mn-lt"/>
              </a:rPr>
              <a:t>exposed</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visiting</a:t>
            </a:r>
            <a:r>
              <a:rPr lang="de-DE" sz="1200" dirty="0">
                <a:solidFill>
                  <a:srgbClr val="EAECF0"/>
                </a:solidFill>
                <a:ea typeface="+mn-lt"/>
                <a:cs typeface="+mn-lt"/>
              </a:rPr>
              <a:t> </a:t>
            </a:r>
            <a:r>
              <a:rPr lang="de-DE" sz="1200" dirty="0" err="1">
                <a:solidFill>
                  <a:srgbClr val="EAECF0"/>
                </a:solidFill>
                <a:ea typeface="+mn-lt"/>
                <a:cs typeface="+mn-lt"/>
              </a:rPr>
              <a:t>continental</a:t>
            </a:r>
            <a:r>
              <a:rPr lang="de-DE" sz="1200" dirty="0">
                <a:solidFill>
                  <a:srgbClr val="EAECF0"/>
                </a:solidFill>
                <a:ea typeface="+mn-lt"/>
                <a:cs typeface="+mn-lt"/>
              </a:rPr>
              <a:t> </a:t>
            </a:r>
            <a:r>
              <a:rPr lang="de-DE" sz="1200" dirty="0" err="1">
                <a:solidFill>
                  <a:srgbClr val="EAECF0"/>
                </a:solidFill>
                <a:ea typeface="+mn-lt"/>
                <a:cs typeface="+mn-lt"/>
              </a:rPr>
              <a:t>composers</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evident in </a:t>
            </a:r>
            <a:r>
              <a:rPr lang="de-DE" sz="1200" i="1" dirty="0" err="1">
                <a:solidFill>
                  <a:srgbClr val="EAECF0"/>
                </a:solidFill>
                <a:ea typeface="+mn-lt"/>
                <a:cs typeface="+mn-lt"/>
              </a:rPr>
              <a:t>Suscipe</a:t>
            </a:r>
            <a:r>
              <a:rPr lang="de-DE" sz="1200" i="1" dirty="0">
                <a:solidFill>
                  <a:srgbClr val="EAECF0"/>
                </a:solidFill>
                <a:ea typeface="+mn-lt"/>
                <a:cs typeface="+mn-lt"/>
              </a:rPr>
              <a:t> </a:t>
            </a:r>
            <a:r>
              <a:rPr lang="de-DE" sz="1200" i="1" dirty="0" err="1">
                <a:solidFill>
                  <a:srgbClr val="EAECF0"/>
                </a:solidFill>
                <a:ea typeface="+mn-lt"/>
                <a:cs typeface="+mn-lt"/>
              </a:rPr>
              <a:t>quaeso</a:t>
            </a:r>
            <a:r>
              <a:rPr lang="de-DE" sz="1200" i="1" dirty="0">
                <a:solidFill>
                  <a:srgbClr val="EAECF0"/>
                </a:solidFill>
                <a:ea typeface="+mn-lt"/>
                <a:cs typeface="+mn-lt"/>
              </a:rPr>
              <a:t> Domine</a:t>
            </a:r>
            <a:r>
              <a:rPr lang="de-DE" sz="1200" dirty="0">
                <a:solidFill>
                  <a:srgbClr val="EAECF0"/>
                </a:solidFill>
                <a:ea typeface="+mn-lt"/>
                <a:cs typeface="+mn-lt"/>
              </a:rPr>
              <a:t>, </a:t>
            </a:r>
            <a:r>
              <a:rPr lang="de-DE" sz="1200" dirty="0" err="1">
                <a:solidFill>
                  <a:srgbClr val="EAECF0"/>
                </a:solidFill>
                <a:ea typeface="+mn-lt"/>
                <a:cs typeface="+mn-lt"/>
              </a:rPr>
              <a:t>which</a:t>
            </a:r>
            <a:r>
              <a:rPr lang="de-DE" sz="1200" dirty="0">
                <a:solidFill>
                  <a:srgbClr val="EAECF0"/>
                </a:solidFill>
                <a:ea typeface="+mn-lt"/>
                <a:cs typeface="+mn-lt"/>
              </a:rPr>
              <a:t> </a:t>
            </a:r>
            <a:r>
              <a:rPr lang="de-DE" sz="1200" dirty="0" err="1">
                <a:solidFill>
                  <a:srgbClr val="EAECF0"/>
                </a:solidFill>
                <a:ea typeface="+mn-lt"/>
                <a:cs typeface="+mn-lt"/>
              </a:rPr>
              <a:t>i</a:t>
            </a:r>
            <a:r>
              <a:rPr lang="de-DE" sz="1200" i="1" dirty="0" err="1">
                <a:solidFill>
                  <a:srgbClr val="EAECF0"/>
                </a:solidFill>
                <a:ea typeface="+mn-lt"/>
                <a:cs typeface="+mn-lt"/>
              </a:rPr>
              <a:t>s</a:t>
            </a:r>
            <a:r>
              <a:rPr lang="de-DE" sz="1200" dirty="0">
                <a:solidFill>
                  <a:srgbClr val="EAECF0"/>
                </a:solidFill>
                <a:ea typeface="+mn-lt"/>
                <a:cs typeface="+mn-lt"/>
              </a:rPr>
              <a:t> a non-</a:t>
            </a:r>
            <a:r>
              <a:rPr lang="de-DE" sz="1200" dirty="0" err="1">
                <a:solidFill>
                  <a:srgbClr val="EAECF0"/>
                </a:solidFill>
                <a:ea typeface="+mn-lt"/>
                <a:cs typeface="+mn-lt"/>
              </a:rPr>
              <a:t>liturgical</a:t>
            </a:r>
            <a:r>
              <a:rPr lang="de-DE" sz="1200" dirty="0">
                <a:solidFill>
                  <a:srgbClr val="EAECF0"/>
                </a:solidFill>
                <a:ea typeface="+mn-lt"/>
                <a:cs typeface="+mn-lt"/>
              </a:rPr>
              <a:t> 7-voice </a:t>
            </a:r>
            <a:r>
              <a:rPr lang="de-DE" sz="1200" dirty="0" err="1">
                <a:solidFill>
                  <a:srgbClr val="EAECF0"/>
                </a:solidFill>
                <a:ea typeface="+mn-lt"/>
                <a:cs typeface="+mn-lt"/>
              </a:rPr>
              <a:t>motet</a:t>
            </a:r>
            <a:r>
              <a:rPr lang="de-DE" sz="1200" dirty="0">
                <a:solidFill>
                  <a:srgbClr val="EAECF0"/>
                </a:solidFill>
                <a:ea typeface="+mn-lt"/>
                <a:cs typeface="+mn-lt"/>
              </a:rPr>
              <a:t> </a:t>
            </a:r>
            <a:r>
              <a:rPr lang="de-DE" sz="1200" dirty="0" err="1">
                <a:solidFill>
                  <a:srgbClr val="EAECF0"/>
                </a:solidFill>
                <a:ea typeface="+mn-lt"/>
                <a:cs typeface="+mn-lt"/>
              </a:rPr>
              <a:t>composed</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celebrate</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end</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17"/>
              </a:rPr>
              <a:t>English schism</a:t>
            </a:r>
            <a:r>
              <a:rPr lang="de-DE" sz="1200" dirty="0">
                <a:solidFill>
                  <a:srgbClr val="EAECF0"/>
                </a:solidFill>
                <a:ea typeface="+mn-lt"/>
                <a:cs typeface="+mn-lt"/>
              </a:rPr>
              <a:t>. </a:t>
            </a:r>
            <a:r>
              <a:rPr lang="de-DE" sz="1200" i="1" dirty="0" err="1">
                <a:solidFill>
                  <a:srgbClr val="EAECF0"/>
                </a:solidFill>
                <a:ea typeface="+mn-lt"/>
                <a:cs typeface="+mn-lt"/>
              </a:rPr>
              <a:t>Suscipe</a:t>
            </a:r>
            <a:r>
              <a:rPr lang="de-DE" sz="1200" i="1" dirty="0">
                <a:solidFill>
                  <a:srgbClr val="EAECF0"/>
                </a:solidFill>
                <a:ea typeface="+mn-lt"/>
                <a:cs typeface="+mn-lt"/>
              </a:rPr>
              <a:t> </a:t>
            </a:r>
            <a:r>
              <a:rPr lang="de-DE" sz="1200" i="1" dirty="0" err="1">
                <a:solidFill>
                  <a:srgbClr val="EAECF0"/>
                </a:solidFill>
                <a:ea typeface="+mn-lt"/>
                <a:cs typeface="+mn-lt"/>
              </a:rPr>
              <a:t>quaeso</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written</a:t>
            </a:r>
            <a:r>
              <a:rPr lang="de-DE" sz="1200" dirty="0">
                <a:solidFill>
                  <a:srgbClr val="EAECF0"/>
                </a:solidFill>
                <a:ea typeface="+mn-lt"/>
                <a:cs typeface="+mn-lt"/>
              </a:rPr>
              <a:t> in a </a:t>
            </a:r>
            <a:r>
              <a:rPr lang="de-DE" sz="1200" dirty="0" err="1">
                <a:solidFill>
                  <a:srgbClr val="EAECF0"/>
                </a:solidFill>
                <a:ea typeface="+mn-lt"/>
                <a:cs typeface="+mn-lt"/>
              </a:rPr>
              <a:t>low-pitched</a:t>
            </a:r>
            <a:r>
              <a:rPr lang="de-DE" sz="1200" dirty="0">
                <a:solidFill>
                  <a:srgbClr val="EAECF0"/>
                </a:solidFill>
                <a:ea typeface="+mn-lt"/>
                <a:cs typeface="+mn-lt"/>
              </a:rPr>
              <a:t> </a:t>
            </a:r>
            <a:r>
              <a:rPr lang="de-DE" sz="1200" dirty="0" err="1">
                <a:solidFill>
                  <a:srgbClr val="EAECF0"/>
                </a:solidFill>
                <a:ea typeface="+mn-lt"/>
                <a:cs typeface="+mn-lt"/>
              </a:rPr>
              <a:t>Flemish</a:t>
            </a:r>
            <a:r>
              <a:rPr lang="de-DE" sz="1200" dirty="0">
                <a:solidFill>
                  <a:srgbClr val="EAECF0"/>
                </a:solidFill>
                <a:ea typeface="+mn-lt"/>
                <a:cs typeface="+mn-lt"/>
              </a:rPr>
              <a:t> style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suit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singing</a:t>
            </a:r>
            <a:r>
              <a:rPr lang="de-DE" sz="1200" dirty="0">
                <a:solidFill>
                  <a:srgbClr val="EAECF0"/>
                </a:solidFill>
                <a:ea typeface="+mn-lt"/>
                <a:cs typeface="+mn-lt"/>
              </a:rPr>
              <a:t> </a:t>
            </a:r>
            <a:r>
              <a:rPr lang="de-DE" sz="1200" dirty="0" err="1">
                <a:solidFill>
                  <a:srgbClr val="EAECF0"/>
                </a:solidFill>
                <a:ea typeface="+mn-lt"/>
                <a:cs typeface="+mn-lt"/>
              </a:rPr>
              <a:t>tradition</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Philip's</a:t>
            </a:r>
            <a:r>
              <a:rPr lang="de-DE" sz="1200" dirty="0">
                <a:solidFill>
                  <a:srgbClr val="EAECF0"/>
                </a:solidFill>
                <a:ea typeface="+mn-lt"/>
                <a:cs typeface="+mn-lt"/>
              </a:rPr>
              <a:t> </a:t>
            </a:r>
            <a:r>
              <a:rPr lang="de-DE" sz="1200" dirty="0" err="1">
                <a:solidFill>
                  <a:srgbClr val="EAECF0"/>
                </a:solidFill>
                <a:ea typeface="+mn-lt"/>
                <a:cs typeface="+mn-lt"/>
              </a:rPr>
              <a:t>choir</a:t>
            </a:r>
            <a:r>
              <a:rPr lang="de-DE" sz="1200" dirty="0">
                <a:solidFill>
                  <a:srgbClr val="EAECF0"/>
                </a:solidFill>
                <a:ea typeface="+mn-lt"/>
                <a:cs typeface="+mn-lt"/>
              </a:rPr>
              <a:t>.</a:t>
            </a:r>
            <a:r>
              <a:rPr lang="de-DE" sz="1000" baseline="30000" dirty="0">
                <a:solidFill>
                  <a:srgbClr val="88A3E8"/>
                </a:solidFill>
                <a:ea typeface="+mn-lt"/>
                <a:cs typeface="+mn-lt"/>
                <a:hlinkClick r:id="rId18"/>
              </a:rPr>
              <a:t>[28]</a:t>
            </a:r>
            <a:r>
              <a:rPr lang="de-DE" sz="1200" dirty="0">
                <a:solidFill>
                  <a:srgbClr val="EAECF0"/>
                </a:solidFill>
                <a:ea typeface="+mn-lt"/>
                <a:cs typeface="+mn-lt"/>
              </a:rPr>
              <a:t> </a:t>
            </a:r>
            <a:r>
              <a:rPr lang="de-DE" sz="1200" i="1" dirty="0" err="1">
                <a:solidFill>
                  <a:srgbClr val="EAECF0"/>
                </a:solidFill>
                <a:ea typeface="+mn-lt"/>
                <a:cs typeface="+mn-lt"/>
              </a:rPr>
              <a:t>Loquebantur</a:t>
            </a:r>
            <a:r>
              <a:rPr lang="de-DE" sz="1200" i="1" dirty="0">
                <a:solidFill>
                  <a:srgbClr val="EAECF0"/>
                </a:solidFill>
                <a:ea typeface="+mn-lt"/>
                <a:cs typeface="+mn-lt"/>
              </a:rPr>
              <a:t> </a:t>
            </a:r>
            <a:r>
              <a:rPr lang="de-DE" sz="1200" i="1" dirty="0" err="1">
                <a:solidFill>
                  <a:srgbClr val="EAECF0"/>
                </a:solidFill>
                <a:ea typeface="+mn-lt"/>
                <a:cs typeface="+mn-lt"/>
              </a:rPr>
              <a:t>variis</a:t>
            </a:r>
            <a:r>
              <a:rPr lang="de-DE" sz="1200" i="1" dirty="0">
                <a:solidFill>
                  <a:srgbClr val="EAECF0"/>
                </a:solidFill>
                <a:ea typeface="+mn-lt"/>
                <a:cs typeface="+mn-lt"/>
              </a:rPr>
              <a:t> </a:t>
            </a:r>
            <a:r>
              <a:rPr lang="de-DE" sz="1200" i="1" dirty="0" err="1">
                <a:solidFill>
                  <a:srgbClr val="EAECF0"/>
                </a:solidFill>
                <a:ea typeface="+mn-lt"/>
                <a:cs typeface="+mn-lt"/>
              </a:rPr>
              <a:t>linguis</a:t>
            </a:r>
            <a:r>
              <a:rPr lang="de-DE" sz="1200" dirty="0">
                <a:solidFill>
                  <a:srgbClr val="EAECF0"/>
                </a:solidFill>
                <a:ea typeface="+mn-lt"/>
                <a:cs typeface="+mn-lt"/>
              </a:rPr>
              <a:t> and </a:t>
            </a:r>
            <a:r>
              <a:rPr lang="de-DE" sz="1200" i="1" dirty="0">
                <a:solidFill>
                  <a:srgbClr val="EAECF0"/>
                </a:solidFill>
                <a:ea typeface="+mn-lt"/>
                <a:cs typeface="+mn-lt"/>
              </a:rPr>
              <a:t>Miserere </a:t>
            </a:r>
            <a:r>
              <a:rPr lang="de-DE" sz="1200" i="1" dirty="0" err="1">
                <a:solidFill>
                  <a:srgbClr val="EAECF0"/>
                </a:solidFill>
                <a:ea typeface="+mn-lt"/>
                <a:cs typeface="+mn-lt"/>
              </a:rPr>
              <a:t>nostri</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same 7-voice-scoring, </a:t>
            </a:r>
            <a:r>
              <a:rPr lang="de-DE" sz="1200" dirty="0" err="1">
                <a:solidFill>
                  <a:srgbClr val="EAECF0"/>
                </a:solidFill>
                <a:ea typeface="+mn-lt"/>
                <a:cs typeface="+mn-lt"/>
              </a:rPr>
              <a:t>meaning</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they</a:t>
            </a:r>
            <a:r>
              <a:rPr lang="de-DE" sz="1200" dirty="0">
                <a:solidFill>
                  <a:srgbClr val="EAECF0"/>
                </a:solidFill>
                <a:ea typeface="+mn-lt"/>
                <a:cs typeface="+mn-lt"/>
              </a:rPr>
              <a:t> </a:t>
            </a:r>
            <a:r>
              <a:rPr lang="de-DE" sz="1200" dirty="0" err="1">
                <a:solidFill>
                  <a:srgbClr val="EAECF0"/>
                </a:solidFill>
                <a:ea typeface="+mn-lt"/>
                <a:cs typeface="+mn-lt"/>
              </a:rPr>
              <a:t>were</a:t>
            </a:r>
            <a:r>
              <a:rPr lang="de-DE" sz="1200" dirty="0">
                <a:solidFill>
                  <a:srgbClr val="EAECF0"/>
                </a:solidFill>
                <a:ea typeface="+mn-lt"/>
                <a:cs typeface="+mn-lt"/>
              </a:rPr>
              <a:t> also </a:t>
            </a:r>
            <a:r>
              <a:rPr lang="de-DE" sz="1200" dirty="0" err="1">
                <a:solidFill>
                  <a:srgbClr val="EAECF0"/>
                </a:solidFill>
                <a:ea typeface="+mn-lt"/>
                <a:cs typeface="+mn-lt"/>
              </a:rPr>
              <a:t>composed</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Philip's</a:t>
            </a:r>
            <a:r>
              <a:rPr lang="de-DE" sz="1200" dirty="0">
                <a:solidFill>
                  <a:srgbClr val="EAECF0"/>
                </a:solidFill>
                <a:ea typeface="+mn-lt"/>
                <a:cs typeface="+mn-lt"/>
              </a:rPr>
              <a:t> </a:t>
            </a:r>
            <a:r>
              <a:rPr lang="de-DE" sz="1200" dirty="0" err="1">
                <a:solidFill>
                  <a:srgbClr val="EAECF0"/>
                </a:solidFill>
                <a:ea typeface="+mn-lt"/>
                <a:cs typeface="+mn-lt"/>
              </a:rPr>
              <a:t>singers</a:t>
            </a:r>
            <a:r>
              <a:rPr lang="de-DE" sz="1200" dirty="0">
                <a:solidFill>
                  <a:srgbClr val="EAECF0"/>
                </a:solidFill>
                <a:ea typeface="+mn-lt"/>
                <a:cs typeface="+mn-lt"/>
              </a:rPr>
              <a:t> in mind.</a:t>
            </a:r>
            <a:r>
              <a:rPr lang="de-DE" sz="1000" baseline="30000" dirty="0">
                <a:solidFill>
                  <a:srgbClr val="88A3E8"/>
                </a:solidFill>
                <a:ea typeface="+mn-lt"/>
                <a:cs typeface="+mn-lt"/>
                <a:hlinkClick r:id="rId18"/>
              </a:rPr>
              <a:t>[28]</a:t>
            </a:r>
            <a:r>
              <a:rPr lang="de-DE" sz="1200" dirty="0">
                <a:solidFill>
                  <a:srgbClr val="EAECF0"/>
                </a:solidFill>
                <a:ea typeface="+mn-lt"/>
                <a:cs typeface="+mn-lt"/>
              </a:rPr>
              <a:t> </a:t>
            </a:r>
            <a:r>
              <a:rPr lang="de-DE" sz="1200" i="1" dirty="0">
                <a:solidFill>
                  <a:srgbClr val="EAECF0"/>
                </a:solidFill>
                <a:ea typeface="+mn-lt"/>
                <a:cs typeface="+mn-lt"/>
              </a:rPr>
              <a:t>Miserere </a:t>
            </a:r>
            <a:r>
              <a:rPr lang="de-DE" sz="1200" i="1" dirty="0" err="1">
                <a:solidFill>
                  <a:srgbClr val="EAECF0"/>
                </a:solidFill>
                <a:ea typeface="+mn-lt"/>
                <a:cs typeface="+mn-lt"/>
              </a:rPr>
              <a:t>nostri</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notably</a:t>
            </a:r>
            <a:r>
              <a:rPr lang="de-DE" sz="1200" dirty="0">
                <a:solidFill>
                  <a:srgbClr val="EAECF0"/>
                </a:solidFill>
                <a:ea typeface="+mn-lt"/>
                <a:cs typeface="+mn-lt"/>
              </a:rPr>
              <a:t> </a:t>
            </a:r>
            <a:r>
              <a:rPr lang="de-DE" sz="1200" dirty="0" err="1">
                <a:solidFill>
                  <a:srgbClr val="EAECF0"/>
                </a:solidFill>
                <a:ea typeface="+mn-lt"/>
                <a:cs typeface="+mn-lt"/>
              </a:rPr>
              <a:t>written</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complex</a:t>
            </a:r>
            <a:r>
              <a:rPr lang="de-DE" sz="1200" dirty="0">
                <a:solidFill>
                  <a:srgbClr val="EAECF0"/>
                </a:solidFill>
                <a:ea typeface="+mn-lt"/>
                <a:cs typeface="+mn-lt"/>
              </a:rPr>
              <a:t> </a:t>
            </a:r>
            <a:r>
              <a:rPr lang="de-DE" sz="1200" dirty="0" err="1">
                <a:solidFill>
                  <a:srgbClr val="EAECF0"/>
                </a:solidFill>
                <a:ea typeface="+mn-lt"/>
                <a:cs typeface="+mn-lt"/>
              </a:rPr>
              <a:t>canonical</a:t>
            </a:r>
            <a:r>
              <a:rPr lang="de-DE" sz="1200" dirty="0">
                <a:solidFill>
                  <a:srgbClr val="EAECF0"/>
                </a:solidFill>
                <a:ea typeface="+mn-lt"/>
                <a:cs typeface="+mn-lt"/>
              </a:rPr>
              <a:t> </a:t>
            </a:r>
            <a:r>
              <a:rPr lang="de-DE" sz="1200" dirty="0" err="1">
                <a:solidFill>
                  <a:srgbClr val="EAECF0"/>
                </a:solidFill>
                <a:ea typeface="+mn-lt"/>
                <a:cs typeface="+mn-lt"/>
              </a:rPr>
              <a:t>technique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continent</a:t>
            </a:r>
            <a:r>
              <a:rPr lang="de-DE" sz="1000" baseline="30000" dirty="0">
                <a:solidFill>
                  <a:srgbClr val="88A3E8"/>
                </a:solidFill>
                <a:ea typeface="+mn-lt"/>
                <a:cs typeface="+mn-lt"/>
                <a:hlinkClick r:id="rId19"/>
              </a:rPr>
              <a:t>[62]</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its</a:t>
            </a:r>
            <a:r>
              <a:rPr lang="de-DE" sz="1200" dirty="0">
                <a:solidFill>
                  <a:srgbClr val="EAECF0"/>
                </a:solidFill>
                <a:ea typeface="+mn-lt"/>
                <a:cs typeface="+mn-lt"/>
              </a:rPr>
              <a:t> </a:t>
            </a:r>
            <a:r>
              <a:rPr lang="de-DE" sz="1200" dirty="0" err="1">
                <a:solidFill>
                  <a:srgbClr val="EAECF0"/>
                </a:solidFill>
                <a:ea typeface="+mn-lt"/>
                <a:cs typeface="+mn-lt"/>
              </a:rPr>
              <a:t>use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multiple </a:t>
            </a:r>
            <a:r>
              <a:rPr lang="de-DE" sz="1200" dirty="0">
                <a:solidFill>
                  <a:srgbClr val="88A3E8"/>
                </a:solidFill>
                <a:ea typeface="+mn-lt"/>
                <a:cs typeface="+mn-lt"/>
                <a:hlinkClick r:id="rId20"/>
              </a:rPr>
              <a:t>augmentative prolations.</a:t>
            </a:r>
            <a:r>
              <a:rPr lang="de-DE" sz="1000" baseline="30000" dirty="0">
                <a:solidFill>
                  <a:srgbClr val="88A3E8"/>
                </a:solidFill>
                <a:ea typeface="+mn-lt"/>
                <a:cs typeface="+mn-lt"/>
                <a:hlinkClick r:id="rId20"/>
              </a:rPr>
              <a:t>[63]</a:t>
            </a:r>
            <a:endParaRPr lang="de-DE">
              <a:hlinkClick r:id="rId20"/>
            </a:endParaRPr>
          </a:p>
          <a:p>
            <a:r>
              <a:rPr lang="de-DE" sz="1200" i="1" dirty="0">
                <a:solidFill>
                  <a:srgbClr val="88A3E8"/>
                </a:solidFill>
                <a:ea typeface="+mn-lt"/>
                <a:cs typeface="+mn-lt"/>
                <a:hlinkClick r:id="rId21"/>
              </a:rPr>
              <a:t>Missa Puer natus est nobis</a:t>
            </a:r>
            <a:r>
              <a:rPr lang="de-DE" sz="1200" dirty="0">
                <a:solidFill>
                  <a:srgbClr val="EAECF0"/>
                </a:solidFill>
                <a:ea typeface="+mn-lt"/>
                <a:cs typeface="+mn-lt"/>
              </a:rPr>
              <a:t>, </a:t>
            </a:r>
            <a:r>
              <a:rPr lang="de-DE" sz="1200" dirty="0" err="1">
                <a:solidFill>
                  <a:srgbClr val="EAECF0"/>
                </a:solidFill>
                <a:ea typeface="+mn-lt"/>
                <a:cs typeface="+mn-lt"/>
              </a:rPr>
              <a:t>likely</a:t>
            </a:r>
            <a:r>
              <a:rPr lang="de-DE" sz="1200" dirty="0">
                <a:solidFill>
                  <a:srgbClr val="EAECF0"/>
                </a:solidFill>
                <a:ea typeface="+mn-lt"/>
                <a:cs typeface="+mn-lt"/>
              </a:rPr>
              <a:t> </a:t>
            </a:r>
            <a:r>
              <a:rPr lang="de-DE" sz="1200" dirty="0" err="1">
                <a:solidFill>
                  <a:srgbClr val="EAECF0"/>
                </a:solidFill>
                <a:ea typeface="+mn-lt"/>
                <a:cs typeface="+mn-lt"/>
              </a:rPr>
              <a:t>composed</a:t>
            </a:r>
            <a:r>
              <a:rPr lang="de-DE" sz="1200" dirty="0">
                <a:solidFill>
                  <a:srgbClr val="EAECF0"/>
                </a:solidFill>
                <a:ea typeface="+mn-lt"/>
                <a:cs typeface="+mn-lt"/>
              </a:rPr>
              <a:t> in </a:t>
            </a:r>
            <a:r>
              <a:rPr lang="de-DE" sz="1200" dirty="0" err="1">
                <a:solidFill>
                  <a:srgbClr val="EAECF0"/>
                </a:solidFill>
                <a:ea typeface="+mn-lt"/>
                <a:cs typeface="+mn-lt"/>
              </a:rPr>
              <a:t>December</a:t>
            </a:r>
            <a:r>
              <a:rPr lang="de-DE" sz="1200" dirty="0">
                <a:solidFill>
                  <a:srgbClr val="EAECF0"/>
                </a:solidFill>
                <a:ea typeface="+mn-lt"/>
                <a:cs typeface="+mn-lt"/>
              </a:rPr>
              <a:t> 1554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both</a:t>
            </a:r>
            <a:r>
              <a:rPr lang="de-DE" sz="1200" dirty="0">
                <a:solidFill>
                  <a:srgbClr val="EAECF0"/>
                </a:solidFill>
                <a:ea typeface="+mn-lt"/>
                <a:cs typeface="+mn-lt"/>
              </a:rPr>
              <a:t> </a:t>
            </a:r>
            <a:r>
              <a:rPr lang="de-DE" sz="1200" dirty="0" err="1">
                <a:solidFill>
                  <a:srgbClr val="EAECF0"/>
                </a:solidFill>
                <a:ea typeface="+mn-lt"/>
                <a:cs typeface="+mn-lt"/>
              </a:rPr>
              <a:t>chapel</a:t>
            </a:r>
            <a:r>
              <a:rPr lang="de-DE" sz="1200" dirty="0">
                <a:solidFill>
                  <a:srgbClr val="EAECF0"/>
                </a:solidFill>
                <a:ea typeface="+mn-lt"/>
                <a:cs typeface="+mn-lt"/>
              </a:rPr>
              <a:t> </a:t>
            </a:r>
            <a:r>
              <a:rPr lang="de-DE" sz="1200" dirty="0" err="1">
                <a:solidFill>
                  <a:srgbClr val="EAECF0"/>
                </a:solidFill>
                <a:ea typeface="+mn-lt"/>
                <a:cs typeface="+mn-lt"/>
              </a:rPr>
              <a:t>choirs</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conservative</a:t>
            </a:r>
            <a:r>
              <a:rPr lang="de-DE" sz="1200" dirty="0">
                <a:solidFill>
                  <a:srgbClr val="EAECF0"/>
                </a:solidFill>
                <a:ea typeface="+mn-lt"/>
                <a:cs typeface="+mn-lt"/>
              </a:rPr>
              <a:t> in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it</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composed</a:t>
            </a:r>
            <a:r>
              <a:rPr lang="de-DE" sz="1200" dirty="0">
                <a:solidFill>
                  <a:srgbClr val="EAECF0"/>
                </a:solidFill>
                <a:ea typeface="+mn-lt"/>
                <a:cs typeface="+mn-lt"/>
              </a:rPr>
              <a:t> </a:t>
            </a:r>
            <a:r>
              <a:rPr lang="de-DE" sz="1200" dirty="0" err="1">
                <a:solidFill>
                  <a:srgbClr val="EAECF0"/>
                </a:solidFill>
                <a:ea typeface="+mn-lt"/>
                <a:cs typeface="+mn-lt"/>
              </a:rPr>
              <a:t>around</a:t>
            </a:r>
            <a:r>
              <a:rPr lang="de-DE" sz="1200" dirty="0">
                <a:solidFill>
                  <a:srgbClr val="EAECF0"/>
                </a:solidFill>
                <a:ea typeface="+mn-lt"/>
                <a:cs typeface="+mn-lt"/>
              </a:rPr>
              <a:t> a </a:t>
            </a:r>
            <a:r>
              <a:rPr lang="de-DE" sz="1200" dirty="0" err="1">
                <a:solidFill>
                  <a:srgbClr val="EAECF0"/>
                </a:solidFill>
                <a:ea typeface="+mn-lt"/>
                <a:cs typeface="+mn-lt"/>
              </a:rPr>
              <a:t>festive</a:t>
            </a:r>
            <a:r>
              <a:rPr lang="de-DE" sz="1200" dirty="0">
                <a:solidFill>
                  <a:srgbClr val="EAECF0"/>
                </a:solidFill>
                <a:ea typeface="+mn-lt"/>
                <a:cs typeface="+mn-lt"/>
              </a:rPr>
              <a:t> </a:t>
            </a:r>
            <a:r>
              <a:rPr lang="de-DE" sz="1200" dirty="0">
                <a:solidFill>
                  <a:srgbClr val="88A3E8"/>
                </a:solidFill>
                <a:ea typeface="+mn-lt"/>
                <a:cs typeface="+mn-lt"/>
                <a:hlinkClick r:id="rId22"/>
              </a:rPr>
              <a:t>cantus firmus</a:t>
            </a:r>
            <a:r>
              <a:rPr lang="de-DE" sz="1200" dirty="0">
                <a:solidFill>
                  <a:srgbClr val="EAECF0"/>
                </a:solidFill>
                <a:ea typeface="+mn-lt"/>
                <a:cs typeface="+mn-lt"/>
              </a:rPr>
              <a:t> "</a:t>
            </a:r>
            <a:r>
              <a:rPr lang="de-DE" sz="1200" dirty="0">
                <a:solidFill>
                  <a:srgbClr val="88A3E8"/>
                </a:solidFill>
                <a:ea typeface="+mn-lt"/>
                <a:cs typeface="+mn-lt"/>
                <a:hlinkClick r:id="rId23"/>
              </a:rPr>
              <a:t>Puer natus est nobis</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alludes</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birth</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 </a:t>
            </a:r>
            <a:r>
              <a:rPr lang="de-DE" sz="1200" dirty="0" err="1">
                <a:solidFill>
                  <a:srgbClr val="EAECF0"/>
                </a:solidFill>
                <a:ea typeface="+mn-lt"/>
                <a:cs typeface="+mn-lt"/>
              </a:rPr>
              <a:t>boy</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England. Queen Mary </a:t>
            </a:r>
            <a:r>
              <a:rPr lang="de-DE" sz="1200" dirty="0" err="1">
                <a:solidFill>
                  <a:srgbClr val="EAECF0"/>
                </a:solidFill>
                <a:ea typeface="+mn-lt"/>
                <a:cs typeface="+mn-lt"/>
              </a:rPr>
              <a:t>believed</a:t>
            </a:r>
            <a:r>
              <a:rPr lang="de-DE" sz="1200" dirty="0">
                <a:solidFill>
                  <a:srgbClr val="EAECF0"/>
                </a:solidFill>
                <a:ea typeface="+mn-lt"/>
                <a:cs typeface="+mn-lt"/>
              </a:rPr>
              <a:t> </a:t>
            </a:r>
            <a:r>
              <a:rPr lang="de-DE" sz="1200" dirty="0" err="1">
                <a:solidFill>
                  <a:srgbClr val="EAECF0"/>
                </a:solidFill>
                <a:ea typeface="+mn-lt"/>
                <a:cs typeface="+mn-lt"/>
              </a:rPr>
              <a:t>she</a:t>
            </a:r>
            <a:r>
              <a:rPr lang="de-DE" sz="1200" dirty="0">
                <a:solidFill>
                  <a:srgbClr val="EAECF0"/>
                </a:solidFill>
                <a:ea typeface="+mn-lt"/>
                <a:cs typeface="+mn-lt"/>
              </a:rPr>
              <a:t> was </a:t>
            </a:r>
            <a:r>
              <a:rPr lang="de-DE" sz="1200" dirty="0" err="1">
                <a:solidFill>
                  <a:srgbClr val="EAECF0"/>
                </a:solidFill>
                <a:ea typeface="+mn-lt"/>
                <a:cs typeface="+mn-lt"/>
              </a:rPr>
              <a:t>pregnant</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1554-1555, and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Catholic </a:t>
            </a:r>
            <a:r>
              <a:rPr lang="de-DE" sz="1200" dirty="0" err="1">
                <a:solidFill>
                  <a:srgbClr val="EAECF0"/>
                </a:solidFill>
                <a:ea typeface="+mn-lt"/>
                <a:cs typeface="+mn-lt"/>
              </a:rPr>
              <a:t>succession</a:t>
            </a:r>
            <a:r>
              <a:rPr lang="de-DE" sz="1200" dirty="0">
                <a:solidFill>
                  <a:srgbClr val="EAECF0"/>
                </a:solidFill>
                <a:ea typeface="+mn-lt"/>
                <a:cs typeface="+mn-lt"/>
              </a:rPr>
              <a:t> was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be</a:t>
            </a:r>
            <a:r>
              <a:rPr lang="de-DE" sz="1200" dirty="0">
                <a:solidFill>
                  <a:srgbClr val="EAECF0"/>
                </a:solidFill>
                <a:ea typeface="+mn-lt"/>
                <a:cs typeface="+mn-lt"/>
              </a:rPr>
              <a:t> </a:t>
            </a:r>
            <a:r>
              <a:rPr lang="de-DE" sz="1200" dirty="0" err="1">
                <a:solidFill>
                  <a:srgbClr val="EAECF0"/>
                </a:solidFill>
                <a:ea typeface="+mn-lt"/>
                <a:cs typeface="+mn-lt"/>
              </a:rPr>
              <a:t>secured</a:t>
            </a:r>
            <a:r>
              <a:rPr lang="de-DE" sz="1200" dirty="0">
                <a:solidFill>
                  <a:srgbClr val="EAECF0"/>
                </a:solidFill>
                <a:ea typeface="+mn-lt"/>
                <a:cs typeface="+mn-lt"/>
              </a:rPr>
              <a:t>,</a:t>
            </a:r>
            <a:r>
              <a:rPr lang="de-DE" sz="1000" baseline="30000" dirty="0">
                <a:solidFill>
                  <a:srgbClr val="88A3E8"/>
                </a:solidFill>
                <a:ea typeface="+mn-lt"/>
                <a:cs typeface="+mn-lt"/>
                <a:hlinkClick r:id="rId24"/>
              </a:rPr>
              <a:t>[64]</a:t>
            </a:r>
            <a:r>
              <a:rPr lang="de-DE" sz="1200" dirty="0">
                <a:solidFill>
                  <a:srgbClr val="EAECF0"/>
                </a:solidFill>
                <a:ea typeface="+mn-lt"/>
                <a:cs typeface="+mn-lt"/>
              </a:rPr>
              <a:t> </a:t>
            </a:r>
            <a:r>
              <a:rPr lang="de-DE" sz="1200" dirty="0" err="1">
                <a:solidFill>
                  <a:srgbClr val="EAECF0"/>
                </a:solidFill>
                <a:ea typeface="+mn-lt"/>
                <a:cs typeface="+mn-lt"/>
              </a:rPr>
              <a:t>hence</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large, </a:t>
            </a:r>
            <a:r>
              <a:rPr lang="de-DE" sz="1200" dirty="0" err="1">
                <a:solidFill>
                  <a:srgbClr val="EAECF0"/>
                </a:solidFill>
                <a:ea typeface="+mn-lt"/>
                <a:cs typeface="+mn-lt"/>
              </a:rPr>
              <a:t>celebratory</a:t>
            </a:r>
            <a:r>
              <a:rPr lang="de-DE" sz="1200" dirty="0">
                <a:solidFill>
                  <a:srgbClr val="EAECF0"/>
                </a:solidFill>
                <a:ea typeface="+mn-lt"/>
                <a:cs typeface="+mn-lt"/>
              </a:rPr>
              <a:t> </a:t>
            </a:r>
            <a:r>
              <a:rPr lang="de-DE" sz="1200" dirty="0" err="1">
                <a:solidFill>
                  <a:srgbClr val="EAECF0"/>
                </a:solidFill>
                <a:ea typeface="+mn-lt"/>
                <a:cs typeface="+mn-lt"/>
              </a:rPr>
              <a:t>scale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i="1" dirty="0">
                <a:solidFill>
                  <a:srgbClr val="EAECF0"/>
                </a:solidFill>
                <a:ea typeface="+mn-lt"/>
                <a:cs typeface="+mn-lt"/>
              </a:rPr>
              <a:t>Missa Puer </a:t>
            </a:r>
            <a:r>
              <a:rPr lang="de-DE" sz="1200" i="1" dirty="0" err="1">
                <a:solidFill>
                  <a:srgbClr val="EAECF0"/>
                </a:solidFill>
                <a:ea typeface="+mn-lt"/>
                <a:cs typeface="+mn-lt"/>
              </a:rPr>
              <a:t>natus</a:t>
            </a:r>
            <a:r>
              <a:rPr lang="de-DE" sz="1200" dirty="0">
                <a:solidFill>
                  <a:srgbClr val="EAECF0"/>
                </a:solidFill>
                <a:ea typeface="+mn-lt"/>
                <a:cs typeface="+mn-lt"/>
              </a:rPr>
              <a:t>. The </a:t>
            </a:r>
            <a:r>
              <a:rPr lang="de-DE" sz="1200" dirty="0" err="1">
                <a:solidFill>
                  <a:srgbClr val="EAECF0"/>
                </a:solidFill>
                <a:ea typeface="+mn-lt"/>
                <a:cs typeface="+mn-lt"/>
              </a:rPr>
              <a:t>mass</a:t>
            </a:r>
            <a:r>
              <a:rPr lang="de-DE" sz="1200" dirty="0">
                <a:solidFill>
                  <a:srgbClr val="EAECF0"/>
                </a:solidFill>
                <a:ea typeface="+mn-lt"/>
                <a:cs typeface="+mn-lt"/>
              </a:rPr>
              <a:t> </a:t>
            </a:r>
            <a:r>
              <a:rPr lang="de-DE" sz="1200" dirty="0" err="1">
                <a:solidFill>
                  <a:srgbClr val="EAECF0"/>
                </a:solidFill>
                <a:ea typeface="+mn-lt"/>
                <a:cs typeface="+mn-lt"/>
              </a:rPr>
              <a:t>has</a:t>
            </a:r>
            <a:r>
              <a:rPr lang="de-DE" sz="1200" dirty="0">
                <a:solidFill>
                  <a:srgbClr val="EAECF0"/>
                </a:solidFill>
                <a:ea typeface="+mn-lt"/>
                <a:cs typeface="+mn-lt"/>
              </a:rPr>
              <a:t> </a:t>
            </a:r>
            <a:r>
              <a:rPr lang="de-DE" sz="1200" dirty="0" err="1">
                <a:solidFill>
                  <a:srgbClr val="EAECF0"/>
                </a:solidFill>
                <a:ea typeface="+mn-lt"/>
                <a:cs typeface="+mn-lt"/>
              </a:rPr>
              <a:t>characteristics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English </a:t>
            </a:r>
            <a:r>
              <a:rPr lang="de-DE" sz="1200" dirty="0" err="1">
                <a:solidFill>
                  <a:srgbClr val="EAECF0"/>
                </a:solidFill>
                <a:ea typeface="+mn-lt"/>
                <a:cs typeface="+mn-lt"/>
              </a:rPr>
              <a:t>votive</a:t>
            </a:r>
            <a:r>
              <a:rPr lang="de-DE" sz="1200" dirty="0">
                <a:solidFill>
                  <a:srgbClr val="EAECF0"/>
                </a:solidFill>
                <a:ea typeface="+mn-lt"/>
                <a:cs typeface="+mn-lt"/>
              </a:rPr>
              <a:t> style, such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a:solidFill>
                  <a:srgbClr val="88A3E8"/>
                </a:solidFill>
                <a:ea typeface="+mn-lt"/>
                <a:cs typeface="+mn-lt"/>
                <a:hlinkClick r:id="rId25"/>
              </a:rPr>
              <a:t>cross-relations</a:t>
            </a:r>
            <a:r>
              <a:rPr lang="de-DE" sz="1200" dirty="0">
                <a:solidFill>
                  <a:srgbClr val="EAECF0"/>
                </a:solidFill>
                <a:ea typeface="+mn-lt"/>
                <a:cs typeface="+mn-lt"/>
              </a:rPr>
              <a:t>, </a:t>
            </a:r>
            <a:r>
              <a:rPr lang="de-DE" sz="1200" dirty="0" err="1">
                <a:solidFill>
                  <a:srgbClr val="EAECF0"/>
                </a:solidFill>
                <a:ea typeface="+mn-lt"/>
                <a:cs typeface="+mn-lt"/>
              </a:rPr>
              <a:t>yet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mass</a:t>
            </a:r>
            <a:r>
              <a:rPr lang="de-DE" sz="1200" dirty="0">
                <a:solidFill>
                  <a:srgbClr val="EAECF0"/>
                </a:solidFill>
                <a:ea typeface="+mn-lt"/>
                <a:cs typeface="+mn-lt"/>
              </a:rPr>
              <a:t> also </a:t>
            </a:r>
            <a:r>
              <a:rPr lang="de-DE" sz="1200" dirty="0" err="1">
                <a:solidFill>
                  <a:srgbClr val="EAECF0"/>
                </a:solidFill>
                <a:ea typeface="+mn-lt"/>
                <a:cs typeface="+mn-lt"/>
              </a:rPr>
              <a:t>has</a:t>
            </a:r>
            <a:r>
              <a:rPr lang="de-DE" sz="1200" dirty="0">
                <a:solidFill>
                  <a:srgbClr val="EAECF0"/>
                </a:solidFill>
                <a:ea typeface="+mn-lt"/>
                <a:cs typeface="+mn-lt"/>
              </a:rPr>
              <a:t> </a:t>
            </a:r>
            <a:r>
              <a:rPr lang="de-DE" sz="1200" dirty="0" err="1">
                <a:solidFill>
                  <a:srgbClr val="EAECF0"/>
                </a:solidFill>
                <a:ea typeface="+mn-lt"/>
                <a:cs typeface="+mn-lt"/>
              </a:rPr>
              <a:t>characteristics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26"/>
              </a:rPr>
              <a:t>Flemish tradition</a:t>
            </a:r>
            <a:r>
              <a:rPr lang="de-DE" sz="1200" dirty="0">
                <a:solidFill>
                  <a:srgbClr val="EAECF0"/>
                </a:solidFill>
                <a:ea typeface="+mn-lt"/>
                <a:cs typeface="+mn-lt"/>
              </a:rPr>
              <a:t>.</a:t>
            </a:r>
            <a:r>
              <a:rPr lang="de-DE" sz="1000" baseline="30000" dirty="0">
                <a:solidFill>
                  <a:srgbClr val="88A3E8"/>
                </a:solidFill>
                <a:ea typeface="+mn-lt"/>
                <a:cs typeface="+mn-lt"/>
                <a:hlinkClick r:id="rId18"/>
              </a:rPr>
              <a:t>[28]</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tenor</a:t>
            </a:r>
            <a:r>
              <a:rPr lang="de-DE" sz="1200" dirty="0">
                <a:solidFill>
                  <a:srgbClr val="EAECF0"/>
                </a:solidFill>
                <a:ea typeface="+mn-lt"/>
                <a:cs typeface="+mn-lt"/>
              </a:rPr>
              <a:t> </a:t>
            </a:r>
            <a:r>
              <a:rPr lang="de-DE" sz="1200" dirty="0" err="1">
                <a:solidFill>
                  <a:srgbClr val="EAECF0"/>
                </a:solidFill>
                <a:ea typeface="+mn-lt"/>
                <a:cs typeface="+mn-lt"/>
              </a:rPr>
              <a:t>part</a:t>
            </a:r>
            <a:r>
              <a:rPr lang="de-DE" sz="1200" dirty="0">
                <a:solidFill>
                  <a:srgbClr val="EAECF0"/>
                </a:solidFill>
                <a:ea typeface="+mn-lt"/>
                <a:cs typeface="+mn-lt"/>
              </a:rPr>
              <a:t>, </a:t>
            </a:r>
            <a:r>
              <a:rPr lang="de-DE" sz="1200" dirty="0" err="1">
                <a:solidFill>
                  <a:srgbClr val="EAECF0"/>
                </a:solidFill>
                <a:ea typeface="+mn-lt"/>
                <a:cs typeface="+mn-lt"/>
              </a:rPr>
              <a:t>there</a:t>
            </a:r>
            <a:r>
              <a:rPr lang="de-DE" sz="1200" dirty="0">
                <a:solidFill>
                  <a:srgbClr val="EAECF0"/>
                </a:solidFill>
                <a:ea typeface="+mn-lt"/>
                <a:cs typeface="+mn-lt"/>
              </a:rPr>
              <a:t> </a:t>
            </a:r>
            <a:r>
              <a:rPr lang="de-DE" sz="1200" dirty="0" err="1">
                <a:solidFill>
                  <a:srgbClr val="EAECF0"/>
                </a:solidFill>
                <a:ea typeface="+mn-lt"/>
                <a:cs typeface="+mn-lt"/>
              </a:rPr>
              <a:t>are</a:t>
            </a:r>
            <a:r>
              <a:rPr lang="de-DE" sz="1200" dirty="0">
                <a:solidFill>
                  <a:srgbClr val="EAECF0"/>
                </a:solidFill>
                <a:ea typeface="+mn-lt"/>
                <a:cs typeface="+mn-lt"/>
              </a:rPr>
              <a:t> </a:t>
            </a:r>
            <a:r>
              <a:rPr lang="de-DE" sz="1200" dirty="0" err="1">
                <a:solidFill>
                  <a:srgbClr val="EAECF0"/>
                </a:solidFill>
                <a:ea typeface="+mn-lt"/>
                <a:cs typeface="+mn-lt"/>
              </a:rPr>
              <a:t>cryptic</a:t>
            </a:r>
            <a:r>
              <a:rPr lang="de-DE" sz="1200" dirty="0">
                <a:solidFill>
                  <a:srgbClr val="EAECF0"/>
                </a:solidFill>
                <a:ea typeface="+mn-lt"/>
                <a:cs typeface="+mn-lt"/>
              </a:rPr>
              <a:t>, puzzle-like </a:t>
            </a:r>
            <a:r>
              <a:rPr lang="de-DE" sz="1200" dirty="0" err="1">
                <a:solidFill>
                  <a:srgbClr val="EAECF0"/>
                </a:solidFill>
                <a:ea typeface="+mn-lt"/>
                <a:cs typeface="+mn-lt"/>
              </a:rPr>
              <a:t>patterns</a:t>
            </a:r>
            <a:r>
              <a:rPr lang="de-DE" sz="1200" dirty="0">
                <a:solidFill>
                  <a:srgbClr val="EAECF0"/>
                </a:solidFill>
                <a:ea typeface="+mn-lt"/>
                <a:cs typeface="+mn-lt"/>
              </a:rPr>
              <a:t> </a:t>
            </a:r>
            <a:r>
              <a:rPr lang="de-DE" sz="1200" dirty="0" err="1">
                <a:solidFill>
                  <a:srgbClr val="EAECF0"/>
                </a:solidFill>
                <a:ea typeface="+mn-lt"/>
                <a:cs typeface="+mn-lt"/>
              </a:rPr>
              <a:t>made</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varying</a:t>
            </a:r>
            <a:r>
              <a:rPr lang="de-DE" sz="1200" dirty="0">
                <a:solidFill>
                  <a:srgbClr val="EAECF0"/>
                </a:solidFill>
                <a:ea typeface="+mn-lt"/>
                <a:cs typeface="+mn-lt"/>
              </a:rPr>
              <a:t> </a:t>
            </a:r>
            <a:r>
              <a:rPr lang="de-DE" sz="1200" dirty="0" err="1">
                <a:solidFill>
                  <a:srgbClr val="EAECF0"/>
                </a:solidFill>
                <a:ea typeface="+mn-lt"/>
                <a:cs typeface="+mn-lt"/>
              </a:rPr>
              <a:t>note</a:t>
            </a:r>
            <a:r>
              <a:rPr lang="de-DE" sz="1200" dirty="0">
                <a:solidFill>
                  <a:srgbClr val="EAECF0"/>
                </a:solidFill>
                <a:ea typeface="+mn-lt"/>
                <a:cs typeface="+mn-lt"/>
              </a:rPr>
              <a:t> </a:t>
            </a:r>
            <a:r>
              <a:rPr lang="de-DE" sz="1200" dirty="0" err="1">
                <a:solidFill>
                  <a:srgbClr val="EAECF0"/>
                </a:solidFill>
                <a:ea typeface="+mn-lt"/>
                <a:cs typeface="+mn-lt"/>
              </a:rPr>
              <a:t>lengths</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which</a:t>
            </a:r>
            <a:r>
              <a:rPr lang="de-DE" sz="1200" dirty="0">
                <a:solidFill>
                  <a:srgbClr val="EAECF0"/>
                </a:solidFill>
                <a:ea typeface="+mn-lt"/>
                <a:cs typeface="+mn-lt"/>
              </a:rPr>
              <a:t> Tallis </a:t>
            </a:r>
            <a:r>
              <a:rPr lang="de-DE" sz="1200" dirty="0" err="1">
                <a:solidFill>
                  <a:srgbClr val="EAECF0"/>
                </a:solidFill>
                <a:ea typeface="+mn-lt"/>
                <a:cs typeface="+mn-lt"/>
              </a:rPr>
              <a:t>modified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cantus</a:t>
            </a:r>
            <a:r>
              <a:rPr lang="de-DE" sz="1200" dirty="0">
                <a:solidFill>
                  <a:srgbClr val="EAECF0"/>
                </a:solidFill>
                <a:ea typeface="+mn-lt"/>
                <a:cs typeface="+mn-lt"/>
              </a:rPr>
              <a:t> firmus. </a:t>
            </a:r>
            <a:r>
              <a:rPr lang="de-DE" sz="1200" dirty="0" err="1">
                <a:solidFill>
                  <a:srgbClr val="EAECF0"/>
                </a:solidFill>
                <a:ea typeface="+mn-lt"/>
                <a:cs typeface="+mn-lt"/>
              </a:rPr>
              <a:t>Milsom</a:t>
            </a:r>
            <a:r>
              <a:rPr lang="de-DE" sz="1200" dirty="0">
                <a:solidFill>
                  <a:srgbClr val="EAECF0"/>
                </a:solidFill>
                <a:ea typeface="+mn-lt"/>
                <a:cs typeface="+mn-lt"/>
              </a:rPr>
              <a:t> </a:t>
            </a:r>
            <a:r>
              <a:rPr lang="de-DE" sz="1200" dirty="0" err="1">
                <a:solidFill>
                  <a:srgbClr val="EAECF0"/>
                </a:solidFill>
                <a:ea typeface="+mn-lt"/>
                <a:cs typeface="+mn-lt"/>
              </a:rPr>
              <a:t>writes</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patterns</a:t>
            </a:r>
            <a:r>
              <a:rPr lang="de-DE" sz="1200" dirty="0">
                <a:solidFill>
                  <a:srgbClr val="EAECF0"/>
                </a:solidFill>
                <a:ea typeface="+mn-lt"/>
                <a:cs typeface="+mn-lt"/>
              </a:rPr>
              <a:t> </a:t>
            </a:r>
            <a:r>
              <a:rPr lang="de-DE" sz="1200" dirty="0" err="1">
                <a:solidFill>
                  <a:srgbClr val="EAECF0"/>
                </a:solidFill>
                <a:ea typeface="+mn-lt"/>
                <a:cs typeface="+mn-lt"/>
              </a:rPr>
              <a:t>are</a:t>
            </a:r>
            <a:r>
              <a:rPr lang="de-DE" sz="1200" dirty="0">
                <a:solidFill>
                  <a:srgbClr val="EAECF0"/>
                </a:solidFill>
                <a:ea typeface="+mn-lt"/>
                <a:cs typeface="+mn-lt"/>
              </a:rPr>
              <a:t> "</a:t>
            </a:r>
            <a:r>
              <a:rPr lang="de-DE" sz="1200" dirty="0" err="1">
                <a:solidFill>
                  <a:srgbClr val="EAECF0"/>
                </a:solidFill>
                <a:ea typeface="+mn-lt"/>
                <a:cs typeface="+mn-lt"/>
              </a:rPr>
              <a:t>almost</a:t>
            </a:r>
            <a:r>
              <a:rPr lang="de-DE" sz="1200" dirty="0">
                <a:solidFill>
                  <a:srgbClr val="EAECF0"/>
                </a:solidFill>
                <a:ea typeface="+mn-lt"/>
                <a:cs typeface="+mn-lt"/>
              </a:rPr>
              <a:t> </a:t>
            </a:r>
            <a:r>
              <a:rPr lang="de-DE" sz="1200" dirty="0" err="1">
                <a:solidFill>
                  <a:srgbClr val="EAECF0"/>
                </a:solidFill>
                <a:ea typeface="+mn-lt"/>
                <a:cs typeface="+mn-lt"/>
              </a:rPr>
              <a:t>cabbalistic</a:t>
            </a:r>
            <a:r>
              <a:rPr lang="de-DE" sz="1200" dirty="0">
                <a:solidFill>
                  <a:srgbClr val="EAECF0"/>
                </a:solidFill>
                <a:ea typeface="+mn-lt"/>
                <a:cs typeface="+mn-lt"/>
              </a:rPr>
              <a:t>", </a:t>
            </a:r>
            <a:r>
              <a:rPr lang="de-DE" sz="1200" dirty="0" err="1">
                <a:solidFill>
                  <a:srgbClr val="EAECF0"/>
                </a:solidFill>
                <a:ea typeface="+mn-lt"/>
                <a:cs typeface="+mn-lt"/>
              </a:rPr>
              <a:t>while</a:t>
            </a:r>
            <a:r>
              <a:rPr lang="de-DE" sz="1200" dirty="0">
                <a:solidFill>
                  <a:srgbClr val="EAECF0"/>
                </a:solidFill>
                <a:ea typeface="+mn-lt"/>
                <a:cs typeface="+mn-lt"/>
              </a:rPr>
              <a:t> </a:t>
            </a:r>
            <a:r>
              <a:rPr lang="de-DE" sz="1200" dirty="0" err="1">
                <a:solidFill>
                  <a:srgbClr val="EAECF0"/>
                </a:solidFill>
                <a:ea typeface="+mn-lt"/>
                <a:cs typeface="+mn-lt"/>
              </a:rPr>
              <a:t>Wulfstan</a:t>
            </a:r>
            <a:r>
              <a:rPr lang="de-DE" sz="1200" dirty="0">
                <a:solidFill>
                  <a:srgbClr val="EAECF0"/>
                </a:solidFill>
                <a:ea typeface="+mn-lt"/>
                <a:cs typeface="+mn-lt"/>
              </a:rPr>
              <a:t> </a:t>
            </a:r>
            <a:r>
              <a:rPr lang="de-DE" sz="1200" dirty="0" err="1">
                <a:solidFill>
                  <a:srgbClr val="EAECF0"/>
                </a:solidFill>
                <a:ea typeface="+mn-lt"/>
                <a:cs typeface="+mn-lt"/>
              </a:rPr>
              <a:t>suggests</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Tallis' </a:t>
            </a:r>
            <a:r>
              <a:rPr lang="de-DE" sz="1200" dirty="0" err="1">
                <a:solidFill>
                  <a:srgbClr val="EAECF0"/>
                </a:solidFill>
                <a:ea typeface="+mn-lt"/>
                <a:cs typeface="+mn-lt"/>
              </a:rPr>
              <a:t>use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patterns</a:t>
            </a:r>
            <a:r>
              <a:rPr lang="de-DE" sz="1200" dirty="0">
                <a:solidFill>
                  <a:srgbClr val="EAECF0"/>
                </a:solidFill>
                <a:ea typeface="+mn-lt"/>
                <a:cs typeface="+mn-lt"/>
              </a:rPr>
              <a:t> </a:t>
            </a:r>
            <a:r>
              <a:rPr lang="de-DE" sz="1200" dirty="0" err="1">
                <a:solidFill>
                  <a:srgbClr val="EAECF0"/>
                </a:solidFill>
                <a:ea typeface="+mn-lt"/>
                <a:cs typeface="+mn-lt"/>
              </a:rPr>
              <a:t>actually</a:t>
            </a:r>
            <a:r>
              <a:rPr lang="de-DE" sz="1200" dirty="0">
                <a:solidFill>
                  <a:srgbClr val="EAECF0"/>
                </a:solidFill>
                <a:ea typeface="+mn-lt"/>
                <a:cs typeface="+mn-lt"/>
              </a:rPr>
              <a:t> </a:t>
            </a:r>
            <a:r>
              <a:rPr lang="de-DE" sz="1200" dirty="0" err="1">
                <a:solidFill>
                  <a:srgbClr val="EAECF0"/>
                </a:solidFill>
                <a:ea typeface="+mn-lt"/>
                <a:cs typeface="+mn-lt"/>
              </a:rPr>
              <a:t>resemble</a:t>
            </a:r>
            <a:r>
              <a:rPr lang="de-DE" sz="1200" dirty="0">
                <a:solidFill>
                  <a:srgbClr val="EAECF0"/>
                </a:solidFill>
                <a:ea typeface="+mn-lt"/>
                <a:cs typeface="+mn-lt"/>
              </a:rPr>
              <a:t> </a:t>
            </a:r>
            <a:r>
              <a:rPr lang="de-DE" sz="1200" dirty="0">
                <a:solidFill>
                  <a:srgbClr val="88A3E8"/>
                </a:solidFill>
                <a:ea typeface="+mn-lt"/>
                <a:cs typeface="+mn-lt"/>
                <a:hlinkClick r:id="rId27"/>
              </a:rPr>
              <a:t>Ockeghem</a:t>
            </a:r>
            <a:r>
              <a:rPr lang="de-DE" sz="1200" dirty="0">
                <a:solidFill>
                  <a:srgbClr val="EAECF0"/>
                </a:solidFill>
                <a:ea typeface="+mn-lt"/>
                <a:cs typeface="+mn-lt"/>
              </a:rPr>
              <a:t>'s </a:t>
            </a:r>
            <a:r>
              <a:rPr lang="de-DE" sz="1200" dirty="0" err="1">
                <a:solidFill>
                  <a:srgbClr val="EAECF0"/>
                </a:solidFill>
                <a:ea typeface="+mn-lt"/>
                <a:cs typeface="+mn-lt"/>
              </a:rPr>
              <a:t>mathematical</a:t>
            </a:r>
            <a:r>
              <a:rPr lang="de-DE" sz="1200" dirty="0">
                <a:solidFill>
                  <a:srgbClr val="EAECF0"/>
                </a:solidFill>
                <a:ea typeface="+mn-lt"/>
                <a:cs typeface="+mn-lt"/>
              </a:rPr>
              <a:t> "</a:t>
            </a:r>
            <a:r>
              <a:rPr lang="de-DE" sz="1200" dirty="0" err="1">
                <a:solidFill>
                  <a:srgbClr val="EAECF0"/>
                </a:solidFill>
                <a:ea typeface="+mn-lt"/>
                <a:cs typeface="+mn-lt"/>
              </a:rPr>
              <a:t>games</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cantus</a:t>
            </a:r>
            <a:r>
              <a:rPr lang="de-DE" sz="1200" dirty="0">
                <a:solidFill>
                  <a:srgbClr val="EAECF0"/>
                </a:solidFill>
                <a:ea typeface="+mn-lt"/>
                <a:cs typeface="+mn-lt"/>
              </a:rPr>
              <a:t> </a:t>
            </a:r>
            <a:r>
              <a:rPr lang="de-DE" sz="1200" dirty="0" err="1">
                <a:solidFill>
                  <a:srgbClr val="EAECF0"/>
                </a:solidFill>
                <a:ea typeface="+mn-lt"/>
                <a:cs typeface="+mn-lt"/>
              </a:rPr>
              <a:t>firmi</a:t>
            </a:r>
            <a:r>
              <a:rPr lang="de-DE" sz="1200" dirty="0">
                <a:solidFill>
                  <a:srgbClr val="EAECF0"/>
                </a:solidFill>
                <a:ea typeface="+mn-lt"/>
                <a:cs typeface="+mn-lt"/>
              </a:rPr>
              <a:t>.</a:t>
            </a:r>
            <a:r>
              <a:rPr lang="de-DE" sz="1000" baseline="30000" dirty="0">
                <a:solidFill>
                  <a:srgbClr val="88A3E8"/>
                </a:solidFill>
                <a:ea typeface="+mn-lt"/>
                <a:cs typeface="+mn-lt"/>
                <a:hlinkClick r:id="rId28"/>
              </a:rPr>
              <a:t>[65]</a:t>
            </a:r>
            <a:r>
              <a:rPr lang="de-DE" sz="1200" dirty="0">
                <a:solidFill>
                  <a:srgbClr val="EAECF0"/>
                </a:solidFill>
                <a:ea typeface="+mn-lt"/>
                <a:cs typeface="+mn-lt"/>
              </a:rPr>
              <a:t> Philips </a:t>
            </a:r>
            <a:r>
              <a:rPr lang="de-DE" sz="1200" dirty="0" err="1">
                <a:solidFill>
                  <a:srgbClr val="EAECF0"/>
                </a:solidFill>
                <a:ea typeface="+mn-lt"/>
                <a:cs typeface="+mn-lt"/>
              </a:rPr>
              <a:t>writes</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overall</a:t>
            </a:r>
            <a:r>
              <a:rPr lang="de-DE" sz="1200" dirty="0">
                <a:solidFill>
                  <a:srgbClr val="EAECF0"/>
                </a:solidFill>
                <a:ea typeface="+mn-lt"/>
                <a:cs typeface="+mn-lt"/>
              </a:rPr>
              <a:t> </a:t>
            </a:r>
            <a:r>
              <a:rPr lang="de-DE" sz="1200" dirty="0">
                <a:solidFill>
                  <a:srgbClr val="88A3E8"/>
                </a:solidFill>
                <a:ea typeface="+mn-lt"/>
                <a:cs typeface="+mn-lt"/>
                <a:hlinkClick r:id="rId29"/>
              </a:rPr>
              <a:t>esoteric</a:t>
            </a:r>
            <a:r>
              <a:rPr lang="de-DE" sz="1200" dirty="0">
                <a:solidFill>
                  <a:srgbClr val="EAECF0"/>
                </a:solidFill>
                <a:ea typeface="+mn-lt"/>
                <a:cs typeface="+mn-lt"/>
              </a:rPr>
              <a:t> </a:t>
            </a:r>
            <a:r>
              <a:rPr lang="de-DE" sz="1200" dirty="0" err="1">
                <a:solidFill>
                  <a:srgbClr val="EAECF0"/>
                </a:solidFill>
                <a:ea typeface="+mn-lt"/>
                <a:cs typeface="+mn-lt"/>
              </a:rPr>
              <a:t>significance</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difficult</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discern</a:t>
            </a:r>
            <a:r>
              <a:rPr lang="de-DE" sz="1200" dirty="0">
                <a:solidFill>
                  <a:srgbClr val="EAECF0"/>
                </a:solidFill>
                <a:ea typeface="+mn-lt"/>
                <a:cs typeface="+mn-lt"/>
              </a:rPr>
              <a:t>".</a:t>
            </a:r>
            <a:r>
              <a:rPr lang="de-DE" sz="1000" baseline="30000" dirty="0">
                <a:solidFill>
                  <a:srgbClr val="88A3E8"/>
                </a:solidFill>
                <a:ea typeface="+mn-lt"/>
                <a:cs typeface="+mn-lt"/>
                <a:hlinkClick r:id="rId16"/>
              </a:rPr>
              <a:t>[61]</a:t>
            </a:r>
            <a:endParaRPr lang="de-DE"/>
          </a:p>
          <a:p>
            <a:r>
              <a:rPr lang="de-DE" sz="1200" dirty="0" err="1">
                <a:solidFill>
                  <a:srgbClr val="EAECF0"/>
                </a:solidFill>
                <a:ea typeface="+mn-lt"/>
                <a:cs typeface="+mn-lt"/>
              </a:rPr>
              <a:t>Some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Tallis' </a:t>
            </a:r>
            <a:r>
              <a:rPr lang="de-DE" sz="1200" dirty="0" err="1">
                <a:solidFill>
                  <a:srgbClr val="EAECF0"/>
                </a:solidFill>
                <a:ea typeface="+mn-lt"/>
                <a:cs typeface="+mn-lt"/>
              </a:rPr>
              <a:t>keyboard</a:t>
            </a:r>
            <a:r>
              <a:rPr lang="de-DE" sz="1200" dirty="0">
                <a:solidFill>
                  <a:srgbClr val="EAECF0"/>
                </a:solidFill>
                <a:ea typeface="+mn-lt"/>
                <a:cs typeface="+mn-lt"/>
              </a:rPr>
              <a:t>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dirty="0" err="1">
                <a:solidFill>
                  <a:srgbClr val="EAECF0"/>
                </a:solidFill>
                <a:ea typeface="+mn-lt"/>
                <a:cs typeface="+mn-lt"/>
              </a:rPr>
              <a:t>were</a:t>
            </a:r>
            <a:r>
              <a:rPr lang="de-DE" sz="1200" dirty="0">
                <a:solidFill>
                  <a:srgbClr val="EAECF0"/>
                </a:solidFill>
                <a:ea typeface="+mn-lt"/>
                <a:cs typeface="+mn-lt"/>
              </a:rPr>
              <a:t> </a:t>
            </a:r>
            <a:r>
              <a:rPr lang="de-DE" sz="1200" dirty="0" err="1">
                <a:solidFill>
                  <a:srgbClr val="EAECF0"/>
                </a:solidFill>
                <a:ea typeface="+mn-lt"/>
                <a:cs typeface="+mn-lt"/>
              </a:rPr>
              <a:t>compiled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Thomas </a:t>
            </a:r>
            <a:r>
              <a:rPr lang="de-DE" sz="1200" dirty="0" err="1">
                <a:solidFill>
                  <a:srgbClr val="EAECF0"/>
                </a:solidFill>
                <a:ea typeface="+mn-lt"/>
                <a:cs typeface="+mn-lt"/>
              </a:rPr>
              <a:t>Mulliner</a:t>
            </a:r>
            <a:r>
              <a:rPr lang="de-DE" sz="1200" dirty="0">
                <a:solidFill>
                  <a:srgbClr val="EAECF0"/>
                </a:solidFill>
                <a:ea typeface="+mn-lt"/>
                <a:cs typeface="+mn-lt"/>
              </a:rPr>
              <a:t> in a </a:t>
            </a:r>
            <a:r>
              <a:rPr lang="de-DE" sz="1200" dirty="0" err="1">
                <a:solidFill>
                  <a:srgbClr val="EAECF0"/>
                </a:solidFill>
                <a:ea typeface="+mn-lt"/>
                <a:cs typeface="+mn-lt"/>
              </a:rPr>
              <a:t>manuscript</a:t>
            </a:r>
            <a:r>
              <a:rPr lang="de-DE" sz="1200" dirty="0">
                <a:solidFill>
                  <a:srgbClr val="EAECF0"/>
                </a:solidFill>
                <a:ea typeface="+mn-lt"/>
                <a:cs typeface="+mn-lt"/>
              </a:rPr>
              <a:t> </a:t>
            </a:r>
            <a:r>
              <a:rPr lang="de-DE" sz="1200" dirty="0" err="1">
                <a:solidFill>
                  <a:srgbClr val="EAECF0"/>
                </a:solidFill>
                <a:ea typeface="+mn-lt"/>
                <a:cs typeface="+mn-lt"/>
              </a:rPr>
              <a:t>copybook</a:t>
            </a:r>
            <a:r>
              <a:rPr lang="de-DE" sz="1200" dirty="0">
                <a:solidFill>
                  <a:srgbClr val="EAECF0"/>
                </a:solidFill>
                <a:ea typeface="+mn-lt"/>
                <a:cs typeface="+mn-lt"/>
              </a:rPr>
              <a:t> </a:t>
            </a:r>
            <a:r>
              <a:rPr lang="de-DE" sz="1200" dirty="0" err="1">
                <a:solidFill>
                  <a:srgbClr val="EAECF0"/>
                </a:solidFill>
                <a:ea typeface="+mn-lt"/>
                <a:cs typeface="+mn-lt"/>
              </a:rPr>
              <a:t>called</a:t>
            </a:r>
            <a:r>
              <a:rPr lang="de-DE" sz="1200" dirty="0">
                <a:solidFill>
                  <a:srgbClr val="EAECF0"/>
                </a:solidFill>
                <a:ea typeface="+mn-lt"/>
                <a:cs typeface="+mn-lt"/>
              </a:rPr>
              <a:t> </a:t>
            </a:r>
            <a:r>
              <a:rPr lang="de-DE" sz="1200" i="1" dirty="0">
                <a:solidFill>
                  <a:srgbClr val="88A3E8"/>
                </a:solidFill>
                <a:ea typeface="+mn-lt"/>
                <a:cs typeface="+mn-lt"/>
                <a:hlinkClick r:id="rId30"/>
              </a:rPr>
              <a:t>The Mulliner Book</a:t>
            </a:r>
            <a:r>
              <a:rPr lang="de-DE" sz="1200" dirty="0">
                <a:solidFill>
                  <a:srgbClr val="EAECF0"/>
                </a:solidFill>
                <a:ea typeface="+mn-lt"/>
                <a:cs typeface="+mn-lt"/>
              </a:rPr>
              <a:t> </a:t>
            </a:r>
            <a:r>
              <a:rPr lang="de-DE" sz="1200" dirty="0" err="1">
                <a:solidFill>
                  <a:srgbClr val="EAECF0"/>
                </a:solidFill>
                <a:ea typeface="+mn-lt"/>
                <a:cs typeface="+mn-lt"/>
              </a:rPr>
              <a:t>before</a:t>
            </a:r>
            <a:r>
              <a:rPr lang="de-DE" sz="1200" dirty="0">
                <a:solidFill>
                  <a:srgbClr val="EAECF0"/>
                </a:solidFill>
                <a:ea typeface="+mn-lt"/>
                <a:cs typeface="+mn-lt"/>
              </a:rPr>
              <a:t> Queen </a:t>
            </a:r>
            <a:r>
              <a:rPr lang="de-DE" sz="1200" dirty="0" err="1">
                <a:solidFill>
                  <a:srgbClr val="EAECF0"/>
                </a:solidFill>
                <a:ea typeface="+mn-lt"/>
                <a:cs typeface="+mn-lt"/>
              </a:rPr>
              <a:t>Elizabeth's</a:t>
            </a:r>
            <a:r>
              <a:rPr lang="de-DE" sz="1200" dirty="0">
                <a:solidFill>
                  <a:srgbClr val="EAECF0"/>
                </a:solidFill>
                <a:ea typeface="+mn-lt"/>
                <a:cs typeface="+mn-lt"/>
              </a:rPr>
              <a:t> </a:t>
            </a:r>
            <a:r>
              <a:rPr lang="de-DE" sz="1200" dirty="0" err="1">
                <a:solidFill>
                  <a:srgbClr val="EAECF0"/>
                </a:solidFill>
                <a:ea typeface="+mn-lt"/>
                <a:cs typeface="+mn-lt"/>
              </a:rPr>
              <a:t>reign</a:t>
            </a:r>
            <a:r>
              <a:rPr lang="de-DE" sz="1200" dirty="0">
                <a:solidFill>
                  <a:srgbClr val="EAECF0"/>
                </a:solidFill>
                <a:ea typeface="+mn-lt"/>
                <a:cs typeface="+mn-lt"/>
              </a:rPr>
              <a:t>, and </a:t>
            </a:r>
            <a:r>
              <a:rPr lang="de-DE" sz="1200" dirty="0" err="1">
                <a:solidFill>
                  <a:srgbClr val="EAECF0"/>
                </a:solidFill>
                <a:ea typeface="+mn-lt"/>
                <a:cs typeface="+mn-lt"/>
              </a:rPr>
              <a:t>may</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been</a:t>
            </a:r>
            <a:r>
              <a:rPr lang="de-DE" sz="1200" dirty="0">
                <a:solidFill>
                  <a:srgbClr val="EAECF0"/>
                </a:solidFill>
                <a:ea typeface="+mn-lt"/>
                <a:cs typeface="+mn-lt"/>
              </a:rPr>
              <a:t> </a:t>
            </a:r>
            <a:r>
              <a:rPr lang="de-DE" sz="1200" dirty="0" err="1">
                <a:solidFill>
                  <a:srgbClr val="EAECF0"/>
                </a:solidFill>
                <a:ea typeface="+mn-lt"/>
                <a:cs typeface="+mn-lt"/>
              </a:rPr>
              <a:t>used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queen</a:t>
            </a:r>
            <a:r>
              <a:rPr lang="de-DE" sz="1200" dirty="0">
                <a:solidFill>
                  <a:srgbClr val="EAECF0"/>
                </a:solidFill>
                <a:ea typeface="+mn-lt"/>
                <a:cs typeface="+mn-lt"/>
              </a:rPr>
              <a:t> </a:t>
            </a:r>
            <a:r>
              <a:rPr lang="de-DE" sz="1200" dirty="0" err="1">
                <a:solidFill>
                  <a:srgbClr val="EAECF0"/>
                </a:solidFill>
                <a:ea typeface="+mn-lt"/>
                <a:cs typeface="+mn-lt"/>
              </a:rPr>
              <a:t>herself</a:t>
            </a:r>
            <a:r>
              <a:rPr lang="de-DE" sz="1200" dirty="0">
                <a:solidFill>
                  <a:srgbClr val="EAECF0"/>
                </a:solidFill>
                <a:ea typeface="+mn-lt"/>
                <a:cs typeface="+mn-lt"/>
              </a:rPr>
              <a:t> </a:t>
            </a:r>
            <a:r>
              <a:rPr lang="de-DE" sz="1200" dirty="0" err="1">
                <a:solidFill>
                  <a:srgbClr val="EAECF0"/>
                </a:solidFill>
                <a:ea typeface="+mn-lt"/>
                <a:cs typeface="+mn-lt"/>
              </a:rPr>
              <a:t>when</a:t>
            </a:r>
            <a:r>
              <a:rPr lang="de-DE" sz="1200" dirty="0">
                <a:solidFill>
                  <a:srgbClr val="EAECF0"/>
                </a:solidFill>
                <a:ea typeface="+mn-lt"/>
                <a:cs typeface="+mn-lt"/>
              </a:rPr>
              <a:t> </a:t>
            </a:r>
            <a:r>
              <a:rPr lang="de-DE" sz="1200" dirty="0" err="1">
                <a:solidFill>
                  <a:srgbClr val="EAECF0"/>
                </a:solidFill>
                <a:ea typeface="+mn-lt"/>
                <a:cs typeface="+mn-lt"/>
              </a:rPr>
              <a:t>she</a:t>
            </a:r>
            <a:r>
              <a:rPr lang="de-DE" sz="1200" dirty="0">
                <a:solidFill>
                  <a:srgbClr val="EAECF0"/>
                </a:solidFill>
                <a:ea typeface="+mn-lt"/>
                <a:cs typeface="+mn-lt"/>
              </a:rPr>
              <a:t> was </a:t>
            </a:r>
            <a:r>
              <a:rPr lang="de-DE" sz="1200" dirty="0" err="1">
                <a:solidFill>
                  <a:srgbClr val="EAECF0"/>
                </a:solidFill>
                <a:ea typeface="+mn-lt"/>
                <a:cs typeface="+mn-lt"/>
              </a:rPr>
              <a:t>younger</a:t>
            </a:r>
            <a:r>
              <a:rPr lang="de-DE" sz="1200" dirty="0">
                <a:solidFill>
                  <a:srgbClr val="EAECF0"/>
                </a:solidFill>
                <a:ea typeface="+mn-lt"/>
                <a:cs typeface="+mn-lt"/>
              </a:rPr>
              <a:t>.</a:t>
            </a:r>
            <a:r>
              <a:rPr lang="de-DE" sz="1000" baseline="30000" dirty="0">
                <a:solidFill>
                  <a:srgbClr val="88A3E8"/>
                </a:solidFill>
                <a:ea typeface="+mn-lt"/>
                <a:cs typeface="+mn-lt"/>
                <a:hlinkClick r:id="rId31"/>
              </a:rPr>
              <a:t>[66]</a:t>
            </a:r>
            <a:r>
              <a:rPr lang="de-DE" sz="1200" dirty="0">
                <a:solidFill>
                  <a:srgbClr val="EAECF0"/>
                </a:solidFill>
                <a:ea typeface="+mn-lt"/>
                <a:cs typeface="+mn-lt"/>
              </a:rPr>
              <a:t> </a:t>
            </a:r>
            <a:r>
              <a:rPr lang="de-DE" sz="1200" dirty="0" err="1">
                <a:solidFill>
                  <a:srgbClr val="EAECF0"/>
                </a:solidFill>
                <a:ea typeface="+mn-lt"/>
                <a:cs typeface="+mn-lt"/>
              </a:rPr>
              <a:t>Following</a:t>
            </a:r>
            <a:r>
              <a:rPr lang="de-DE" sz="1200" dirty="0">
                <a:solidFill>
                  <a:srgbClr val="EAECF0"/>
                </a:solidFill>
                <a:ea typeface="+mn-lt"/>
                <a:cs typeface="+mn-lt"/>
              </a:rPr>
              <a:t> </a:t>
            </a:r>
            <a:r>
              <a:rPr lang="de-DE" sz="1200" dirty="0" err="1">
                <a:solidFill>
                  <a:srgbClr val="EAECF0"/>
                </a:solidFill>
                <a:ea typeface="+mn-lt"/>
                <a:cs typeface="+mn-lt"/>
              </a:rPr>
              <a:t>Elizabeth's</a:t>
            </a:r>
            <a:r>
              <a:rPr lang="de-DE" sz="1200" dirty="0">
                <a:solidFill>
                  <a:srgbClr val="EAECF0"/>
                </a:solidFill>
                <a:ea typeface="+mn-lt"/>
                <a:cs typeface="+mn-lt"/>
              </a:rPr>
              <a:t> </a:t>
            </a:r>
            <a:r>
              <a:rPr lang="de-DE" sz="1200" dirty="0" err="1">
                <a:solidFill>
                  <a:srgbClr val="EAECF0"/>
                </a:solidFill>
                <a:ea typeface="+mn-lt"/>
                <a:cs typeface="+mn-lt"/>
              </a:rPr>
              <a:t>accession</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32"/>
              </a:rPr>
              <a:t>Act of Uniformity</a:t>
            </a:r>
            <a:r>
              <a:rPr lang="de-DE" sz="1200" dirty="0">
                <a:solidFill>
                  <a:srgbClr val="EAECF0"/>
                </a:solidFill>
                <a:ea typeface="+mn-lt"/>
                <a:cs typeface="+mn-lt"/>
              </a:rPr>
              <a:t> </a:t>
            </a:r>
            <a:r>
              <a:rPr lang="de-DE" sz="1200" dirty="0" err="1">
                <a:solidFill>
                  <a:srgbClr val="EAECF0"/>
                </a:solidFill>
                <a:ea typeface="+mn-lt"/>
                <a:cs typeface="+mn-lt"/>
              </a:rPr>
              <a:t>abolished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Roman </a:t>
            </a:r>
            <a:r>
              <a:rPr lang="de-DE" sz="1200" dirty="0" err="1">
                <a:solidFill>
                  <a:srgbClr val="EAECF0"/>
                </a:solidFill>
                <a:ea typeface="+mn-lt"/>
                <a:cs typeface="+mn-lt"/>
              </a:rPr>
              <a:t>Liturgy</a:t>
            </a:r>
            <a:r>
              <a:rPr lang="de-DE" sz="1000" baseline="30000" dirty="0">
                <a:solidFill>
                  <a:srgbClr val="88A3E8"/>
                </a:solidFill>
                <a:ea typeface="+mn-lt"/>
                <a:cs typeface="+mn-lt"/>
                <a:hlinkClick r:id="rId33"/>
              </a:rPr>
              <a:t>[3]</a:t>
            </a:r>
            <a:r>
              <a:rPr lang="de-DE" sz="1200" dirty="0">
                <a:solidFill>
                  <a:srgbClr val="EAECF0"/>
                </a:solidFill>
                <a:ea typeface="+mn-lt"/>
                <a:cs typeface="+mn-lt"/>
              </a:rPr>
              <a:t> and </a:t>
            </a:r>
            <a:r>
              <a:rPr lang="de-DE" sz="1200" dirty="0" err="1">
                <a:solidFill>
                  <a:srgbClr val="EAECF0"/>
                </a:solidFill>
                <a:ea typeface="+mn-lt"/>
                <a:cs typeface="+mn-lt"/>
              </a:rPr>
              <a:t>firmly</a:t>
            </a:r>
            <a:r>
              <a:rPr lang="de-DE" sz="1200" dirty="0">
                <a:solidFill>
                  <a:srgbClr val="EAECF0"/>
                </a:solidFill>
                <a:ea typeface="+mn-lt"/>
                <a:cs typeface="+mn-lt"/>
              </a:rPr>
              <a:t> </a:t>
            </a:r>
            <a:r>
              <a:rPr lang="de-DE" sz="1200" dirty="0" err="1">
                <a:solidFill>
                  <a:srgbClr val="EAECF0"/>
                </a:solidFill>
                <a:ea typeface="+mn-lt"/>
                <a:cs typeface="+mn-lt"/>
              </a:rPr>
              <a:t>established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34"/>
              </a:rPr>
              <a:t>Book of Common Prayer</a:t>
            </a:r>
            <a:r>
              <a:rPr lang="de-DE" sz="1200" dirty="0">
                <a:solidFill>
                  <a:srgbClr val="EAECF0"/>
                </a:solidFill>
                <a:ea typeface="+mn-lt"/>
                <a:cs typeface="+mn-lt"/>
              </a:rPr>
              <a:t>.</a:t>
            </a:r>
            <a:r>
              <a:rPr lang="de-DE" sz="1000" baseline="30000" dirty="0">
                <a:solidFill>
                  <a:srgbClr val="88A3E8"/>
                </a:solidFill>
                <a:ea typeface="+mn-lt"/>
                <a:cs typeface="+mn-lt"/>
                <a:hlinkClick r:id="rId35"/>
              </a:rPr>
              <a:t>[67]</a:t>
            </a:r>
            <a:r>
              <a:rPr lang="de-DE" sz="1200" dirty="0">
                <a:solidFill>
                  <a:srgbClr val="EAECF0"/>
                </a:solidFill>
                <a:ea typeface="+mn-lt"/>
                <a:cs typeface="+mn-lt"/>
              </a:rPr>
              <a:t> Composers </a:t>
            </a:r>
            <a:r>
              <a:rPr lang="de-DE" sz="1200" dirty="0" err="1">
                <a:solidFill>
                  <a:srgbClr val="EAECF0"/>
                </a:solidFill>
                <a:ea typeface="+mn-lt"/>
                <a:cs typeface="+mn-lt"/>
              </a:rPr>
              <a:t>resumed</a:t>
            </a:r>
            <a:r>
              <a:rPr lang="de-DE" sz="1200" dirty="0">
                <a:solidFill>
                  <a:srgbClr val="EAECF0"/>
                </a:solidFill>
                <a:ea typeface="+mn-lt"/>
                <a:cs typeface="+mn-lt"/>
              </a:rPr>
              <a:t> </a:t>
            </a:r>
            <a:r>
              <a:rPr lang="de-DE" sz="1200" dirty="0" err="1">
                <a:solidFill>
                  <a:srgbClr val="EAECF0"/>
                </a:solidFill>
                <a:ea typeface="+mn-lt"/>
                <a:cs typeface="+mn-lt"/>
              </a:rPr>
              <a:t>writing</a:t>
            </a:r>
            <a:r>
              <a:rPr lang="de-DE" sz="1200" dirty="0">
                <a:solidFill>
                  <a:srgbClr val="EAECF0"/>
                </a:solidFill>
                <a:ea typeface="+mn-lt"/>
                <a:cs typeface="+mn-lt"/>
              </a:rPr>
              <a:t> English </a:t>
            </a:r>
            <a:r>
              <a:rPr lang="de-DE" sz="1200" dirty="0" err="1">
                <a:solidFill>
                  <a:srgbClr val="EAECF0"/>
                </a:solidFill>
                <a:ea typeface="+mn-lt"/>
                <a:cs typeface="+mn-lt"/>
              </a:rPr>
              <a:t>anthems</a:t>
            </a:r>
            <a:r>
              <a:rPr lang="de-DE" sz="1200" dirty="0">
                <a:solidFill>
                  <a:srgbClr val="EAECF0"/>
                </a:solidFill>
                <a:ea typeface="+mn-lt"/>
                <a:cs typeface="+mn-lt"/>
              </a:rPr>
              <a:t>, </a:t>
            </a:r>
            <a:r>
              <a:rPr lang="de-DE" sz="1200" dirty="0" err="1">
                <a:solidFill>
                  <a:srgbClr val="EAECF0"/>
                </a:solidFill>
                <a:ea typeface="+mn-lt"/>
                <a:cs typeface="+mn-lt"/>
              </a:rPr>
              <a:t>although</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practice</a:t>
            </a:r>
            <a:r>
              <a:rPr lang="de-DE" sz="1200" dirty="0">
                <a:solidFill>
                  <a:srgbClr val="EAECF0"/>
                </a:solidFill>
                <a:ea typeface="+mn-lt"/>
                <a:cs typeface="+mn-lt"/>
              </a:rPr>
              <a:t> </a:t>
            </a:r>
            <a:r>
              <a:rPr lang="de-DE" sz="1200" dirty="0" err="1">
                <a:solidFill>
                  <a:srgbClr val="EAECF0"/>
                </a:solidFill>
                <a:ea typeface="+mn-lt"/>
                <a:cs typeface="+mn-lt"/>
              </a:rPr>
              <a:t>continued</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setting</a:t>
            </a:r>
            <a:r>
              <a:rPr lang="de-DE" sz="1200" dirty="0">
                <a:solidFill>
                  <a:srgbClr val="EAECF0"/>
                </a:solidFill>
                <a:ea typeface="+mn-lt"/>
                <a:cs typeface="+mn-lt"/>
              </a:rPr>
              <a:t> </a:t>
            </a:r>
            <a:r>
              <a:rPr lang="de-DE" sz="1200" dirty="0" err="1">
                <a:solidFill>
                  <a:srgbClr val="EAECF0"/>
                </a:solidFill>
                <a:ea typeface="+mn-lt"/>
                <a:cs typeface="+mn-lt"/>
              </a:rPr>
              <a:t>Latin</a:t>
            </a:r>
            <a:r>
              <a:rPr lang="de-DE" sz="1200" dirty="0">
                <a:solidFill>
                  <a:srgbClr val="EAECF0"/>
                </a:solidFill>
                <a:ea typeface="+mn-lt"/>
                <a:cs typeface="+mn-lt"/>
              </a:rPr>
              <a:t> </a:t>
            </a:r>
            <a:r>
              <a:rPr lang="de-DE" sz="1200" dirty="0" err="1">
                <a:solidFill>
                  <a:srgbClr val="EAECF0"/>
                </a:solidFill>
                <a:ea typeface="+mn-lt"/>
                <a:cs typeface="+mn-lt"/>
              </a:rPr>
              <a:t>texts</a:t>
            </a:r>
            <a:r>
              <a:rPr lang="de-DE" sz="1200" dirty="0">
                <a:solidFill>
                  <a:srgbClr val="EAECF0"/>
                </a:solidFill>
                <a:ea typeface="+mn-lt"/>
                <a:cs typeface="+mn-lt"/>
              </a:rPr>
              <a:t> </a:t>
            </a:r>
            <a:r>
              <a:rPr lang="de-DE" sz="1200" dirty="0" err="1">
                <a:solidFill>
                  <a:srgbClr val="EAECF0"/>
                </a:solidFill>
                <a:ea typeface="+mn-lt"/>
                <a:cs typeface="+mn-lt"/>
              </a:rPr>
              <a:t>among</a:t>
            </a:r>
            <a:r>
              <a:rPr lang="de-DE" sz="1200" dirty="0">
                <a:solidFill>
                  <a:srgbClr val="EAECF0"/>
                </a:solidFill>
                <a:ea typeface="+mn-lt"/>
                <a:cs typeface="+mn-lt"/>
              </a:rPr>
              <a:t> </a:t>
            </a:r>
            <a:r>
              <a:rPr lang="de-DE" sz="1200" dirty="0" err="1">
                <a:solidFill>
                  <a:srgbClr val="EAECF0"/>
                </a:solidFill>
                <a:ea typeface="+mn-lt"/>
                <a:cs typeface="+mn-lt"/>
              </a:rPr>
              <a:t>composers</a:t>
            </a:r>
            <a:r>
              <a:rPr lang="de-DE" sz="1200" dirty="0">
                <a:solidFill>
                  <a:srgbClr val="EAECF0"/>
                </a:solidFill>
                <a:ea typeface="+mn-lt"/>
                <a:cs typeface="+mn-lt"/>
              </a:rPr>
              <a:t> </a:t>
            </a:r>
            <a:r>
              <a:rPr lang="de-DE" sz="1200" dirty="0" err="1">
                <a:solidFill>
                  <a:srgbClr val="EAECF0"/>
                </a:solidFill>
                <a:ea typeface="+mn-lt"/>
                <a:cs typeface="+mn-lt"/>
              </a:rPr>
              <a:t>employed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err="1">
                <a:solidFill>
                  <a:srgbClr val="EAECF0"/>
                </a:solidFill>
                <a:ea typeface="+mn-lt"/>
                <a:cs typeface="+mn-lt"/>
              </a:rPr>
              <a:t>Elizabeth's</a:t>
            </a:r>
            <a:r>
              <a:rPr lang="de-DE" sz="1200" dirty="0">
                <a:solidFill>
                  <a:srgbClr val="EAECF0"/>
                </a:solidFill>
                <a:ea typeface="+mn-lt"/>
                <a:cs typeface="+mn-lt"/>
              </a:rPr>
              <a:t> Chapel Royal.</a:t>
            </a:r>
            <a:r>
              <a:rPr lang="de-DE" sz="1000" baseline="30000" dirty="0">
                <a:solidFill>
                  <a:srgbClr val="88A3E8"/>
                </a:solidFill>
                <a:ea typeface="+mn-lt"/>
                <a:cs typeface="+mn-lt"/>
                <a:hlinkClick r:id="rId36"/>
              </a:rPr>
              <a:t>[50]</a:t>
            </a:r>
            <a:endParaRPr lang="de-DE"/>
          </a:p>
          <a:p>
            <a:endParaRPr lang="de-DE" dirty="0"/>
          </a:p>
        </p:txBody>
      </p:sp>
    </p:spTree>
    <p:extLst>
      <p:ext uri="{BB962C8B-B14F-4D97-AF65-F5344CB8AC3E}">
        <p14:creationId xmlns:p14="http://schemas.microsoft.com/office/powerpoint/2010/main" val="20970075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CF5E8C-7BBB-DABC-02EF-25286BC1F671}"/>
              </a:ext>
            </a:extLst>
          </p:cNvPr>
          <p:cNvSpPr>
            <a:spLocks noGrp="1"/>
          </p:cNvSpPr>
          <p:nvPr>
            <p:ph type="title"/>
          </p:nvPr>
        </p:nvSpPr>
        <p:spPr>
          <a:xfrm>
            <a:off x="1587710" y="399333"/>
            <a:ext cx="9486690" cy="1550419"/>
          </a:xfrm>
        </p:spPr>
        <p:txBody>
          <a:bodyPr/>
          <a:lstStyle/>
          <a:p>
            <a:r>
              <a:rPr lang="de-DE" sz="2400" dirty="0">
                <a:solidFill>
                  <a:srgbClr val="F8F9FA"/>
                </a:solidFill>
                <a:ea typeface="+mj-lt"/>
                <a:cs typeface="+mj-lt"/>
              </a:rPr>
              <a:t>Matthew </a:t>
            </a:r>
            <a:r>
              <a:rPr lang="de-DE" sz="2400" err="1">
                <a:solidFill>
                  <a:srgbClr val="F8F9FA"/>
                </a:solidFill>
                <a:ea typeface="+mj-lt"/>
                <a:cs typeface="+mj-lt"/>
              </a:rPr>
              <a:t>Parker's</a:t>
            </a:r>
            <a:r>
              <a:rPr lang="de-DE" sz="2400" dirty="0">
                <a:solidFill>
                  <a:srgbClr val="F8F9FA"/>
                </a:solidFill>
                <a:ea typeface="+mj-lt"/>
                <a:cs typeface="+mj-lt"/>
              </a:rPr>
              <a:t> Psalter and Early </a:t>
            </a:r>
            <a:r>
              <a:rPr lang="de-DE" sz="2400" err="1">
                <a:solidFill>
                  <a:srgbClr val="F8F9FA"/>
                </a:solidFill>
                <a:ea typeface="+mj-lt"/>
                <a:cs typeface="+mj-lt"/>
              </a:rPr>
              <a:t>Elizabethan</a:t>
            </a:r>
            <a:r>
              <a:rPr lang="de-DE" sz="2400" dirty="0">
                <a:solidFill>
                  <a:srgbClr val="F8F9FA"/>
                </a:solidFill>
                <a:ea typeface="+mj-lt"/>
                <a:cs typeface="+mj-lt"/>
              </a:rPr>
              <a:t> Works</a:t>
            </a:r>
            <a:endParaRPr lang="de-DE" sz="2400"/>
          </a:p>
        </p:txBody>
      </p:sp>
      <p:sp>
        <p:nvSpPr>
          <p:cNvPr id="3" name="Inhaltsplatzhalter 2">
            <a:extLst>
              <a:ext uri="{FF2B5EF4-FFF2-40B4-BE49-F238E27FC236}">
                <a16:creationId xmlns:a16="http://schemas.microsoft.com/office/drawing/2014/main" id="{BA5DDB11-369E-1DDE-9F24-5F7E0D86AF5D}"/>
              </a:ext>
            </a:extLst>
          </p:cNvPr>
          <p:cNvSpPr>
            <a:spLocks noGrp="1"/>
          </p:cNvSpPr>
          <p:nvPr>
            <p:ph idx="1"/>
          </p:nvPr>
        </p:nvSpPr>
        <p:spPr/>
        <p:txBody>
          <a:bodyPr vert="horz" lIns="91440" tIns="45720" rIns="91440" bIns="45720" rtlCol="0" anchor="t">
            <a:normAutofit fontScale="92500" lnSpcReduction="10000"/>
          </a:bodyPr>
          <a:lstStyle/>
          <a:p>
            <a:r>
              <a:rPr lang="de-DE" sz="1200" dirty="0">
                <a:solidFill>
                  <a:srgbClr val="EAECF0"/>
                </a:solidFill>
                <a:ea typeface="+mn-lt"/>
                <a:cs typeface="+mn-lt"/>
              </a:rPr>
              <a:t>The </a:t>
            </a:r>
            <a:r>
              <a:rPr lang="de-DE" sz="1200" dirty="0" err="1">
                <a:solidFill>
                  <a:srgbClr val="EAECF0"/>
                </a:solidFill>
                <a:ea typeface="+mn-lt"/>
                <a:cs typeface="+mn-lt"/>
              </a:rPr>
              <a:t>religious</a:t>
            </a:r>
            <a:r>
              <a:rPr lang="de-DE" sz="1200" dirty="0">
                <a:solidFill>
                  <a:srgbClr val="EAECF0"/>
                </a:solidFill>
                <a:ea typeface="+mn-lt"/>
                <a:cs typeface="+mn-lt"/>
              </a:rPr>
              <a:t> </a:t>
            </a:r>
            <a:r>
              <a:rPr lang="de-DE" sz="1200" dirty="0" err="1">
                <a:solidFill>
                  <a:srgbClr val="EAECF0"/>
                </a:solidFill>
                <a:ea typeface="+mn-lt"/>
                <a:cs typeface="+mn-lt"/>
              </a:rPr>
              <a:t>authorities</a:t>
            </a:r>
            <a:r>
              <a:rPr lang="de-DE" sz="1200" dirty="0">
                <a:solidFill>
                  <a:srgbClr val="EAECF0"/>
                </a:solidFill>
                <a:ea typeface="+mn-lt"/>
                <a:cs typeface="+mn-lt"/>
              </a:rPr>
              <a:t>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beginning</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Elizabeth's</a:t>
            </a:r>
            <a:r>
              <a:rPr lang="de-DE" sz="1200" dirty="0">
                <a:solidFill>
                  <a:srgbClr val="EAECF0"/>
                </a:solidFill>
                <a:ea typeface="+mn-lt"/>
                <a:cs typeface="+mn-lt"/>
              </a:rPr>
              <a:t> </a:t>
            </a:r>
            <a:r>
              <a:rPr lang="de-DE" sz="1200" dirty="0" err="1">
                <a:solidFill>
                  <a:srgbClr val="EAECF0"/>
                </a:solidFill>
                <a:ea typeface="+mn-lt"/>
                <a:cs typeface="+mn-lt"/>
              </a:rPr>
              <a:t>reign</a:t>
            </a:r>
            <a:r>
              <a:rPr lang="de-DE" sz="1200" dirty="0">
                <a:solidFill>
                  <a:srgbClr val="EAECF0"/>
                </a:solidFill>
                <a:ea typeface="+mn-lt"/>
                <a:cs typeface="+mn-lt"/>
              </a:rPr>
              <a:t>, </a:t>
            </a:r>
            <a:r>
              <a:rPr lang="de-DE" sz="1200" dirty="0" err="1">
                <a:solidFill>
                  <a:srgbClr val="EAECF0"/>
                </a:solidFill>
                <a:ea typeface="+mn-lt"/>
                <a:cs typeface="+mn-lt"/>
              </a:rPr>
              <a:t>being</a:t>
            </a:r>
            <a:r>
              <a:rPr lang="de-DE" sz="1200" dirty="0">
                <a:solidFill>
                  <a:srgbClr val="EAECF0"/>
                </a:solidFill>
                <a:ea typeface="+mn-lt"/>
                <a:cs typeface="+mn-lt"/>
              </a:rPr>
              <a:t> Protestant, </a:t>
            </a:r>
            <a:r>
              <a:rPr lang="de-DE" sz="1200" dirty="0" err="1">
                <a:solidFill>
                  <a:srgbClr val="EAECF0"/>
                </a:solidFill>
                <a:ea typeface="+mn-lt"/>
                <a:cs typeface="+mn-lt"/>
              </a:rPr>
              <a:t>tended</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discourage</a:t>
            </a:r>
            <a:r>
              <a:rPr lang="de-DE" sz="1200" dirty="0">
                <a:solidFill>
                  <a:srgbClr val="EAECF0"/>
                </a:solidFill>
                <a:ea typeface="+mn-lt"/>
                <a:cs typeface="+mn-lt"/>
              </a:rPr>
              <a:t> </a:t>
            </a:r>
            <a:r>
              <a:rPr lang="de-DE" sz="1200" dirty="0" err="1">
                <a:solidFill>
                  <a:srgbClr val="EAECF0"/>
                </a:solidFill>
                <a:ea typeface="+mn-lt"/>
                <a:cs typeface="+mn-lt"/>
              </a:rPr>
              <a:t>polyphony</a:t>
            </a:r>
            <a:r>
              <a:rPr lang="de-DE" sz="1200" dirty="0">
                <a:solidFill>
                  <a:srgbClr val="EAECF0"/>
                </a:solidFill>
                <a:ea typeface="+mn-lt"/>
                <a:cs typeface="+mn-lt"/>
              </a:rPr>
              <a:t> in </a:t>
            </a:r>
            <a:r>
              <a:rPr lang="de-DE" sz="1200" dirty="0" err="1">
                <a:solidFill>
                  <a:srgbClr val="EAECF0"/>
                </a:solidFill>
                <a:ea typeface="+mn-lt"/>
                <a:cs typeface="+mn-lt"/>
              </a:rPr>
              <a:t>church</a:t>
            </a:r>
            <a:r>
              <a:rPr lang="de-DE" sz="1200" dirty="0">
                <a:solidFill>
                  <a:srgbClr val="EAECF0"/>
                </a:solidFill>
                <a:ea typeface="+mn-lt"/>
                <a:cs typeface="+mn-lt"/>
              </a:rPr>
              <a:t> </a:t>
            </a:r>
            <a:r>
              <a:rPr lang="de-DE" sz="1200" dirty="0" err="1">
                <a:solidFill>
                  <a:srgbClr val="EAECF0"/>
                </a:solidFill>
                <a:ea typeface="+mn-lt"/>
                <a:cs typeface="+mn-lt"/>
              </a:rPr>
              <a:t>unless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words</a:t>
            </a:r>
            <a:r>
              <a:rPr lang="de-DE" sz="1200" dirty="0">
                <a:solidFill>
                  <a:srgbClr val="EAECF0"/>
                </a:solidFill>
                <a:ea typeface="+mn-lt"/>
                <a:cs typeface="+mn-lt"/>
              </a:rPr>
              <a:t> </a:t>
            </a:r>
            <a:r>
              <a:rPr lang="de-DE" sz="1200" dirty="0" err="1">
                <a:solidFill>
                  <a:srgbClr val="EAECF0"/>
                </a:solidFill>
                <a:ea typeface="+mn-lt"/>
                <a:cs typeface="+mn-lt"/>
              </a:rPr>
              <a:t>were</a:t>
            </a:r>
            <a:r>
              <a:rPr lang="de-DE" sz="1200" dirty="0">
                <a:solidFill>
                  <a:srgbClr val="EAECF0"/>
                </a:solidFill>
                <a:ea typeface="+mn-lt"/>
                <a:cs typeface="+mn-lt"/>
              </a:rPr>
              <a:t> </a:t>
            </a:r>
            <a:r>
              <a:rPr lang="de-DE" sz="1200" dirty="0" err="1">
                <a:solidFill>
                  <a:srgbClr val="EAECF0"/>
                </a:solidFill>
                <a:ea typeface="+mn-lt"/>
                <a:cs typeface="+mn-lt"/>
              </a:rPr>
              <a:t>clearly</a:t>
            </a:r>
            <a:r>
              <a:rPr lang="de-DE" sz="1200" dirty="0">
                <a:solidFill>
                  <a:srgbClr val="EAECF0"/>
                </a:solidFill>
                <a:ea typeface="+mn-lt"/>
                <a:cs typeface="+mn-lt"/>
              </a:rPr>
              <a:t> </a:t>
            </a:r>
            <a:r>
              <a:rPr lang="de-DE" sz="1200" dirty="0" err="1">
                <a:solidFill>
                  <a:srgbClr val="EAECF0"/>
                </a:solidFill>
                <a:ea typeface="+mn-lt"/>
                <a:cs typeface="+mn-lt"/>
              </a:rPr>
              <a:t>audible</a:t>
            </a:r>
            <a:r>
              <a:rPr lang="de-DE" sz="1200" dirty="0">
                <a:solidFill>
                  <a:srgbClr val="EAECF0"/>
                </a:solidFill>
                <a:ea typeface="+mn-lt"/>
                <a:cs typeface="+mn-lt"/>
              </a:rPr>
              <a:t> </a:t>
            </a:r>
            <a:r>
              <a:rPr lang="de-DE" sz="1200" dirty="0" err="1">
                <a:solidFill>
                  <a:srgbClr val="EAECF0"/>
                </a:solidFill>
                <a:ea typeface="+mn-lt"/>
                <a:cs typeface="+mn-lt"/>
              </a:rPr>
              <a:t>or</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2"/>
              </a:rPr>
              <a:t>1559 Injunctions</a:t>
            </a:r>
            <a:r>
              <a:rPr lang="de-DE" sz="1200" dirty="0">
                <a:solidFill>
                  <a:srgbClr val="EAECF0"/>
                </a:solidFill>
                <a:ea typeface="+mn-lt"/>
                <a:cs typeface="+mn-lt"/>
              </a:rPr>
              <a:t> </a:t>
            </a:r>
            <a:r>
              <a:rPr lang="de-DE" sz="1200" dirty="0" err="1">
                <a:solidFill>
                  <a:srgbClr val="EAECF0"/>
                </a:solidFill>
                <a:ea typeface="+mn-lt"/>
                <a:cs typeface="+mn-lt"/>
              </a:rPr>
              <a:t>stated</a:t>
            </a:r>
            <a:r>
              <a:rPr lang="de-DE" sz="1200" dirty="0">
                <a:solidFill>
                  <a:srgbClr val="EAECF0"/>
                </a:solidFill>
                <a:ea typeface="+mn-lt"/>
                <a:cs typeface="+mn-lt"/>
              </a:rPr>
              <a:t>, "</a:t>
            </a:r>
            <a:r>
              <a:rPr lang="de-DE" sz="1200" dirty="0" err="1">
                <a:solidFill>
                  <a:srgbClr val="EAECF0"/>
                </a:solidFill>
                <a:ea typeface="+mn-lt"/>
                <a:cs typeface="+mn-lt"/>
              </a:rPr>
              <a:t>playnelye</a:t>
            </a:r>
            <a:r>
              <a:rPr lang="de-DE" sz="1200" dirty="0">
                <a:solidFill>
                  <a:srgbClr val="EAECF0"/>
                </a:solidFill>
                <a:ea typeface="+mn-lt"/>
                <a:cs typeface="+mn-lt"/>
              </a:rPr>
              <a:t> </a:t>
            </a:r>
            <a:r>
              <a:rPr lang="de-DE" sz="1200" dirty="0" err="1">
                <a:solidFill>
                  <a:srgbClr val="EAECF0"/>
                </a:solidFill>
                <a:ea typeface="+mn-lt"/>
                <a:cs typeface="+mn-lt"/>
              </a:rPr>
              <a:t>understanded</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if</a:t>
            </a:r>
            <a:r>
              <a:rPr lang="de-DE" sz="1200" dirty="0">
                <a:solidFill>
                  <a:srgbClr val="EAECF0"/>
                </a:solidFill>
                <a:ea typeface="+mn-lt"/>
                <a:cs typeface="+mn-lt"/>
              </a:rPr>
              <a:t> </a:t>
            </a:r>
            <a:r>
              <a:rPr lang="de-DE" sz="1200" dirty="0" err="1">
                <a:solidFill>
                  <a:srgbClr val="EAECF0"/>
                </a:solidFill>
                <a:ea typeface="+mn-lt"/>
                <a:cs typeface="+mn-lt"/>
              </a:rPr>
              <a:t>it</a:t>
            </a:r>
            <a:r>
              <a:rPr lang="de-DE" sz="1200" dirty="0">
                <a:solidFill>
                  <a:srgbClr val="EAECF0"/>
                </a:solidFill>
                <a:ea typeface="+mn-lt"/>
                <a:cs typeface="+mn-lt"/>
              </a:rPr>
              <a:t> </a:t>
            </a:r>
            <a:r>
              <a:rPr lang="de-DE" sz="1200" dirty="0" err="1">
                <a:solidFill>
                  <a:srgbClr val="EAECF0"/>
                </a:solidFill>
                <a:ea typeface="+mn-lt"/>
                <a:cs typeface="+mn-lt"/>
              </a:rPr>
              <a:t>were</a:t>
            </a:r>
            <a:r>
              <a:rPr lang="de-DE" sz="1200" dirty="0">
                <a:solidFill>
                  <a:srgbClr val="EAECF0"/>
                </a:solidFill>
                <a:ea typeface="+mn-lt"/>
                <a:cs typeface="+mn-lt"/>
              </a:rPr>
              <a:t> </a:t>
            </a:r>
            <a:r>
              <a:rPr lang="de-DE" sz="1200" dirty="0" err="1">
                <a:solidFill>
                  <a:srgbClr val="EAECF0"/>
                </a:solidFill>
                <a:ea typeface="+mn-lt"/>
                <a:cs typeface="+mn-lt"/>
              </a:rPr>
              <a:t>read</a:t>
            </a:r>
            <a:r>
              <a:rPr lang="de-DE" sz="1200" dirty="0">
                <a:solidFill>
                  <a:srgbClr val="EAECF0"/>
                </a:solidFill>
                <a:ea typeface="+mn-lt"/>
                <a:cs typeface="+mn-lt"/>
              </a:rPr>
              <a:t> </a:t>
            </a:r>
            <a:r>
              <a:rPr lang="de-DE" sz="1200" dirty="0" err="1">
                <a:solidFill>
                  <a:srgbClr val="EAECF0"/>
                </a:solidFill>
                <a:ea typeface="+mn-lt"/>
                <a:cs typeface="+mn-lt"/>
              </a:rPr>
              <a:t>without</a:t>
            </a:r>
            <a:r>
              <a:rPr lang="de-DE" sz="1200" dirty="0">
                <a:solidFill>
                  <a:srgbClr val="EAECF0"/>
                </a:solidFill>
                <a:ea typeface="+mn-lt"/>
                <a:cs typeface="+mn-lt"/>
              </a:rPr>
              <a:t> </a:t>
            </a:r>
            <a:r>
              <a:rPr lang="de-DE" sz="1200" dirty="0" err="1">
                <a:solidFill>
                  <a:srgbClr val="EAECF0"/>
                </a:solidFill>
                <a:ea typeface="+mn-lt"/>
                <a:cs typeface="+mn-lt"/>
              </a:rPr>
              <a:t>singing</a:t>
            </a:r>
            <a:r>
              <a:rPr lang="de-DE" sz="1200" dirty="0">
                <a:solidFill>
                  <a:srgbClr val="EAECF0"/>
                </a:solidFill>
                <a:ea typeface="+mn-lt"/>
                <a:cs typeface="+mn-lt"/>
              </a:rPr>
              <a:t>".</a:t>
            </a:r>
            <a:r>
              <a:rPr lang="de-DE" sz="1000" baseline="30000" dirty="0">
                <a:solidFill>
                  <a:srgbClr val="88A3E8"/>
                </a:solidFill>
                <a:ea typeface="+mn-lt"/>
                <a:cs typeface="+mn-lt"/>
                <a:hlinkClick r:id="rId3"/>
              </a:rPr>
              <a:t>[68]</a:t>
            </a:r>
            <a:r>
              <a:rPr lang="de-DE" sz="1200" dirty="0">
                <a:solidFill>
                  <a:srgbClr val="EAECF0"/>
                </a:solidFill>
                <a:ea typeface="+mn-lt"/>
                <a:cs typeface="+mn-lt"/>
              </a:rPr>
              <a:t> Tallis </a:t>
            </a:r>
            <a:r>
              <a:rPr lang="de-DE" sz="1200" dirty="0" err="1">
                <a:solidFill>
                  <a:srgbClr val="EAECF0"/>
                </a:solidFill>
                <a:ea typeface="+mn-lt"/>
                <a:cs typeface="+mn-lt"/>
              </a:rPr>
              <a:t>wrote</a:t>
            </a:r>
            <a:r>
              <a:rPr lang="de-DE" sz="1200" dirty="0">
                <a:solidFill>
                  <a:srgbClr val="EAECF0"/>
                </a:solidFill>
                <a:ea typeface="+mn-lt"/>
                <a:cs typeface="+mn-lt"/>
              </a:rPr>
              <a:t> </a:t>
            </a:r>
            <a:r>
              <a:rPr lang="de-DE" sz="1200" dirty="0">
                <a:solidFill>
                  <a:srgbClr val="88A3E8"/>
                </a:solidFill>
                <a:ea typeface="+mn-lt"/>
                <a:cs typeface="+mn-lt"/>
                <a:hlinkClick r:id="rId4"/>
              </a:rPr>
              <a:t>nine psalm chant tunes</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four</a:t>
            </a:r>
            <a:r>
              <a:rPr lang="de-DE" sz="1200" dirty="0">
                <a:solidFill>
                  <a:srgbClr val="EAECF0"/>
                </a:solidFill>
                <a:ea typeface="+mn-lt"/>
                <a:cs typeface="+mn-lt"/>
              </a:rPr>
              <a:t> </a:t>
            </a:r>
            <a:r>
              <a:rPr lang="de-DE" sz="1200" dirty="0" err="1">
                <a:solidFill>
                  <a:srgbClr val="EAECF0"/>
                </a:solidFill>
                <a:ea typeface="+mn-lt"/>
                <a:cs typeface="+mn-lt"/>
              </a:rPr>
              <a:t>voices</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Archbishop</a:t>
            </a:r>
            <a:r>
              <a:rPr lang="de-DE" sz="1200" dirty="0">
                <a:solidFill>
                  <a:srgbClr val="EAECF0"/>
                </a:solidFill>
                <a:ea typeface="+mn-lt"/>
                <a:cs typeface="+mn-lt"/>
              </a:rPr>
              <a:t> </a:t>
            </a:r>
            <a:r>
              <a:rPr lang="de-DE" sz="1200" dirty="0">
                <a:solidFill>
                  <a:srgbClr val="88A3E8"/>
                </a:solidFill>
                <a:ea typeface="+mn-lt"/>
                <a:cs typeface="+mn-lt"/>
                <a:hlinkClick r:id="rId5"/>
              </a:rPr>
              <a:t>Matthew Parker</a:t>
            </a:r>
            <a:r>
              <a:rPr lang="de-DE" sz="1200" dirty="0">
                <a:solidFill>
                  <a:srgbClr val="EAECF0"/>
                </a:solidFill>
                <a:ea typeface="+mn-lt"/>
                <a:cs typeface="+mn-lt"/>
              </a:rPr>
              <a:t>'s Psalter </a:t>
            </a:r>
            <a:r>
              <a:rPr lang="de-DE" sz="1200" dirty="0" err="1">
                <a:solidFill>
                  <a:srgbClr val="EAECF0"/>
                </a:solidFill>
                <a:ea typeface="+mn-lt"/>
                <a:cs typeface="+mn-lt"/>
              </a:rPr>
              <a:t>published</a:t>
            </a:r>
            <a:r>
              <a:rPr lang="de-DE" sz="1200" dirty="0">
                <a:solidFill>
                  <a:srgbClr val="EAECF0"/>
                </a:solidFill>
                <a:ea typeface="+mn-lt"/>
                <a:cs typeface="+mn-lt"/>
              </a:rPr>
              <a:t> in 1567.</a:t>
            </a:r>
            <a:r>
              <a:rPr lang="de-DE" sz="1000" baseline="30000" dirty="0">
                <a:solidFill>
                  <a:srgbClr val="88A3E8"/>
                </a:solidFill>
                <a:ea typeface="+mn-lt"/>
                <a:cs typeface="+mn-lt"/>
                <a:hlinkClick r:id="rId6"/>
              </a:rPr>
              <a:t>[69]</a:t>
            </a:r>
            <a:r>
              <a:rPr lang="de-DE" sz="1200" dirty="0">
                <a:solidFill>
                  <a:srgbClr val="EAECF0"/>
                </a:solidFill>
                <a:ea typeface="+mn-lt"/>
                <a:cs typeface="+mn-lt"/>
              </a:rPr>
              <a:t> </a:t>
            </a:r>
            <a:r>
              <a:rPr lang="de-DE" sz="1200" dirty="0" err="1">
                <a:solidFill>
                  <a:srgbClr val="EAECF0"/>
                </a:solidFill>
                <a:ea typeface="+mn-lt"/>
                <a:cs typeface="+mn-lt"/>
              </a:rPr>
              <a:t>One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nine</a:t>
            </a:r>
            <a:r>
              <a:rPr lang="de-DE" sz="1200" dirty="0">
                <a:solidFill>
                  <a:srgbClr val="EAECF0"/>
                </a:solidFill>
                <a:ea typeface="+mn-lt"/>
                <a:cs typeface="+mn-lt"/>
              </a:rPr>
              <a:t> </a:t>
            </a:r>
            <a:r>
              <a:rPr lang="de-DE" sz="1200" dirty="0" err="1">
                <a:solidFill>
                  <a:srgbClr val="EAECF0"/>
                </a:solidFill>
                <a:ea typeface="+mn-lt"/>
                <a:cs typeface="+mn-lt"/>
              </a:rPr>
              <a:t>tunes</a:t>
            </a:r>
            <a:r>
              <a:rPr lang="de-DE" sz="1200" dirty="0">
                <a:solidFill>
                  <a:srgbClr val="EAECF0"/>
                </a:solidFill>
                <a:ea typeface="+mn-lt"/>
                <a:cs typeface="+mn-lt"/>
              </a:rPr>
              <a:t> was </a:t>
            </a:r>
            <a:r>
              <a:rPr lang="de-DE" sz="1200" dirty="0" err="1">
                <a:solidFill>
                  <a:srgbClr val="EAECF0"/>
                </a:solidFill>
                <a:ea typeface="+mn-lt"/>
                <a:cs typeface="+mn-lt"/>
              </a:rPr>
              <a:t>the</a:t>
            </a:r>
            <a:r>
              <a:rPr lang="de-DE" sz="1200" dirty="0">
                <a:solidFill>
                  <a:srgbClr val="EAECF0"/>
                </a:solidFill>
                <a:ea typeface="+mn-lt"/>
                <a:cs typeface="+mn-lt"/>
              </a:rPr>
              <a:t> "Third Mode Melody" </a:t>
            </a:r>
            <a:r>
              <a:rPr lang="de-DE" sz="1200" dirty="0" err="1">
                <a:solidFill>
                  <a:srgbClr val="EAECF0"/>
                </a:solidFill>
                <a:ea typeface="+mn-lt"/>
                <a:cs typeface="+mn-lt"/>
              </a:rPr>
              <a:t>which</a:t>
            </a:r>
            <a:r>
              <a:rPr lang="de-DE" sz="1200" dirty="0">
                <a:solidFill>
                  <a:srgbClr val="EAECF0"/>
                </a:solidFill>
                <a:ea typeface="+mn-lt"/>
                <a:cs typeface="+mn-lt"/>
              </a:rPr>
              <a:t> </a:t>
            </a:r>
            <a:r>
              <a:rPr lang="de-DE" sz="1200" dirty="0" err="1">
                <a:solidFill>
                  <a:srgbClr val="EAECF0"/>
                </a:solidFill>
                <a:ea typeface="+mn-lt"/>
                <a:cs typeface="+mn-lt"/>
              </a:rPr>
              <a:t>inspired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composition</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i="1" dirty="0">
                <a:solidFill>
                  <a:srgbClr val="88A3E8"/>
                </a:solidFill>
                <a:ea typeface="+mn-lt"/>
                <a:cs typeface="+mn-lt"/>
                <a:hlinkClick r:id="rId7"/>
              </a:rPr>
              <a:t>Fantasia on a Theme by Thomas Tallis</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a:solidFill>
                  <a:srgbClr val="88A3E8"/>
                </a:solidFill>
                <a:ea typeface="+mn-lt"/>
                <a:cs typeface="+mn-lt"/>
                <a:hlinkClick r:id="rId8"/>
              </a:rPr>
              <a:t>Ralph Vaughan Williams</a:t>
            </a:r>
            <a:r>
              <a:rPr lang="de-DE" sz="1200" dirty="0">
                <a:solidFill>
                  <a:srgbClr val="EAECF0"/>
                </a:solidFill>
                <a:ea typeface="+mn-lt"/>
                <a:cs typeface="+mn-lt"/>
              </a:rPr>
              <a:t> in 1910.</a:t>
            </a:r>
            <a:r>
              <a:rPr lang="de-DE" sz="1000" baseline="30000" dirty="0">
                <a:solidFill>
                  <a:srgbClr val="88A3E8"/>
                </a:solidFill>
                <a:ea typeface="+mn-lt"/>
                <a:cs typeface="+mn-lt"/>
                <a:hlinkClick r:id="rId9"/>
              </a:rPr>
              <a:t>[70]</a:t>
            </a:r>
            <a:r>
              <a:rPr lang="de-DE" sz="1200" dirty="0">
                <a:solidFill>
                  <a:srgbClr val="EAECF0"/>
                </a:solidFill>
                <a:ea typeface="+mn-lt"/>
                <a:cs typeface="+mn-lt"/>
              </a:rPr>
              <a:t> </a:t>
            </a:r>
            <a:r>
              <a:rPr lang="de-DE" sz="1200" dirty="0" err="1">
                <a:solidFill>
                  <a:srgbClr val="EAECF0"/>
                </a:solidFill>
                <a:ea typeface="+mn-lt"/>
                <a:cs typeface="+mn-lt"/>
              </a:rPr>
              <a:t>Another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tunes</a:t>
            </a:r>
            <a:r>
              <a:rPr lang="de-DE" sz="1200" dirty="0">
                <a:solidFill>
                  <a:srgbClr val="EAECF0"/>
                </a:solidFill>
                <a:ea typeface="+mn-lt"/>
                <a:cs typeface="+mn-lt"/>
              </a:rPr>
              <a:t>, a </a:t>
            </a:r>
            <a:r>
              <a:rPr lang="de-DE" sz="1200" dirty="0" err="1">
                <a:solidFill>
                  <a:srgbClr val="EAECF0"/>
                </a:solidFill>
                <a:ea typeface="+mn-lt"/>
                <a:cs typeface="+mn-lt"/>
              </a:rPr>
              <a:t>setting</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10"/>
              </a:rPr>
              <a:t>Psalm 67</a:t>
            </a:r>
            <a:r>
              <a:rPr lang="de-DE" sz="1200" dirty="0">
                <a:solidFill>
                  <a:srgbClr val="EAECF0"/>
                </a:solidFill>
                <a:ea typeface="+mn-lt"/>
                <a:cs typeface="+mn-lt"/>
              </a:rPr>
              <a:t>, </a:t>
            </a:r>
            <a:r>
              <a:rPr lang="de-DE" sz="1200" dirty="0" err="1">
                <a:solidFill>
                  <a:srgbClr val="EAECF0"/>
                </a:solidFill>
                <a:ea typeface="+mn-lt"/>
                <a:cs typeface="+mn-lt"/>
              </a:rPr>
              <a:t>became</a:t>
            </a:r>
            <a:r>
              <a:rPr lang="de-DE" sz="1200" dirty="0">
                <a:solidFill>
                  <a:srgbClr val="EAECF0"/>
                </a:solidFill>
                <a:ea typeface="+mn-lt"/>
                <a:cs typeface="+mn-lt"/>
              </a:rPr>
              <a:t> </a:t>
            </a:r>
            <a:r>
              <a:rPr lang="de-DE" sz="1200" dirty="0" err="1">
                <a:solidFill>
                  <a:srgbClr val="EAECF0"/>
                </a:solidFill>
                <a:ea typeface="+mn-lt"/>
                <a:cs typeface="+mn-lt"/>
              </a:rPr>
              <a:t>known</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Tallis's</a:t>
            </a:r>
            <a:r>
              <a:rPr lang="de-DE" sz="1200" dirty="0">
                <a:solidFill>
                  <a:srgbClr val="EAECF0"/>
                </a:solidFill>
                <a:ea typeface="+mn-lt"/>
                <a:cs typeface="+mn-lt"/>
              </a:rPr>
              <a:t> Canon". A </a:t>
            </a:r>
            <a:r>
              <a:rPr lang="de-DE" sz="1200" dirty="0" err="1">
                <a:solidFill>
                  <a:srgbClr val="EAECF0"/>
                </a:solidFill>
                <a:ea typeface="+mn-lt"/>
                <a:cs typeface="+mn-lt"/>
              </a:rPr>
              <a:t>version</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it</a:t>
            </a:r>
            <a:r>
              <a:rPr lang="de-DE" sz="1200" dirty="0">
                <a:solidFill>
                  <a:srgbClr val="EAECF0"/>
                </a:solidFill>
                <a:ea typeface="+mn-lt"/>
                <a:cs typeface="+mn-lt"/>
              </a:rPr>
              <a:t> </a:t>
            </a:r>
            <a:r>
              <a:rPr lang="de-DE" sz="1200" dirty="0" err="1">
                <a:solidFill>
                  <a:srgbClr val="EAECF0"/>
                </a:solidFill>
                <a:ea typeface="+mn-lt"/>
                <a:cs typeface="+mn-lt"/>
              </a:rPr>
              <a:t>published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a:solidFill>
                  <a:srgbClr val="88A3E8"/>
                </a:solidFill>
                <a:ea typeface="+mn-lt"/>
                <a:cs typeface="+mn-lt"/>
                <a:hlinkClick r:id="rId11"/>
              </a:rPr>
              <a:t>Thomas Ravenscroft</a:t>
            </a:r>
            <a:r>
              <a:rPr lang="de-DE" sz="1200" dirty="0">
                <a:solidFill>
                  <a:srgbClr val="EAECF0"/>
                </a:solidFill>
                <a:ea typeface="+mn-lt"/>
                <a:cs typeface="+mn-lt"/>
              </a:rPr>
              <a:t> was </a:t>
            </a:r>
            <a:r>
              <a:rPr lang="de-DE" sz="1200" dirty="0" err="1">
                <a:solidFill>
                  <a:srgbClr val="EAECF0"/>
                </a:solidFill>
                <a:ea typeface="+mn-lt"/>
                <a:cs typeface="+mn-lt"/>
              </a:rPr>
              <a:t>used</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tune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a:solidFill>
                  <a:srgbClr val="88A3E8"/>
                </a:solidFill>
                <a:ea typeface="+mn-lt"/>
                <a:cs typeface="+mn-lt"/>
                <a:hlinkClick r:id="rId12"/>
              </a:rPr>
              <a:t>Thomas Ken</a:t>
            </a:r>
            <a:r>
              <a:rPr lang="de-DE" sz="1200" dirty="0">
                <a:solidFill>
                  <a:srgbClr val="EAECF0"/>
                </a:solidFill>
                <a:ea typeface="+mn-lt"/>
                <a:cs typeface="+mn-lt"/>
              </a:rPr>
              <a:t>'s "All </a:t>
            </a:r>
            <a:r>
              <a:rPr lang="de-DE" sz="1200" dirty="0" err="1">
                <a:solidFill>
                  <a:srgbClr val="EAECF0"/>
                </a:solidFill>
                <a:ea typeface="+mn-lt"/>
                <a:cs typeface="+mn-lt"/>
              </a:rPr>
              <a:t>praise</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thee</a:t>
            </a:r>
            <a:r>
              <a:rPr lang="de-DE" sz="1200" dirty="0">
                <a:solidFill>
                  <a:srgbClr val="EAECF0"/>
                </a:solidFill>
                <a:ea typeface="+mn-lt"/>
                <a:cs typeface="+mn-lt"/>
              </a:rPr>
              <a:t>, </a:t>
            </a:r>
            <a:r>
              <a:rPr lang="de-DE" sz="1200" dirty="0" err="1">
                <a:solidFill>
                  <a:srgbClr val="EAECF0"/>
                </a:solidFill>
                <a:ea typeface="+mn-lt"/>
                <a:cs typeface="+mn-lt"/>
              </a:rPr>
              <a:t>my</a:t>
            </a:r>
            <a:r>
              <a:rPr lang="de-DE" sz="1200" dirty="0">
                <a:solidFill>
                  <a:srgbClr val="EAECF0"/>
                </a:solidFill>
                <a:ea typeface="+mn-lt"/>
                <a:cs typeface="+mn-lt"/>
              </a:rPr>
              <a:t> </a:t>
            </a:r>
            <a:r>
              <a:rPr lang="de-DE" sz="1200" dirty="0" err="1">
                <a:solidFill>
                  <a:srgbClr val="EAECF0"/>
                </a:solidFill>
                <a:ea typeface="+mn-lt"/>
                <a:cs typeface="+mn-lt"/>
              </a:rPr>
              <a:t>God</a:t>
            </a:r>
            <a:r>
              <a:rPr lang="de-DE" sz="1200" dirty="0">
                <a:solidFill>
                  <a:srgbClr val="EAECF0"/>
                </a:solidFill>
                <a:ea typeface="+mn-lt"/>
                <a:cs typeface="+mn-lt"/>
              </a:rPr>
              <a:t>, </a:t>
            </a:r>
            <a:r>
              <a:rPr lang="de-DE" sz="1200" dirty="0" err="1">
                <a:solidFill>
                  <a:srgbClr val="EAECF0"/>
                </a:solidFill>
                <a:ea typeface="+mn-lt"/>
                <a:cs typeface="+mn-lt"/>
              </a:rPr>
              <a:t>this</a:t>
            </a:r>
            <a:r>
              <a:rPr lang="de-DE" sz="1200" dirty="0">
                <a:solidFill>
                  <a:srgbClr val="EAECF0"/>
                </a:solidFill>
                <a:ea typeface="+mn-lt"/>
                <a:cs typeface="+mn-lt"/>
              </a:rPr>
              <a:t> </a:t>
            </a:r>
            <a:r>
              <a:rPr lang="de-DE" sz="1200" dirty="0" err="1">
                <a:solidFill>
                  <a:srgbClr val="EAECF0"/>
                </a:solidFill>
                <a:ea typeface="+mn-lt"/>
                <a:cs typeface="+mn-lt"/>
              </a:rPr>
              <a:t>night</a:t>
            </a:r>
            <a:r>
              <a:rPr lang="de-DE" sz="1200" dirty="0">
                <a:solidFill>
                  <a:srgbClr val="EAECF0"/>
                </a:solidFill>
                <a:ea typeface="+mn-lt"/>
                <a:cs typeface="+mn-lt"/>
              </a:rPr>
              <a:t>".</a:t>
            </a:r>
            <a:r>
              <a:rPr lang="de-DE" sz="1000" baseline="30000" dirty="0">
                <a:solidFill>
                  <a:srgbClr val="88A3E8"/>
                </a:solidFill>
                <a:ea typeface="+mn-lt"/>
                <a:cs typeface="+mn-lt"/>
                <a:hlinkClick r:id="rId13"/>
              </a:rPr>
              <a:t>[71]</a:t>
            </a:r>
            <a:endParaRPr lang="de-DE">
              <a:ea typeface="+mn-lt"/>
              <a:cs typeface="+mn-lt"/>
            </a:endParaRPr>
          </a:p>
          <a:p>
            <a:r>
              <a:rPr lang="de-DE" sz="1200" dirty="0">
                <a:solidFill>
                  <a:srgbClr val="EAECF0"/>
                </a:solidFill>
                <a:ea typeface="+mn-lt"/>
                <a:cs typeface="+mn-lt"/>
              </a:rPr>
              <a:t>The </a:t>
            </a:r>
            <a:r>
              <a:rPr lang="de-DE" sz="1200" dirty="0" err="1">
                <a:solidFill>
                  <a:srgbClr val="EAECF0"/>
                </a:solidFill>
                <a:ea typeface="+mn-lt"/>
                <a:cs typeface="+mn-lt"/>
              </a:rPr>
              <a:t>Injunctions</a:t>
            </a:r>
            <a:r>
              <a:rPr lang="de-DE" sz="1200" dirty="0">
                <a:solidFill>
                  <a:srgbClr val="EAECF0"/>
                </a:solidFill>
                <a:ea typeface="+mn-lt"/>
                <a:cs typeface="+mn-lt"/>
              </a:rPr>
              <a:t>, </a:t>
            </a:r>
            <a:r>
              <a:rPr lang="de-DE" sz="1200" dirty="0" err="1">
                <a:solidFill>
                  <a:srgbClr val="EAECF0"/>
                </a:solidFill>
                <a:ea typeface="+mn-lt"/>
                <a:cs typeface="+mn-lt"/>
              </a:rPr>
              <a:t>however</a:t>
            </a:r>
            <a:r>
              <a:rPr lang="de-DE" sz="1200" dirty="0">
                <a:solidFill>
                  <a:srgbClr val="EAECF0"/>
                </a:solidFill>
                <a:ea typeface="+mn-lt"/>
                <a:cs typeface="+mn-lt"/>
              </a:rPr>
              <a:t>, also </a:t>
            </a:r>
            <a:r>
              <a:rPr lang="de-DE" sz="1200" dirty="0" err="1">
                <a:solidFill>
                  <a:srgbClr val="EAECF0"/>
                </a:solidFill>
                <a:ea typeface="+mn-lt"/>
                <a:cs typeface="+mn-lt"/>
              </a:rPr>
              <a:t>allowed</a:t>
            </a:r>
            <a:r>
              <a:rPr lang="de-DE" sz="1200" dirty="0">
                <a:solidFill>
                  <a:srgbClr val="EAECF0"/>
                </a:solidFill>
                <a:ea typeface="+mn-lt"/>
                <a:cs typeface="+mn-lt"/>
              </a:rPr>
              <a:t> a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elaborate</a:t>
            </a:r>
            <a:r>
              <a:rPr lang="de-DE" sz="1200" dirty="0">
                <a:solidFill>
                  <a:srgbClr val="EAECF0"/>
                </a:solidFill>
                <a:ea typeface="+mn-lt"/>
                <a:cs typeface="+mn-lt"/>
              </a:rPr>
              <a:t> </a:t>
            </a:r>
            <a:r>
              <a:rPr lang="de-DE" sz="1200" dirty="0" err="1">
                <a:solidFill>
                  <a:srgbClr val="EAECF0"/>
                </a:solidFill>
                <a:ea typeface="+mn-lt"/>
                <a:cs typeface="+mn-lt"/>
              </a:rPr>
              <a:t>piece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music</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be</a:t>
            </a:r>
            <a:r>
              <a:rPr lang="de-DE" sz="1200" dirty="0">
                <a:solidFill>
                  <a:srgbClr val="EAECF0"/>
                </a:solidFill>
                <a:ea typeface="+mn-lt"/>
                <a:cs typeface="+mn-lt"/>
              </a:rPr>
              <a:t> </a:t>
            </a:r>
            <a:r>
              <a:rPr lang="de-DE" sz="1200" dirty="0" err="1">
                <a:solidFill>
                  <a:srgbClr val="EAECF0"/>
                </a:solidFill>
                <a:ea typeface="+mn-lt"/>
                <a:cs typeface="+mn-lt"/>
              </a:rPr>
              <a:t>sung</a:t>
            </a:r>
            <a:r>
              <a:rPr lang="de-DE" sz="1200" dirty="0">
                <a:solidFill>
                  <a:srgbClr val="EAECF0"/>
                </a:solidFill>
                <a:ea typeface="+mn-lt"/>
                <a:cs typeface="+mn-lt"/>
              </a:rPr>
              <a:t> in </a:t>
            </a:r>
            <a:r>
              <a:rPr lang="de-DE" sz="1200" dirty="0" err="1">
                <a:solidFill>
                  <a:srgbClr val="EAECF0"/>
                </a:solidFill>
                <a:ea typeface="+mn-lt"/>
                <a:cs typeface="+mn-lt"/>
              </a:rPr>
              <a:t>church</a:t>
            </a:r>
            <a:r>
              <a:rPr lang="de-DE" sz="1200" dirty="0">
                <a:solidFill>
                  <a:srgbClr val="EAECF0"/>
                </a:solidFill>
                <a:ea typeface="+mn-lt"/>
                <a:cs typeface="+mn-lt"/>
              </a:rPr>
              <a:t> at </a:t>
            </a:r>
            <a:r>
              <a:rPr lang="de-DE" sz="1200" dirty="0" err="1">
                <a:solidFill>
                  <a:srgbClr val="EAECF0"/>
                </a:solidFill>
                <a:ea typeface="+mn-lt"/>
                <a:cs typeface="+mn-lt"/>
              </a:rPr>
              <a:t>certain</a:t>
            </a:r>
            <a:r>
              <a:rPr lang="de-DE" sz="1200" dirty="0">
                <a:solidFill>
                  <a:srgbClr val="EAECF0"/>
                </a:solidFill>
                <a:ea typeface="+mn-lt"/>
                <a:cs typeface="+mn-lt"/>
              </a:rPr>
              <a:t> </a:t>
            </a:r>
            <a:r>
              <a:rPr lang="de-DE" sz="1200" dirty="0" err="1">
                <a:solidFill>
                  <a:srgbClr val="EAECF0"/>
                </a:solidFill>
                <a:ea typeface="+mn-lt"/>
                <a:cs typeface="+mn-lt"/>
              </a:rPr>
              <a:t>times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day</a:t>
            </a:r>
            <a:r>
              <a:rPr lang="de-DE" sz="1200" dirty="0">
                <a:solidFill>
                  <a:srgbClr val="EAECF0"/>
                </a:solidFill>
                <a:ea typeface="+mn-lt"/>
                <a:cs typeface="+mn-lt"/>
              </a:rPr>
              <a:t>.</a:t>
            </a:r>
            <a:r>
              <a:rPr lang="de-DE" sz="1000" baseline="30000" dirty="0">
                <a:solidFill>
                  <a:srgbClr val="88A3E8"/>
                </a:solidFill>
                <a:ea typeface="+mn-lt"/>
                <a:cs typeface="+mn-lt"/>
                <a:hlinkClick r:id="rId3"/>
              </a:rPr>
              <a:t>[68]</a:t>
            </a:r>
            <a:r>
              <a:rPr lang="de-DE" sz="1200" dirty="0">
                <a:solidFill>
                  <a:srgbClr val="EAECF0"/>
                </a:solidFill>
                <a:ea typeface="+mn-lt"/>
                <a:cs typeface="+mn-lt"/>
              </a:rPr>
              <a:t> Tallis'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complex</a:t>
            </a:r>
            <a:r>
              <a:rPr lang="de-DE" sz="1200" dirty="0">
                <a:solidFill>
                  <a:srgbClr val="EAECF0"/>
                </a:solidFill>
                <a:ea typeface="+mn-lt"/>
                <a:cs typeface="+mn-lt"/>
              </a:rPr>
              <a:t> </a:t>
            </a:r>
            <a:r>
              <a:rPr lang="de-DE" sz="1200" dirty="0" err="1">
                <a:solidFill>
                  <a:srgbClr val="EAECF0"/>
                </a:solidFill>
                <a:ea typeface="+mn-lt"/>
                <a:cs typeface="+mn-lt"/>
              </a:rPr>
              <a:t>Elizabethan</a:t>
            </a:r>
            <a:r>
              <a:rPr lang="de-DE" sz="1200" dirty="0">
                <a:solidFill>
                  <a:srgbClr val="EAECF0"/>
                </a:solidFill>
                <a:ea typeface="+mn-lt"/>
                <a:cs typeface="+mn-lt"/>
              </a:rPr>
              <a:t> </a:t>
            </a:r>
            <a:r>
              <a:rPr lang="de-DE" sz="1200" dirty="0">
                <a:solidFill>
                  <a:srgbClr val="88A3E8"/>
                </a:solidFill>
                <a:ea typeface="+mn-lt"/>
                <a:cs typeface="+mn-lt"/>
                <a:hlinkClick r:id="rId14"/>
              </a:rPr>
              <a:t>anthems</a:t>
            </a:r>
            <a:r>
              <a:rPr lang="de-DE" sz="1200" dirty="0">
                <a:solidFill>
                  <a:srgbClr val="EAECF0"/>
                </a:solidFill>
                <a:ea typeface="+mn-lt"/>
                <a:cs typeface="+mn-lt"/>
              </a:rPr>
              <a:t> and </a:t>
            </a:r>
            <a:r>
              <a:rPr lang="de-DE" sz="1200" dirty="0">
                <a:solidFill>
                  <a:srgbClr val="88A3E8"/>
                </a:solidFill>
                <a:ea typeface="+mn-lt"/>
                <a:cs typeface="+mn-lt"/>
                <a:hlinkClick r:id="rId15"/>
              </a:rPr>
              <a:t>motets</a:t>
            </a:r>
            <a:r>
              <a:rPr lang="de-DE" sz="1200" dirty="0">
                <a:solidFill>
                  <a:srgbClr val="EAECF0"/>
                </a:solidFill>
                <a:ea typeface="+mn-lt"/>
                <a:cs typeface="+mn-lt"/>
              </a:rPr>
              <a:t> </a:t>
            </a:r>
            <a:r>
              <a:rPr lang="de-DE" sz="1200" dirty="0" err="1">
                <a:solidFill>
                  <a:srgbClr val="EAECF0"/>
                </a:solidFill>
                <a:ea typeface="+mn-lt"/>
                <a:cs typeface="+mn-lt"/>
              </a:rPr>
              <a:t>may</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been</a:t>
            </a:r>
            <a:r>
              <a:rPr lang="de-DE" sz="1200" dirty="0">
                <a:solidFill>
                  <a:srgbClr val="EAECF0"/>
                </a:solidFill>
                <a:ea typeface="+mn-lt"/>
                <a:cs typeface="+mn-lt"/>
              </a:rPr>
              <a:t> </a:t>
            </a:r>
            <a:r>
              <a:rPr lang="de-DE" sz="1200" dirty="0" err="1">
                <a:solidFill>
                  <a:srgbClr val="EAECF0"/>
                </a:solidFill>
                <a:ea typeface="+mn-lt"/>
                <a:cs typeface="+mn-lt"/>
              </a:rPr>
              <a:t>sung</a:t>
            </a:r>
            <a:r>
              <a:rPr lang="de-DE" sz="1200" dirty="0">
                <a:solidFill>
                  <a:srgbClr val="EAECF0"/>
                </a:solidFill>
                <a:ea typeface="+mn-lt"/>
                <a:cs typeface="+mn-lt"/>
              </a:rPr>
              <a:t> in </a:t>
            </a:r>
            <a:r>
              <a:rPr lang="de-DE" sz="1200" dirty="0" err="1">
                <a:solidFill>
                  <a:srgbClr val="EAECF0"/>
                </a:solidFill>
                <a:ea typeface="+mn-lt"/>
                <a:cs typeface="+mn-lt"/>
              </a:rPr>
              <a:t>this</a:t>
            </a:r>
            <a:r>
              <a:rPr lang="de-DE" sz="1200" dirty="0">
                <a:solidFill>
                  <a:srgbClr val="EAECF0"/>
                </a:solidFill>
                <a:ea typeface="+mn-lt"/>
                <a:cs typeface="+mn-lt"/>
              </a:rPr>
              <a:t> </a:t>
            </a:r>
            <a:r>
              <a:rPr lang="de-DE" sz="1200" dirty="0" err="1">
                <a:solidFill>
                  <a:srgbClr val="EAECF0"/>
                </a:solidFill>
                <a:ea typeface="+mn-lt"/>
                <a:cs typeface="+mn-lt"/>
              </a:rPr>
              <a:t>context</a:t>
            </a:r>
            <a:r>
              <a:rPr lang="de-DE" sz="1200" dirty="0">
                <a:solidFill>
                  <a:srgbClr val="EAECF0"/>
                </a:solidFill>
                <a:ea typeface="+mn-lt"/>
                <a:cs typeface="+mn-lt"/>
              </a:rPr>
              <a:t>, </a:t>
            </a:r>
            <a:r>
              <a:rPr lang="de-DE" sz="1200" dirty="0" err="1">
                <a:solidFill>
                  <a:srgbClr val="EAECF0"/>
                </a:solidFill>
                <a:ea typeface="+mn-lt"/>
                <a:cs typeface="+mn-lt"/>
              </a:rPr>
              <a:t>or</a:t>
            </a:r>
            <a:r>
              <a:rPr lang="de-DE" sz="1200" dirty="0">
                <a:solidFill>
                  <a:srgbClr val="EAECF0"/>
                </a:solidFill>
                <a:ea typeface="+mn-lt"/>
                <a:cs typeface="+mn-lt"/>
              </a:rPr>
              <a:t> </a:t>
            </a:r>
            <a:r>
              <a:rPr lang="de-DE" sz="1200" dirty="0" err="1">
                <a:solidFill>
                  <a:srgbClr val="EAECF0"/>
                </a:solidFill>
                <a:ea typeface="+mn-lt"/>
                <a:cs typeface="+mn-lt"/>
              </a:rPr>
              <a:t>alternatively</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many</a:t>
            </a:r>
            <a:r>
              <a:rPr lang="de-DE" sz="1200" dirty="0">
                <a:solidFill>
                  <a:srgbClr val="EAECF0"/>
                </a:solidFill>
                <a:ea typeface="+mn-lt"/>
                <a:cs typeface="+mn-lt"/>
              </a:rPr>
              <a:t> </a:t>
            </a:r>
            <a:r>
              <a:rPr lang="de-DE" sz="1200" dirty="0" err="1">
                <a:solidFill>
                  <a:srgbClr val="EAECF0"/>
                </a:solidFill>
                <a:ea typeface="+mn-lt"/>
                <a:cs typeface="+mn-lt"/>
              </a:rPr>
              <a:t>families</a:t>
            </a:r>
            <a:r>
              <a:rPr lang="de-DE" sz="1200" dirty="0">
                <a:solidFill>
                  <a:srgbClr val="EAECF0"/>
                </a:solidFill>
                <a:ea typeface="+mn-lt"/>
                <a:cs typeface="+mn-lt"/>
              </a:rPr>
              <a:t> </a:t>
            </a:r>
            <a:r>
              <a:rPr lang="de-DE" sz="1200" dirty="0" err="1">
                <a:solidFill>
                  <a:srgbClr val="EAECF0"/>
                </a:solidFill>
                <a:ea typeface="+mn-lt"/>
                <a:cs typeface="+mn-lt"/>
              </a:rPr>
              <a:t>who</a:t>
            </a:r>
            <a:r>
              <a:rPr lang="de-DE" sz="1200" dirty="0">
                <a:solidFill>
                  <a:srgbClr val="EAECF0"/>
                </a:solidFill>
                <a:ea typeface="+mn-lt"/>
                <a:cs typeface="+mn-lt"/>
              </a:rPr>
              <a:t> sang </a:t>
            </a:r>
            <a:r>
              <a:rPr lang="de-DE" sz="1200" dirty="0" err="1">
                <a:solidFill>
                  <a:srgbClr val="EAECF0"/>
                </a:solidFill>
                <a:ea typeface="+mn-lt"/>
                <a:cs typeface="+mn-lt"/>
              </a:rPr>
              <a:t>sacred</a:t>
            </a:r>
            <a:r>
              <a:rPr lang="de-DE" sz="1200" dirty="0">
                <a:solidFill>
                  <a:srgbClr val="EAECF0"/>
                </a:solidFill>
                <a:ea typeface="+mn-lt"/>
                <a:cs typeface="+mn-lt"/>
              </a:rPr>
              <a:t> </a:t>
            </a:r>
            <a:r>
              <a:rPr lang="de-DE" sz="1200" dirty="0" err="1">
                <a:solidFill>
                  <a:srgbClr val="EAECF0"/>
                </a:solidFill>
                <a:ea typeface="+mn-lt"/>
                <a:cs typeface="+mn-lt"/>
              </a:rPr>
              <a:t>polyphony</a:t>
            </a:r>
            <a:r>
              <a:rPr lang="de-DE" sz="1200" dirty="0">
                <a:solidFill>
                  <a:srgbClr val="EAECF0"/>
                </a:solidFill>
                <a:ea typeface="+mn-lt"/>
                <a:cs typeface="+mn-lt"/>
              </a:rPr>
              <a:t> at </a:t>
            </a:r>
            <a:r>
              <a:rPr lang="de-DE" sz="1200" dirty="0" err="1">
                <a:solidFill>
                  <a:srgbClr val="EAECF0"/>
                </a:solidFill>
                <a:ea typeface="+mn-lt"/>
                <a:cs typeface="+mn-lt"/>
              </a:rPr>
              <a:t>home</a:t>
            </a:r>
            <a:r>
              <a:rPr lang="de-DE" sz="1200" dirty="0">
                <a:solidFill>
                  <a:srgbClr val="EAECF0"/>
                </a:solidFill>
                <a:ea typeface="+mn-lt"/>
                <a:cs typeface="+mn-lt"/>
              </a:rPr>
              <a:t>.</a:t>
            </a:r>
            <a:r>
              <a:rPr lang="de-DE" sz="1000" baseline="30000" dirty="0">
                <a:solidFill>
                  <a:srgbClr val="88A3E8"/>
                </a:solidFill>
                <a:ea typeface="+mn-lt"/>
                <a:cs typeface="+mn-lt"/>
                <a:hlinkClick r:id="rId16"/>
              </a:rPr>
              <a:t>[72]</a:t>
            </a:r>
            <a:r>
              <a:rPr lang="de-DE" sz="1200" dirty="0">
                <a:solidFill>
                  <a:srgbClr val="EAECF0"/>
                </a:solidFill>
                <a:ea typeface="+mn-lt"/>
                <a:cs typeface="+mn-lt"/>
              </a:rPr>
              <a:t> </a:t>
            </a:r>
            <a:r>
              <a:rPr lang="de-DE" sz="1200" dirty="0" err="1">
                <a:solidFill>
                  <a:srgbClr val="EAECF0"/>
                </a:solidFill>
                <a:ea typeface="+mn-lt"/>
                <a:cs typeface="+mn-lt"/>
              </a:rPr>
              <a:t>Although</a:t>
            </a:r>
            <a:r>
              <a:rPr lang="de-DE" sz="1200" dirty="0">
                <a:solidFill>
                  <a:srgbClr val="EAECF0"/>
                </a:solidFill>
                <a:ea typeface="+mn-lt"/>
                <a:cs typeface="+mn-lt"/>
              </a:rPr>
              <a:t> </a:t>
            </a:r>
            <a:r>
              <a:rPr lang="de-DE" sz="1200" dirty="0" err="1">
                <a:solidFill>
                  <a:srgbClr val="EAECF0"/>
                </a:solidFill>
                <a:ea typeface="+mn-lt"/>
                <a:cs typeface="+mn-lt"/>
              </a:rPr>
              <a:t>older</a:t>
            </a:r>
            <a:r>
              <a:rPr lang="de-DE" sz="1200" dirty="0">
                <a:solidFill>
                  <a:srgbClr val="EAECF0"/>
                </a:solidFill>
                <a:ea typeface="+mn-lt"/>
                <a:cs typeface="+mn-lt"/>
              </a:rPr>
              <a:t>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reigns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Henry and Queen Mary </a:t>
            </a:r>
            <a:r>
              <a:rPr lang="de-DE" sz="1200" dirty="0" err="1">
                <a:solidFill>
                  <a:srgbClr val="EAECF0"/>
                </a:solidFill>
                <a:ea typeface="+mn-lt"/>
                <a:cs typeface="+mn-lt"/>
              </a:rPr>
              <a:t>continued</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be</a:t>
            </a:r>
            <a:r>
              <a:rPr lang="de-DE" sz="1200" dirty="0">
                <a:solidFill>
                  <a:srgbClr val="EAECF0"/>
                </a:solidFill>
                <a:ea typeface="+mn-lt"/>
                <a:cs typeface="+mn-lt"/>
              </a:rPr>
              <a:t> </a:t>
            </a:r>
            <a:r>
              <a:rPr lang="de-DE" sz="1200" dirty="0" err="1">
                <a:solidFill>
                  <a:srgbClr val="EAECF0"/>
                </a:solidFill>
                <a:ea typeface="+mn-lt"/>
                <a:cs typeface="+mn-lt"/>
              </a:rPr>
              <a:t>copied</a:t>
            </a:r>
            <a:r>
              <a:rPr lang="de-DE" sz="1200" dirty="0">
                <a:solidFill>
                  <a:srgbClr val="EAECF0"/>
                </a:solidFill>
                <a:ea typeface="+mn-lt"/>
                <a:cs typeface="+mn-lt"/>
              </a:rPr>
              <a:t> and </a:t>
            </a:r>
            <a:r>
              <a:rPr lang="de-DE" sz="1200" dirty="0" err="1">
                <a:solidFill>
                  <a:srgbClr val="EAECF0"/>
                </a:solidFill>
                <a:ea typeface="+mn-lt"/>
                <a:cs typeface="+mn-lt"/>
              </a:rPr>
              <a:t>distributed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votive</a:t>
            </a:r>
            <a:r>
              <a:rPr lang="de-DE" sz="1200" dirty="0">
                <a:solidFill>
                  <a:srgbClr val="EAECF0"/>
                </a:solidFill>
                <a:ea typeface="+mn-lt"/>
                <a:cs typeface="+mn-lt"/>
              </a:rPr>
              <a:t> style was </a:t>
            </a:r>
            <a:r>
              <a:rPr lang="de-DE" sz="1200" dirty="0" err="1">
                <a:solidFill>
                  <a:srgbClr val="EAECF0"/>
                </a:solidFill>
                <a:ea typeface="+mn-lt"/>
                <a:cs typeface="+mn-lt"/>
              </a:rPr>
              <a:t>superseded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 modern, </a:t>
            </a:r>
            <a:r>
              <a:rPr lang="de-DE" sz="1200" dirty="0" err="1">
                <a:solidFill>
                  <a:srgbClr val="EAECF0"/>
                </a:solidFill>
                <a:ea typeface="+mn-lt"/>
                <a:cs typeface="+mn-lt"/>
              </a:rPr>
              <a:t>highly</a:t>
            </a:r>
            <a:r>
              <a:rPr lang="de-DE" sz="1200" dirty="0">
                <a:solidFill>
                  <a:srgbClr val="EAECF0"/>
                </a:solidFill>
                <a:ea typeface="+mn-lt"/>
                <a:cs typeface="+mn-lt"/>
              </a:rPr>
              <a:t>-</a:t>
            </a:r>
            <a:r>
              <a:rPr lang="de-DE" sz="1200" dirty="0">
                <a:solidFill>
                  <a:srgbClr val="88A3E8"/>
                </a:solidFill>
                <a:ea typeface="+mn-lt"/>
                <a:cs typeface="+mn-lt"/>
                <a:hlinkClick r:id="rId17"/>
              </a:rPr>
              <a:t>imitative</a:t>
            </a:r>
            <a:r>
              <a:rPr lang="de-DE" sz="1200" dirty="0">
                <a:solidFill>
                  <a:srgbClr val="EAECF0"/>
                </a:solidFill>
                <a:ea typeface="+mn-lt"/>
                <a:cs typeface="+mn-lt"/>
              </a:rPr>
              <a:t> </a:t>
            </a:r>
            <a:r>
              <a:rPr lang="de-DE" sz="1200" dirty="0" err="1">
                <a:solidFill>
                  <a:srgbClr val="EAECF0"/>
                </a:solidFill>
                <a:ea typeface="+mn-lt"/>
                <a:cs typeface="+mn-lt"/>
              </a:rPr>
              <a:t>method</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counterpoint</a:t>
            </a:r>
            <a:r>
              <a:rPr lang="de-DE" sz="1200" dirty="0">
                <a:solidFill>
                  <a:srgbClr val="EAECF0"/>
                </a:solidFill>
                <a:ea typeface="+mn-lt"/>
                <a:cs typeface="+mn-lt"/>
              </a:rPr>
              <a:t>,</a:t>
            </a:r>
            <a:r>
              <a:rPr lang="de-DE" sz="1000" baseline="30000" dirty="0">
                <a:solidFill>
                  <a:srgbClr val="88A3E8"/>
                </a:solidFill>
                <a:ea typeface="+mn-lt"/>
                <a:cs typeface="+mn-lt"/>
                <a:hlinkClick r:id="rId18"/>
              </a:rPr>
              <a:t>[73]</a:t>
            </a:r>
            <a:r>
              <a:rPr lang="de-DE" sz="1200" dirty="0">
                <a:solidFill>
                  <a:srgbClr val="EAECF0"/>
                </a:solidFill>
                <a:ea typeface="+mn-lt"/>
                <a:cs typeface="+mn-lt"/>
              </a:rPr>
              <a:t> </a:t>
            </a:r>
            <a:r>
              <a:rPr lang="de-DE" sz="1200" dirty="0" err="1">
                <a:solidFill>
                  <a:srgbClr val="EAECF0"/>
                </a:solidFill>
                <a:ea typeface="+mn-lt"/>
                <a:cs typeface="+mn-lt"/>
              </a:rPr>
              <a:t>typical</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late</a:t>
            </a:r>
            <a:r>
              <a:rPr lang="de-DE" sz="1200" dirty="0">
                <a:solidFill>
                  <a:srgbClr val="EAECF0"/>
                </a:solidFill>
                <a:ea typeface="+mn-lt"/>
                <a:cs typeface="+mn-lt"/>
              </a:rPr>
              <a:t> </a:t>
            </a:r>
            <a:r>
              <a:rPr lang="de-DE" sz="1200" dirty="0" err="1">
                <a:solidFill>
                  <a:srgbClr val="EAECF0"/>
                </a:solidFill>
                <a:ea typeface="+mn-lt"/>
                <a:cs typeface="+mn-lt"/>
              </a:rPr>
              <a:t>sixteenth-century</a:t>
            </a:r>
            <a:r>
              <a:rPr lang="de-DE" sz="1200" dirty="0">
                <a:solidFill>
                  <a:srgbClr val="EAECF0"/>
                </a:solidFill>
                <a:ea typeface="+mn-lt"/>
                <a:cs typeface="+mn-lt"/>
              </a:rPr>
              <a:t> </a:t>
            </a:r>
            <a:r>
              <a:rPr lang="de-DE" sz="1200" dirty="0" err="1">
                <a:solidFill>
                  <a:srgbClr val="EAECF0"/>
                </a:solidFill>
                <a:ea typeface="+mn-lt"/>
                <a:cs typeface="+mn-lt"/>
              </a:rPr>
              <a:t>choral</a:t>
            </a:r>
            <a:r>
              <a:rPr lang="de-DE" sz="1200" dirty="0">
                <a:solidFill>
                  <a:srgbClr val="EAECF0"/>
                </a:solidFill>
                <a:ea typeface="+mn-lt"/>
                <a:cs typeface="+mn-lt"/>
              </a:rPr>
              <a:t> </a:t>
            </a:r>
            <a:r>
              <a:rPr lang="de-DE" sz="1200" dirty="0" err="1">
                <a:solidFill>
                  <a:srgbClr val="EAECF0"/>
                </a:solidFill>
                <a:ea typeface="+mn-lt"/>
                <a:cs typeface="+mn-lt"/>
              </a:rPr>
              <a:t>traditions</a:t>
            </a:r>
            <a:r>
              <a:rPr lang="de-DE" sz="1200" dirty="0">
                <a:solidFill>
                  <a:srgbClr val="EAECF0"/>
                </a:solidFill>
                <a:ea typeface="+mn-lt"/>
                <a:cs typeface="+mn-lt"/>
              </a:rPr>
              <a:t>.</a:t>
            </a:r>
            <a:r>
              <a:rPr lang="de-DE" sz="1000" baseline="30000" dirty="0">
                <a:solidFill>
                  <a:srgbClr val="88A3E8"/>
                </a:solidFill>
                <a:ea typeface="+mn-lt"/>
                <a:cs typeface="+mn-lt"/>
                <a:hlinkClick r:id="rId19"/>
              </a:rPr>
              <a:t>[74]</a:t>
            </a:r>
            <a:r>
              <a:rPr lang="de-DE" sz="1000" baseline="30000" dirty="0">
                <a:solidFill>
                  <a:srgbClr val="88A3E8"/>
                </a:solidFill>
                <a:ea typeface="+mn-lt"/>
                <a:cs typeface="+mn-lt"/>
                <a:hlinkClick r:id="rId20"/>
              </a:rPr>
              <a:t>[75]</a:t>
            </a:r>
            <a:r>
              <a:rPr lang="de-DE" sz="1200" dirty="0">
                <a:solidFill>
                  <a:srgbClr val="EAECF0"/>
                </a:solidFill>
                <a:ea typeface="+mn-lt"/>
                <a:cs typeface="+mn-lt"/>
              </a:rPr>
              <a:t> Tallis' </a:t>
            </a:r>
            <a:r>
              <a:rPr lang="de-DE" sz="1200" dirty="0" err="1">
                <a:solidFill>
                  <a:srgbClr val="EAECF0"/>
                </a:solidFill>
                <a:ea typeface="+mn-lt"/>
                <a:cs typeface="+mn-lt"/>
              </a:rPr>
              <a:t>better-known</a:t>
            </a:r>
            <a:r>
              <a:rPr lang="de-DE" sz="1200" dirty="0">
                <a:solidFill>
                  <a:srgbClr val="EAECF0"/>
                </a:solidFill>
                <a:ea typeface="+mn-lt"/>
                <a:cs typeface="+mn-lt"/>
              </a:rPr>
              <a:t>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Elizabethan</a:t>
            </a:r>
            <a:r>
              <a:rPr lang="de-DE" sz="1200" dirty="0">
                <a:solidFill>
                  <a:srgbClr val="EAECF0"/>
                </a:solidFill>
                <a:ea typeface="+mn-lt"/>
                <a:cs typeface="+mn-lt"/>
              </a:rPr>
              <a:t> </a:t>
            </a:r>
            <a:r>
              <a:rPr lang="de-DE" sz="1200" dirty="0" err="1">
                <a:solidFill>
                  <a:srgbClr val="EAECF0"/>
                </a:solidFill>
                <a:ea typeface="+mn-lt"/>
                <a:cs typeface="+mn-lt"/>
              </a:rPr>
              <a:t>years</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employ</a:t>
            </a:r>
            <a:r>
              <a:rPr lang="de-DE" sz="1200" dirty="0">
                <a:solidFill>
                  <a:srgbClr val="EAECF0"/>
                </a:solidFill>
                <a:ea typeface="+mn-lt"/>
                <a:cs typeface="+mn-lt"/>
              </a:rPr>
              <a:t> </a:t>
            </a:r>
            <a:r>
              <a:rPr lang="de-DE" sz="1200" dirty="0" err="1">
                <a:solidFill>
                  <a:srgbClr val="EAECF0"/>
                </a:solidFill>
                <a:ea typeface="+mn-lt"/>
                <a:cs typeface="+mn-lt"/>
              </a:rPr>
              <a:t>this</a:t>
            </a:r>
            <a:r>
              <a:rPr lang="de-DE" sz="1200" dirty="0">
                <a:solidFill>
                  <a:srgbClr val="EAECF0"/>
                </a:solidFill>
                <a:ea typeface="+mn-lt"/>
                <a:cs typeface="+mn-lt"/>
              </a:rPr>
              <a:t> </a:t>
            </a:r>
            <a:r>
              <a:rPr lang="de-DE" sz="1200" dirty="0" err="1">
                <a:solidFill>
                  <a:srgbClr val="EAECF0"/>
                </a:solidFill>
                <a:ea typeface="+mn-lt"/>
                <a:cs typeface="+mn-lt"/>
              </a:rPr>
              <a:t>method</a:t>
            </a:r>
            <a:r>
              <a:rPr lang="de-DE" sz="1200" dirty="0">
                <a:solidFill>
                  <a:srgbClr val="EAECF0"/>
                </a:solidFill>
                <a:ea typeface="+mn-lt"/>
                <a:cs typeface="+mn-lt"/>
              </a:rPr>
              <a:t> </a:t>
            </a:r>
            <a:r>
              <a:rPr lang="de-DE" sz="1200" dirty="0" err="1">
                <a:solidFill>
                  <a:srgbClr val="EAECF0"/>
                </a:solidFill>
                <a:ea typeface="+mn-lt"/>
                <a:cs typeface="+mn-lt"/>
              </a:rPr>
              <a:t>include</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settings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i="1" dirty="0">
                <a:solidFill>
                  <a:srgbClr val="88A3E8"/>
                </a:solidFill>
                <a:ea typeface="+mn-lt"/>
                <a:cs typeface="+mn-lt"/>
                <a:hlinkClick r:id="rId21"/>
              </a:rPr>
              <a:t>Lamentations of Jeremiah the Prophet</a:t>
            </a:r>
            <a:r>
              <a:rPr lang="de-DE" sz="1000" baseline="30000" dirty="0">
                <a:solidFill>
                  <a:srgbClr val="88A3E8"/>
                </a:solidFill>
                <a:ea typeface="+mn-lt"/>
                <a:cs typeface="+mn-lt"/>
                <a:hlinkClick r:id="rId22"/>
              </a:rPr>
              <a:t>[29]</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23"/>
              </a:rPr>
              <a:t>Holy Week</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motet</a:t>
            </a:r>
            <a:r>
              <a:rPr lang="de-DE" sz="1200" dirty="0">
                <a:solidFill>
                  <a:srgbClr val="EAECF0"/>
                </a:solidFill>
                <a:ea typeface="+mn-lt"/>
                <a:cs typeface="+mn-lt"/>
              </a:rPr>
              <a:t> </a:t>
            </a:r>
            <a:r>
              <a:rPr lang="de-DE" sz="1200" i="1" dirty="0">
                <a:solidFill>
                  <a:srgbClr val="88A3E8"/>
                </a:solidFill>
                <a:ea typeface="+mn-lt"/>
                <a:cs typeface="+mn-lt"/>
                <a:hlinkClick r:id="rId24"/>
              </a:rPr>
              <a:t>O nata lux</a:t>
            </a:r>
            <a:r>
              <a:rPr lang="de-DE" sz="1200" dirty="0">
                <a:solidFill>
                  <a:srgbClr val="EAECF0"/>
                </a:solidFill>
                <a:ea typeface="+mn-lt"/>
                <a:cs typeface="+mn-lt"/>
              </a:rPr>
              <a:t>, and </a:t>
            </a:r>
            <a:r>
              <a:rPr lang="de-DE" sz="1200" i="1" dirty="0">
                <a:solidFill>
                  <a:srgbClr val="88A3E8"/>
                </a:solidFill>
                <a:ea typeface="+mn-lt"/>
                <a:cs typeface="+mn-lt"/>
                <a:hlinkClick r:id="rId25"/>
              </a:rPr>
              <a:t>Spem in alium</a:t>
            </a:r>
            <a:r>
              <a:rPr lang="de-DE" sz="1200" i="1" dirty="0">
                <a:solidFill>
                  <a:srgbClr val="EAECF0"/>
                </a:solidFill>
                <a:ea typeface="+mn-lt"/>
                <a:cs typeface="+mn-lt"/>
              </a:rPr>
              <a:t>.</a:t>
            </a:r>
            <a:endParaRPr lang="de-DE" dirty="0">
              <a:ea typeface="+mn-lt"/>
              <a:cs typeface="+mn-lt"/>
            </a:endParaRPr>
          </a:p>
          <a:p>
            <a:r>
              <a:rPr lang="de-DE" sz="1200" i="1" dirty="0" err="1">
                <a:solidFill>
                  <a:srgbClr val="EAECF0"/>
                </a:solidFill>
                <a:ea typeface="+mn-lt"/>
                <a:cs typeface="+mn-lt"/>
              </a:rPr>
              <a:t>Spem</a:t>
            </a:r>
            <a:r>
              <a:rPr lang="de-DE" sz="1200" i="1" dirty="0">
                <a:solidFill>
                  <a:srgbClr val="EAECF0"/>
                </a:solidFill>
                <a:ea typeface="+mn-lt"/>
                <a:cs typeface="+mn-lt"/>
              </a:rPr>
              <a:t> in </a:t>
            </a:r>
            <a:r>
              <a:rPr lang="de-DE" sz="1200" i="1" dirty="0" err="1">
                <a:solidFill>
                  <a:srgbClr val="EAECF0"/>
                </a:solidFill>
                <a:ea typeface="+mn-lt"/>
                <a:cs typeface="+mn-lt"/>
              </a:rPr>
              <a:t>alium</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written</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eight</a:t>
            </a:r>
            <a:r>
              <a:rPr lang="de-DE" sz="1200" dirty="0">
                <a:solidFill>
                  <a:srgbClr val="EAECF0"/>
                </a:solidFill>
                <a:ea typeface="+mn-lt"/>
                <a:cs typeface="+mn-lt"/>
              </a:rPr>
              <a:t> </a:t>
            </a:r>
            <a:r>
              <a:rPr lang="de-DE" sz="1200" dirty="0" err="1">
                <a:solidFill>
                  <a:srgbClr val="EAECF0"/>
                </a:solidFill>
                <a:ea typeface="+mn-lt"/>
                <a:cs typeface="+mn-lt"/>
              </a:rPr>
              <a:t>five-voice</a:t>
            </a:r>
            <a:r>
              <a:rPr lang="de-DE" sz="1200" dirty="0">
                <a:solidFill>
                  <a:srgbClr val="EAECF0"/>
                </a:solidFill>
                <a:ea typeface="+mn-lt"/>
                <a:cs typeface="+mn-lt"/>
              </a:rPr>
              <a:t> </a:t>
            </a:r>
            <a:r>
              <a:rPr lang="de-DE" sz="1200" dirty="0" err="1">
                <a:solidFill>
                  <a:srgbClr val="EAECF0"/>
                </a:solidFill>
                <a:ea typeface="+mn-lt"/>
                <a:cs typeface="+mn-lt"/>
              </a:rPr>
              <a:t>choirs</a:t>
            </a:r>
            <a:r>
              <a:rPr lang="de-DE" sz="1200" dirty="0">
                <a:solidFill>
                  <a:srgbClr val="EAECF0"/>
                </a:solidFill>
                <a:ea typeface="+mn-lt"/>
                <a:cs typeface="+mn-lt"/>
              </a:rPr>
              <a:t>, and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thought</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been</a:t>
            </a:r>
            <a:r>
              <a:rPr lang="de-DE" sz="1200" dirty="0">
                <a:solidFill>
                  <a:srgbClr val="EAECF0"/>
                </a:solidFill>
                <a:ea typeface="+mn-lt"/>
                <a:cs typeface="+mn-lt"/>
              </a:rPr>
              <a:t> </a:t>
            </a:r>
            <a:r>
              <a:rPr lang="de-DE" sz="1200" dirty="0" err="1">
                <a:solidFill>
                  <a:srgbClr val="EAECF0"/>
                </a:solidFill>
                <a:ea typeface="+mn-lt"/>
                <a:cs typeface="+mn-lt"/>
              </a:rPr>
              <a:t>commissioned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Earl </a:t>
            </a:r>
            <a:r>
              <a:rPr lang="de-DE" sz="1200" dirty="0" err="1">
                <a:solidFill>
                  <a:srgbClr val="EAECF0"/>
                </a:solidFill>
                <a:ea typeface="+mn-lt"/>
                <a:cs typeface="+mn-lt"/>
              </a:rPr>
              <a:t>of</a:t>
            </a:r>
            <a:r>
              <a:rPr lang="de-DE" sz="1200" dirty="0">
                <a:solidFill>
                  <a:srgbClr val="EAECF0"/>
                </a:solidFill>
                <a:ea typeface="+mn-lt"/>
                <a:cs typeface="+mn-lt"/>
              </a:rPr>
              <a:t> Arundel upon </a:t>
            </a:r>
            <a:r>
              <a:rPr lang="de-DE" sz="1200" dirty="0" err="1">
                <a:solidFill>
                  <a:srgbClr val="EAECF0"/>
                </a:solidFill>
                <a:ea typeface="+mn-lt"/>
                <a:cs typeface="+mn-lt"/>
              </a:rPr>
              <a:t>hearing</a:t>
            </a:r>
            <a:r>
              <a:rPr lang="de-DE" sz="1200" dirty="0">
                <a:solidFill>
                  <a:srgbClr val="EAECF0"/>
                </a:solidFill>
                <a:ea typeface="+mn-lt"/>
                <a:cs typeface="+mn-lt"/>
              </a:rPr>
              <a:t> a </a:t>
            </a:r>
            <a:r>
              <a:rPr lang="de-DE" sz="1200" dirty="0" err="1">
                <a:solidFill>
                  <a:srgbClr val="EAECF0"/>
                </a:solidFill>
                <a:ea typeface="+mn-lt"/>
                <a:cs typeface="+mn-lt"/>
              </a:rPr>
              <a:t>secret</a:t>
            </a:r>
            <a:r>
              <a:rPr lang="de-DE" sz="1200" dirty="0">
                <a:solidFill>
                  <a:srgbClr val="EAECF0"/>
                </a:solidFill>
                <a:ea typeface="+mn-lt"/>
                <a:cs typeface="+mn-lt"/>
              </a:rPr>
              <a:t> </a:t>
            </a:r>
            <a:r>
              <a:rPr lang="de-DE" sz="1200" dirty="0" err="1">
                <a:solidFill>
                  <a:srgbClr val="EAECF0"/>
                </a:solidFill>
                <a:ea typeface="+mn-lt"/>
                <a:cs typeface="+mn-lt"/>
              </a:rPr>
              <a:t>performance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26"/>
              </a:rPr>
              <a:t>Alessandro Striggio</a:t>
            </a:r>
            <a:r>
              <a:rPr lang="de-DE" sz="1200" dirty="0">
                <a:solidFill>
                  <a:srgbClr val="EAECF0"/>
                </a:solidFill>
                <a:ea typeface="+mn-lt"/>
                <a:cs typeface="+mn-lt"/>
              </a:rPr>
              <a:t>'s </a:t>
            </a:r>
            <a:r>
              <a:rPr lang="de-DE" sz="1200" i="1" dirty="0">
                <a:solidFill>
                  <a:srgbClr val="88A3E8"/>
                </a:solidFill>
                <a:ea typeface="+mn-lt"/>
                <a:cs typeface="+mn-lt"/>
                <a:hlinkClick r:id="rId27"/>
              </a:rPr>
              <a:t>Missa sopra Ecco sì beato giorno</a:t>
            </a:r>
            <a:r>
              <a:rPr lang="de-DE" sz="1200" dirty="0">
                <a:solidFill>
                  <a:srgbClr val="EAECF0"/>
                </a:solidFill>
                <a:ea typeface="+mn-lt"/>
                <a:cs typeface="+mn-lt"/>
              </a:rPr>
              <a:t> </a:t>
            </a:r>
            <a:r>
              <a:rPr lang="de-DE" sz="1200" dirty="0" err="1">
                <a:solidFill>
                  <a:srgbClr val="EAECF0"/>
                </a:solidFill>
                <a:ea typeface="+mn-lt"/>
                <a:cs typeface="+mn-lt"/>
              </a:rPr>
              <a:t>or</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40-part </a:t>
            </a:r>
            <a:r>
              <a:rPr lang="de-DE" sz="1200" dirty="0" err="1">
                <a:solidFill>
                  <a:srgbClr val="EAECF0"/>
                </a:solidFill>
                <a:ea typeface="+mn-lt"/>
                <a:cs typeface="+mn-lt"/>
              </a:rPr>
              <a:t>motet</a:t>
            </a:r>
            <a:r>
              <a:rPr lang="de-DE" sz="1200" dirty="0">
                <a:solidFill>
                  <a:srgbClr val="EAECF0"/>
                </a:solidFill>
                <a:ea typeface="+mn-lt"/>
                <a:cs typeface="+mn-lt"/>
              </a:rPr>
              <a:t>, </a:t>
            </a:r>
            <a:r>
              <a:rPr lang="de-DE" sz="1200" i="1" dirty="0">
                <a:solidFill>
                  <a:srgbClr val="EAECF0"/>
                </a:solidFill>
                <a:ea typeface="+mn-lt"/>
                <a:cs typeface="+mn-lt"/>
              </a:rPr>
              <a:t>Ecce </a:t>
            </a:r>
            <a:r>
              <a:rPr lang="de-DE" sz="1200" i="1" dirty="0" err="1">
                <a:solidFill>
                  <a:srgbClr val="EAECF0"/>
                </a:solidFill>
                <a:ea typeface="+mn-lt"/>
                <a:cs typeface="+mn-lt"/>
              </a:rPr>
              <a:t>beatam</a:t>
            </a:r>
            <a:r>
              <a:rPr lang="de-DE" sz="1200" i="1" dirty="0">
                <a:solidFill>
                  <a:srgbClr val="EAECF0"/>
                </a:solidFill>
                <a:ea typeface="+mn-lt"/>
                <a:cs typeface="+mn-lt"/>
              </a:rPr>
              <a:t> </a:t>
            </a:r>
            <a:r>
              <a:rPr lang="de-DE" sz="1200" i="1" dirty="0" err="1">
                <a:solidFill>
                  <a:srgbClr val="EAECF0"/>
                </a:solidFill>
                <a:ea typeface="+mn-lt"/>
                <a:cs typeface="+mn-lt"/>
              </a:rPr>
              <a:t>lucem</a:t>
            </a:r>
            <a:r>
              <a:rPr lang="de-DE" sz="1200" dirty="0">
                <a:solidFill>
                  <a:srgbClr val="EAECF0"/>
                </a:solidFill>
                <a:ea typeface="+mn-lt"/>
                <a:cs typeface="+mn-lt"/>
              </a:rPr>
              <a:t>. </a:t>
            </a:r>
            <a:r>
              <a:rPr lang="de-DE" sz="1200" i="1" dirty="0" err="1">
                <a:solidFill>
                  <a:srgbClr val="EAECF0"/>
                </a:solidFill>
                <a:ea typeface="+mn-lt"/>
                <a:cs typeface="+mn-lt"/>
              </a:rPr>
              <a:t>Spem</a:t>
            </a:r>
            <a:r>
              <a:rPr lang="de-DE" sz="1200" i="1" dirty="0">
                <a:solidFill>
                  <a:srgbClr val="EAECF0"/>
                </a:solidFill>
                <a:ea typeface="+mn-lt"/>
                <a:cs typeface="+mn-lt"/>
              </a:rPr>
              <a:t> in </a:t>
            </a:r>
            <a:r>
              <a:rPr lang="de-DE" sz="1200" i="1" dirty="0" err="1">
                <a:solidFill>
                  <a:srgbClr val="EAECF0"/>
                </a:solidFill>
                <a:ea typeface="+mn-lt"/>
                <a:cs typeface="+mn-lt"/>
              </a:rPr>
              <a:t>alium</a:t>
            </a:r>
            <a:r>
              <a:rPr lang="de-DE" sz="1200" dirty="0">
                <a:solidFill>
                  <a:srgbClr val="EAECF0"/>
                </a:solidFill>
                <a:ea typeface="+mn-lt"/>
                <a:cs typeface="+mn-lt"/>
              </a:rPr>
              <a:t> </a:t>
            </a:r>
            <a:r>
              <a:rPr lang="de-DE" sz="1200" dirty="0" err="1">
                <a:solidFill>
                  <a:srgbClr val="EAECF0"/>
                </a:solidFill>
                <a:ea typeface="+mn-lt"/>
                <a:cs typeface="+mn-lt"/>
              </a:rPr>
              <a:t>takes</a:t>
            </a:r>
            <a:r>
              <a:rPr lang="de-DE" sz="1200" dirty="0">
                <a:solidFill>
                  <a:srgbClr val="EAECF0"/>
                </a:solidFill>
                <a:ea typeface="+mn-lt"/>
                <a:cs typeface="+mn-lt"/>
              </a:rPr>
              <a:t> </a:t>
            </a:r>
            <a:r>
              <a:rPr lang="de-DE" sz="1200" dirty="0" err="1">
                <a:solidFill>
                  <a:srgbClr val="EAECF0"/>
                </a:solidFill>
                <a:ea typeface="+mn-lt"/>
                <a:cs typeface="+mn-lt"/>
              </a:rPr>
              <a:t>its</a:t>
            </a:r>
            <a:r>
              <a:rPr lang="de-DE" sz="1200" dirty="0">
                <a:solidFill>
                  <a:srgbClr val="EAECF0"/>
                </a:solidFill>
                <a:ea typeface="+mn-lt"/>
                <a:cs typeface="+mn-lt"/>
              </a:rPr>
              <a:t> </a:t>
            </a:r>
            <a:r>
              <a:rPr lang="de-DE" sz="1200" dirty="0" err="1">
                <a:solidFill>
                  <a:srgbClr val="EAECF0"/>
                </a:solidFill>
                <a:ea typeface="+mn-lt"/>
                <a:cs typeface="+mn-lt"/>
              </a:rPr>
              <a:t>text</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apocryphal</a:t>
            </a:r>
            <a:r>
              <a:rPr lang="de-DE" sz="1200" dirty="0">
                <a:solidFill>
                  <a:srgbClr val="EAECF0"/>
                </a:solidFill>
                <a:ea typeface="+mn-lt"/>
                <a:cs typeface="+mn-lt"/>
              </a:rPr>
              <a:t> </a:t>
            </a:r>
            <a:r>
              <a:rPr lang="de-DE" sz="1200" dirty="0">
                <a:solidFill>
                  <a:srgbClr val="88A3E8"/>
                </a:solidFill>
                <a:ea typeface="+mn-lt"/>
                <a:cs typeface="+mn-lt"/>
                <a:hlinkClick r:id="rId28"/>
              </a:rPr>
              <a:t>Book of Judith</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concerns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slaying</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29"/>
              </a:rPr>
              <a:t>Holofernes</a:t>
            </a:r>
            <a:r>
              <a:rPr lang="de-DE" sz="1200" dirty="0">
                <a:solidFill>
                  <a:srgbClr val="EAECF0"/>
                </a:solidFill>
                <a:ea typeface="+mn-lt"/>
                <a:cs typeface="+mn-lt"/>
              </a:rPr>
              <a:t> in </a:t>
            </a:r>
            <a:r>
              <a:rPr lang="de-DE" sz="1200" dirty="0" err="1">
                <a:solidFill>
                  <a:srgbClr val="EAECF0"/>
                </a:solidFill>
                <a:ea typeface="+mn-lt"/>
                <a:cs typeface="+mn-lt"/>
              </a:rPr>
              <a:t>order</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save </a:t>
            </a:r>
            <a:r>
              <a:rPr lang="de-DE" sz="1200" dirty="0">
                <a:solidFill>
                  <a:srgbClr val="88A3E8"/>
                </a:solidFill>
                <a:ea typeface="+mn-lt"/>
                <a:cs typeface="+mn-lt"/>
                <a:hlinkClick r:id="rId30"/>
              </a:rPr>
              <a:t>Israel</a:t>
            </a:r>
            <a:r>
              <a:rPr lang="de-DE" sz="1200" dirty="0">
                <a:solidFill>
                  <a:srgbClr val="EAECF0"/>
                </a:solidFill>
                <a:ea typeface="+mn-lt"/>
                <a:cs typeface="+mn-lt"/>
              </a:rPr>
              <a:t>. </a:t>
            </a:r>
            <a:r>
              <a:rPr lang="de-DE" sz="1200" dirty="0" err="1">
                <a:solidFill>
                  <a:srgbClr val="EAECF0"/>
                </a:solidFill>
                <a:ea typeface="+mn-lt"/>
                <a:cs typeface="+mn-lt"/>
              </a:rPr>
              <a:t>Milsom</a:t>
            </a:r>
            <a:r>
              <a:rPr lang="de-DE" sz="1200" dirty="0">
                <a:solidFill>
                  <a:srgbClr val="EAECF0"/>
                </a:solidFill>
                <a:ea typeface="+mn-lt"/>
                <a:cs typeface="+mn-lt"/>
              </a:rPr>
              <a:t> </a:t>
            </a:r>
            <a:r>
              <a:rPr lang="de-DE" sz="1200" dirty="0" err="1">
                <a:solidFill>
                  <a:srgbClr val="EAECF0"/>
                </a:solidFill>
                <a:ea typeface="+mn-lt"/>
                <a:cs typeface="+mn-lt"/>
              </a:rPr>
              <a:t>proposes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notion</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Arundel </a:t>
            </a:r>
            <a:r>
              <a:rPr lang="de-DE" sz="1200" dirty="0" err="1">
                <a:solidFill>
                  <a:srgbClr val="EAECF0"/>
                </a:solidFill>
                <a:ea typeface="+mn-lt"/>
                <a:cs typeface="+mn-lt"/>
              </a:rPr>
              <a:t>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Duke </a:t>
            </a:r>
            <a:r>
              <a:rPr lang="de-DE" sz="1200" dirty="0" err="1">
                <a:solidFill>
                  <a:srgbClr val="EAECF0"/>
                </a:solidFill>
                <a:ea typeface="+mn-lt"/>
                <a:cs typeface="+mn-lt"/>
              </a:rPr>
              <a:t>of</a:t>
            </a:r>
            <a:r>
              <a:rPr lang="de-DE" sz="1200" dirty="0">
                <a:solidFill>
                  <a:srgbClr val="EAECF0"/>
                </a:solidFill>
                <a:ea typeface="+mn-lt"/>
                <a:cs typeface="+mn-lt"/>
              </a:rPr>
              <a:t> Norfolk, </a:t>
            </a:r>
            <a:r>
              <a:rPr lang="de-DE" sz="1200" dirty="0" err="1">
                <a:solidFill>
                  <a:srgbClr val="EAECF0"/>
                </a:solidFill>
                <a:ea typeface="+mn-lt"/>
                <a:cs typeface="+mn-lt"/>
              </a:rPr>
              <a:t>both</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whom</a:t>
            </a:r>
            <a:r>
              <a:rPr lang="de-DE" sz="1200" dirty="0">
                <a:solidFill>
                  <a:srgbClr val="EAECF0"/>
                </a:solidFill>
                <a:ea typeface="+mn-lt"/>
                <a:cs typeface="+mn-lt"/>
              </a:rPr>
              <a:t> </a:t>
            </a:r>
            <a:r>
              <a:rPr lang="de-DE" sz="1200" dirty="0" err="1">
                <a:solidFill>
                  <a:srgbClr val="EAECF0"/>
                </a:solidFill>
                <a:ea typeface="+mn-lt"/>
                <a:cs typeface="+mn-lt"/>
              </a:rPr>
              <a:t>had</a:t>
            </a:r>
            <a:r>
              <a:rPr lang="de-DE" sz="1200" dirty="0">
                <a:solidFill>
                  <a:srgbClr val="EAECF0"/>
                </a:solidFill>
                <a:ea typeface="+mn-lt"/>
                <a:cs typeface="+mn-lt"/>
              </a:rPr>
              <a:t> Catholic </a:t>
            </a:r>
            <a:r>
              <a:rPr lang="de-DE" sz="1200" dirty="0" err="1">
                <a:solidFill>
                  <a:srgbClr val="EAECF0"/>
                </a:solidFill>
                <a:ea typeface="+mn-lt"/>
                <a:cs typeface="+mn-lt"/>
              </a:rPr>
              <a:t>leanings</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latter</a:t>
            </a:r>
            <a:r>
              <a:rPr lang="de-DE" sz="1200" dirty="0">
                <a:solidFill>
                  <a:srgbClr val="EAECF0"/>
                </a:solidFill>
                <a:ea typeface="+mn-lt"/>
                <a:cs typeface="+mn-lt"/>
              </a:rPr>
              <a:t> </a:t>
            </a:r>
            <a:r>
              <a:rPr lang="de-DE" sz="1200" dirty="0" err="1">
                <a:solidFill>
                  <a:srgbClr val="EAECF0"/>
                </a:solidFill>
                <a:ea typeface="+mn-lt"/>
                <a:cs typeface="+mn-lt"/>
              </a:rPr>
              <a:t>implicated</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31"/>
              </a:rPr>
              <a:t>Ridolfi plot</a:t>
            </a:r>
            <a:r>
              <a:rPr lang="de-DE" sz="1200" dirty="0">
                <a:solidFill>
                  <a:srgbClr val="EAECF0"/>
                </a:solidFill>
                <a:ea typeface="+mn-lt"/>
                <a:cs typeface="+mn-lt"/>
              </a:rPr>
              <a:t>, </a:t>
            </a:r>
            <a:r>
              <a:rPr lang="de-DE" sz="1200" dirty="0" err="1">
                <a:solidFill>
                  <a:srgbClr val="EAECF0"/>
                </a:solidFill>
                <a:ea typeface="+mn-lt"/>
                <a:cs typeface="+mn-lt"/>
              </a:rPr>
              <a:t>might</a:t>
            </a:r>
            <a:r>
              <a:rPr lang="de-DE" sz="1200" dirty="0">
                <a:solidFill>
                  <a:srgbClr val="EAECF0"/>
                </a:solidFill>
                <a:ea typeface="+mn-lt"/>
                <a:cs typeface="+mn-lt"/>
              </a:rPr>
              <a:t>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commissioned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motet</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 </a:t>
            </a:r>
            <a:r>
              <a:rPr lang="de-DE" sz="1200" dirty="0" err="1">
                <a:solidFill>
                  <a:srgbClr val="EAECF0"/>
                </a:solidFill>
                <a:ea typeface="+mn-lt"/>
                <a:cs typeface="+mn-lt"/>
              </a:rPr>
              <a:t>text</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has</a:t>
            </a:r>
            <a:r>
              <a:rPr lang="de-DE" sz="1200" dirty="0">
                <a:solidFill>
                  <a:srgbClr val="EAECF0"/>
                </a:solidFill>
                <a:ea typeface="+mn-lt"/>
                <a:cs typeface="+mn-lt"/>
              </a:rPr>
              <a:t> covert </a:t>
            </a:r>
            <a:r>
              <a:rPr lang="de-DE" sz="1200" dirty="0" err="1">
                <a:solidFill>
                  <a:srgbClr val="EAECF0"/>
                </a:solidFill>
                <a:ea typeface="+mn-lt"/>
                <a:cs typeface="+mn-lt"/>
              </a:rPr>
              <a:t>political</a:t>
            </a:r>
            <a:r>
              <a:rPr lang="de-DE" sz="1200" dirty="0">
                <a:solidFill>
                  <a:srgbClr val="EAECF0"/>
                </a:solidFill>
                <a:ea typeface="+mn-lt"/>
                <a:cs typeface="+mn-lt"/>
              </a:rPr>
              <a:t> </a:t>
            </a:r>
            <a:r>
              <a:rPr lang="de-DE" sz="1200" dirty="0" err="1">
                <a:solidFill>
                  <a:srgbClr val="EAECF0"/>
                </a:solidFill>
                <a:ea typeface="+mn-lt"/>
                <a:cs typeface="+mn-lt"/>
              </a:rPr>
              <a:t>meaning</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an </a:t>
            </a:r>
            <a:r>
              <a:rPr lang="de-DE" sz="1200" dirty="0" err="1">
                <a:solidFill>
                  <a:srgbClr val="EAECF0"/>
                </a:solidFill>
                <a:ea typeface="+mn-lt"/>
                <a:cs typeface="+mn-lt"/>
              </a:rPr>
              <a:t>allegory</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an eventual </a:t>
            </a:r>
            <a:r>
              <a:rPr lang="de-DE" sz="1200" dirty="0">
                <a:solidFill>
                  <a:srgbClr val="88A3E8"/>
                </a:solidFill>
                <a:ea typeface="+mn-lt"/>
                <a:cs typeface="+mn-lt"/>
                <a:hlinkClick r:id="rId32"/>
              </a:rPr>
              <a:t>assassination</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Elizabeth.</a:t>
            </a:r>
            <a:r>
              <a:rPr lang="de-DE" sz="1000" baseline="30000" dirty="0">
                <a:solidFill>
                  <a:srgbClr val="88A3E8"/>
                </a:solidFill>
                <a:ea typeface="+mn-lt"/>
                <a:cs typeface="+mn-lt"/>
                <a:hlinkClick r:id="rId33"/>
              </a:rPr>
              <a:t>[76]</a:t>
            </a:r>
            <a:r>
              <a:rPr lang="de-DE" sz="1200" dirty="0">
                <a:solidFill>
                  <a:srgbClr val="EAECF0"/>
                </a:solidFill>
                <a:ea typeface="+mn-lt"/>
                <a:cs typeface="+mn-lt"/>
              </a:rPr>
              <a:t> </a:t>
            </a:r>
            <a:r>
              <a:rPr lang="de-DE" sz="1200" dirty="0" err="1">
                <a:solidFill>
                  <a:srgbClr val="EAECF0"/>
                </a:solidFill>
                <a:ea typeface="+mn-lt"/>
                <a:cs typeface="+mn-lt"/>
              </a:rPr>
              <a:t>Despite</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allegorical</a:t>
            </a:r>
            <a:r>
              <a:rPr lang="de-DE" sz="1200" dirty="0">
                <a:solidFill>
                  <a:srgbClr val="EAECF0"/>
                </a:solidFill>
                <a:ea typeface="+mn-lt"/>
                <a:cs typeface="+mn-lt"/>
              </a:rPr>
              <a:t> </a:t>
            </a:r>
            <a:r>
              <a:rPr lang="de-DE" sz="1200" dirty="0" err="1">
                <a:solidFill>
                  <a:srgbClr val="EAECF0"/>
                </a:solidFill>
                <a:ea typeface="+mn-lt"/>
                <a:cs typeface="+mn-lt"/>
              </a:rPr>
              <a:t>association</a:t>
            </a:r>
            <a:r>
              <a:rPr lang="de-DE" sz="1200" dirty="0">
                <a:solidFill>
                  <a:srgbClr val="EAECF0"/>
                </a:solidFill>
                <a:ea typeface="+mn-lt"/>
                <a:cs typeface="+mn-lt"/>
              </a:rPr>
              <a:t>, and </a:t>
            </a:r>
            <a:r>
              <a:rPr lang="de-DE" sz="1200" i="1" dirty="0" err="1">
                <a:solidFill>
                  <a:srgbClr val="EAECF0"/>
                </a:solidFill>
                <a:ea typeface="+mn-lt"/>
                <a:cs typeface="+mn-lt"/>
              </a:rPr>
              <a:t>Spem</a:t>
            </a:r>
            <a:r>
              <a:rPr lang="de-DE" sz="1200" i="1" dirty="0">
                <a:solidFill>
                  <a:srgbClr val="EAECF0"/>
                </a:solidFill>
                <a:ea typeface="+mn-lt"/>
                <a:cs typeface="+mn-lt"/>
              </a:rPr>
              <a:t> in </a:t>
            </a:r>
            <a:r>
              <a:rPr lang="de-DE" sz="1200" i="1" dirty="0" err="1">
                <a:solidFill>
                  <a:srgbClr val="EAECF0"/>
                </a:solidFill>
                <a:ea typeface="+mn-lt"/>
                <a:cs typeface="+mn-lt"/>
              </a:rPr>
              <a:t>alium</a:t>
            </a:r>
            <a:r>
              <a:rPr lang="de-DE" sz="1200" dirty="0">
                <a:solidFill>
                  <a:srgbClr val="EAECF0"/>
                </a:solidFill>
                <a:ea typeface="+mn-lt"/>
                <a:cs typeface="+mn-lt"/>
              </a:rPr>
              <a:t> </a:t>
            </a:r>
            <a:r>
              <a:rPr lang="de-DE" sz="1200" dirty="0" err="1">
                <a:solidFill>
                  <a:srgbClr val="EAECF0"/>
                </a:solidFill>
                <a:ea typeface="+mn-lt"/>
                <a:cs typeface="+mn-lt"/>
              </a:rPr>
              <a:t>appearing</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34"/>
              </a:rPr>
              <a:t>Nonsuch palace</a:t>
            </a:r>
            <a:r>
              <a:rPr lang="de-DE" sz="1200" dirty="0">
                <a:solidFill>
                  <a:srgbClr val="EAECF0"/>
                </a:solidFill>
                <a:ea typeface="+mn-lt"/>
                <a:cs typeface="+mn-lt"/>
              </a:rPr>
              <a:t> </a:t>
            </a:r>
            <a:r>
              <a:rPr lang="de-DE" sz="1200" dirty="0" err="1">
                <a:solidFill>
                  <a:srgbClr val="EAECF0"/>
                </a:solidFill>
                <a:ea typeface="+mn-lt"/>
                <a:cs typeface="+mn-lt"/>
              </a:rPr>
              <a:t>catalogue</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its</a:t>
            </a:r>
            <a:r>
              <a:rPr lang="de-DE" sz="1200" dirty="0">
                <a:solidFill>
                  <a:srgbClr val="EAECF0"/>
                </a:solidFill>
                <a:ea typeface="+mn-lt"/>
                <a:cs typeface="+mn-lt"/>
              </a:rPr>
              <a:t> </a:t>
            </a:r>
            <a:r>
              <a:rPr lang="de-DE" sz="1200" dirty="0" err="1">
                <a:solidFill>
                  <a:srgbClr val="EAECF0"/>
                </a:solidFill>
                <a:ea typeface="+mn-lt"/>
                <a:cs typeface="+mn-lt"/>
              </a:rPr>
              <a:t>presumed</a:t>
            </a:r>
            <a:r>
              <a:rPr lang="de-DE" sz="1200" dirty="0">
                <a:solidFill>
                  <a:srgbClr val="EAECF0"/>
                </a:solidFill>
                <a:ea typeface="+mn-lt"/>
                <a:cs typeface="+mn-lt"/>
              </a:rPr>
              <a:t> </a:t>
            </a:r>
            <a:r>
              <a:rPr lang="de-DE" sz="1200" dirty="0" err="1">
                <a:solidFill>
                  <a:srgbClr val="EAECF0"/>
                </a:solidFill>
                <a:ea typeface="+mn-lt"/>
                <a:cs typeface="+mn-lt"/>
              </a:rPr>
              <a:t>performance</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Arundel and Norfolk in </a:t>
            </a:r>
            <a:r>
              <a:rPr lang="de-DE" sz="1200" dirty="0" err="1">
                <a:solidFill>
                  <a:srgbClr val="EAECF0"/>
                </a:solidFill>
                <a:ea typeface="+mn-lt"/>
                <a:cs typeface="+mn-lt"/>
              </a:rPr>
              <a:t>attendance</a:t>
            </a:r>
            <a:r>
              <a:rPr lang="de-DE" sz="1200" dirty="0">
                <a:solidFill>
                  <a:srgbClr val="EAECF0"/>
                </a:solidFill>
                <a:ea typeface="+mn-lt"/>
                <a:cs typeface="+mn-lt"/>
              </a:rPr>
              <a:t>, </a:t>
            </a:r>
            <a:r>
              <a:rPr lang="de-DE" sz="1200" dirty="0" err="1">
                <a:solidFill>
                  <a:srgbClr val="EAECF0"/>
                </a:solidFill>
                <a:ea typeface="+mn-lt"/>
                <a:cs typeface="+mn-lt"/>
              </a:rPr>
              <a:t>there</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no</a:t>
            </a:r>
            <a:r>
              <a:rPr lang="de-DE" sz="1200" dirty="0">
                <a:solidFill>
                  <a:srgbClr val="EAECF0"/>
                </a:solidFill>
                <a:ea typeface="+mn-lt"/>
                <a:cs typeface="+mn-lt"/>
              </a:rPr>
              <a:t> </a:t>
            </a:r>
            <a:r>
              <a:rPr lang="de-DE" sz="1200" dirty="0" err="1">
                <a:solidFill>
                  <a:srgbClr val="EAECF0"/>
                </a:solidFill>
                <a:ea typeface="+mn-lt"/>
                <a:cs typeface="+mn-lt"/>
              </a:rPr>
              <a:t>evidence</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Tallis was </a:t>
            </a:r>
            <a:r>
              <a:rPr lang="de-DE" sz="1200" dirty="0" err="1">
                <a:solidFill>
                  <a:srgbClr val="EAECF0"/>
                </a:solidFill>
                <a:ea typeface="+mn-lt"/>
                <a:cs typeface="+mn-lt"/>
              </a:rPr>
              <a:t>involved</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plot</a:t>
            </a:r>
            <a:r>
              <a:rPr lang="de-DE" sz="1200" dirty="0">
                <a:solidFill>
                  <a:srgbClr val="EAECF0"/>
                </a:solidFill>
                <a:ea typeface="+mn-lt"/>
                <a:cs typeface="+mn-lt"/>
              </a:rPr>
              <a:t> </a:t>
            </a:r>
            <a:r>
              <a:rPr lang="de-DE" sz="1200" dirty="0" err="1">
                <a:solidFill>
                  <a:srgbClr val="EAECF0"/>
                </a:solidFill>
                <a:ea typeface="+mn-lt"/>
                <a:cs typeface="+mn-lt"/>
              </a:rPr>
              <a:t>himself</a:t>
            </a:r>
            <a:r>
              <a:rPr lang="de-DE" sz="1200" dirty="0">
                <a:solidFill>
                  <a:srgbClr val="EAECF0"/>
                </a:solidFill>
                <a:ea typeface="+mn-lt"/>
                <a:cs typeface="+mn-lt"/>
              </a:rPr>
              <a:t>.</a:t>
            </a:r>
            <a:r>
              <a:rPr lang="de-DE" sz="1000" baseline="30000" dirty="0">
                <a:solidFill>
                  <a:srgbClr val="88A3E8"/>
                </a:solidFill>
                <a:ea typeface="+mn-lt"/>
                <a:cs typeface="+mn-lt"/>
                <a:hlinkClick r:id="rId35"/>
              </a:rPr>
              <a:t>[77]</a:t>
            </a:r>
            <a:r>
              <a:rPr lang="de-DE" sz="1200" dirty="0">
                <a:solidFill>
                  <a:srgbClr val="EAECF0"/>
                </a:solidFill>
                <a:ea typeface="+mn-lt"/>
                <a:cs typeface="+mn-lt"/>
              </a:rPr>
              <a:t> </a:t>
            </a:r>
            <a:r>
              <a:rPr lang="de-DE" sz="1200" i="1" dirty="0" err="1">
                <a:solidFill>
                  <a:srgbClr val="EAECF0"/>
                </a:solidFill>
                <a:ea typeface="+mn-lt"/>
                <a:cs typeface="+mn-lt"/>
              </a:rPr>
              <a:t>Spem</a:t>
            </a:r>
            <a:r>
              <a:rPr lang="de-DE" sz="1200" i="1" dirty="0">
                <a:solidFill>
                  <a:srgbClr val="EAECF0"/>
                </a:solidFill>
                <a:ea typeface="+mn-lt"/>
                <a:cs typeface="+mn-lt"/>
              </a:rPr>
              <a:t> in </a:t>
            </a:r>
            <a:r>
              <a:rPr lang="de-DE" sz="1200" i="1" dirty="0" err="1">
                <a:solidFill>
                  <a:srgbClr val="EAECF0"/>
                </a:solidFill>
                <a:ea typeface="+mn-lt"/>
                <a:cs typeface="+mn-lt"/>
              </a:rPr>
              <a:t>alium</a:t>
            </a:r>
            <a:r>
              <a:rPr lang="de-DE" sz="1200" dirty="0">
                <a:solidFill>
                  <a:srgbClr val="EAECF0"/>
                </a:solidFill>
                <a:ea typeface="+mn-lt"/>
                <a:cs typeface="+mn-lt"/>
              </a:rPr>
              <a:t> </a:t>
            </a:r>
            <a:r>
              <a:rPr lang="de-DE" sz="1200" dirty="0" err="1">
                <a:solidFill>
                  <a:srgbClr val="EAECF0"/>
                </a:solidFill>
                <a:ea typeface="+mn-lt"/>
                <a:cs typeface="+mn-lt"/>
              </a:rPr>
              <a:t>has</a:t>
            </a:r>
            <a:r>
              <a:rPr lang="de-DE" sz="1200" dirty="0">
                <a:solidFill>
                  <a:srgbClr val="EAECF0"/>
                </a:solidFill>
                <a:ea typeface="+mn-lt"/>
                <a:cs typeface="+mn-lt"/>
              </a:rPr>
              <a:t> </a:t>
            </a:r>
            <a:r>
              <a:rPr lang="de-DE" sz="1200" dirty="0" err="1">
                <a:solidFill>
                  <a:srgbClr val="EAECF0"/>
                </a:solidFill>
                <a:ea typeface="+mn-lt"/>
                <a:cs typeface="+mn-lt"/>
              </a:rPr>
              <a:t>unique</a:t>
            </a:r>
            <a:r>
              <a:rPr lang="de-DE" sz="1200" dirty="0">
                <a:solidFill>
                  <a:srgbClr val="EAECF0"/>
                </a:solidFill>
                <a:ea typeface="+mn-lt"/>
                <a:cs typeface="+mn-lt"/>
              </a:rPr>
              <a:t> </a:t>
            </a:r>
            <a:r>
              <a:rPr lang="de-DE" sz="1200" dirty="0" err="1">
                <a:solidFill>
                  <a:srgbClr val="EAECF0"/>
                </a:solidFill>
                <a:ea typeface="+mn-lt"/>
                <a:cs typeface="+mn-lt"/>
              </a:rPr>
              <a:t>numerology</a:t>
            </a:r>
            <a:r>
              <a:rPr lang="de-DE" sz="1200" dirty="0">
                <a:solidFill>
                  <a:srgbClr val="EAECF0"/>
                </a:solidFill>
                <a:ea typeface="+mn-lt"/>
                <a:cs typeface="+mn-lt"/>
              </a:rPr>
              <a:t>: </a:t>
            </a:r>
            <a:r>
              <a:rPr lang="de-DE" sz="1200" dirty="0" err="1">
                <a:solidFill>
                  <a:srgbClr val="EAECF0"/>
                </a:solidFill>
                <a:ea typeface="+mn-lt"/>
                <a:cs typeface="+mn-lt"/>
              </a:rPr>
              <a:t>there</a:t>
            </a:r>
            <a:r>
              <a:rPr lang="de-DE" sz="1200" dirty="0">
                <a:solidFill>
                  <a:srgbClr val="EAECF0"/>
                </a:solidFill>
                <a:ea typeface="+mn-lt"/>
                <a:cs typeface="+mn-lt"/>
              </a:rPr>
              <a:t> </a:t>
            </a:r>
            <a:r>
              <a:rPr lang="de-DE" sz="1200" dirty="0" err="1">
                <a:solidFill>
                  <a:srgbClr val="EAECF0"/>
                </a:solidFill>
                <a:ea typeface="+mn-lt"/>
                <a:cs typeface="+mn-lt"/>
              </a:rPr>
              <a:t>are</a:t>
            </a:r>
            <a:r>
              <a:rPr lang="de-DE" sz="1200" dirty="0">
                <a:solidFill>
                  <a:srgbClr val="EAECF0"/>
                </a:solidFill>
                <a:ea typeface="+mn-lt"/>
                <a:cs typeface="+mn-lt"/>
              </a:rPr>
              <a:t> 40 </a:t>
            </a:r>
            <a:r>
              <a:rPr lang="de-DE" sz="1200" dirty="0" err="1">
                <a:solidFill>
                  <a:srgbClr val="EAECF0"/>
                </a:solidFill>
                <a:ea typeface="+mn-lt"/>
                <a:cs typeface="+mn-lt"/>
              </a:rPr>
              <a:t>voices</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a:solidFill>
                  <a:srgbClr val="88A3E8"/>
                </a:solidFill>
                <a:ea typeface="+mn-lt"/>
                <a:cs typeface="+mn-lt"/>
                <a:hlinkClick r:id="rId36"/>
              </a:rPr>
              <a:t>40 days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Christ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Desert</a:t>
            </a:r>
            <a:r>
              <a:rPr lang="de-DE" sz="1200" dirty="0">
                <a:solidFill>
                  <a:srgbClr val="EAECF0"/>
                </a:solidFill>
                <a:ea typeface="+mn-lt"/>
                <a:cs typeface="+mn-lt"/>
              </a:rPr>
              <a:t>, and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motet's</a:t>
            </a:r>
            <a:r>
              <a:rPr lang="de-DE" sz="1200" dirty="0">
                <a:solidFill>
                  <a:srgbClr val="EAECF0"/>
                </a:solidFill>
                <a:ea typeface="+mn-lt"/>
                <a:cs typeface="+mn-lt"/>
              </a:rPr>
              <a:t> </a:t>
            </a:r>
            <a:r>
              <a:rPr lang="de-DE" sz="1200" dirty="0" err="1">
                <a:solidFill>
                  <a:srgbClr val="EAECF0"/>
                </a:solidFill>
                <a:ea typeface="+mn-lt"/>
                <a:cs typeface="+mn-lt"/>
              </a:rPr>
              <a:t>length</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69 </a:t>
            </a:r>
            <a:r>
              <a:rPr lang="de-DE" sz="1200" dirty="0">
                <a:solidFill>
                  <a:srgbClr val="88A3E8"/>
                </a:solidFill>
                <a:ea typeface="+mn-lt"/>
                <a:cs typeface="+mn-lt"/>
                <a:hlinkClick r:id="rId37"/>
              </a:rPr>
              <a:t>'longs'</a:t>
            </a:r>
            <a:r>
              <a:rPr lang="de-DE" sz="1200" dirty="0">
                <a:solidFill>
                  <a:srgbClr val="EAECF0"/>
                </a:solidFill>
                <a:ea typeface="+mn-lt"/>
                <a:cs typeface="+mn-lt"/>
              </a:rPr>
              <a:t> </a:t>
            </a:r>
            <a:r>
              <a:rPr lang="de-DE" sz="1200" dirty="0" err="1">
                <a:solidFill>
                  <a:srgbClr val="EAECF0"/>
                </a:solidFill>
                <a:ea typeface="+mn-lt"/>
                <a:cs typeface="+mn-lt"/>
              </a:rPr>
              <a:t>adds</a:t>
            </a:r>
            <a:r>
              <a:rPr lang="de-DE" sz="1200" dirty="0">
                <a:solidFill>
                  <a:srgbClr val="EAECF0"/>
                </a:solidFill>
                <a:ea typeface="+mn-lt"/>
                <a:cs typeface="+mn-lt"/>
              </a:rPr>
              <a:t> </a:t>
            </a:r>
            <a:r>
              <a:rPr lang="de-DE" sz="1200" dirty="0" err="1">
                <a:solidFill>
                  <a:srgbClr val="EAECF0"/>
                </a:solidFill>
                <a:ea typeface="+mn-lt"/>
                <a:cs typeface="+mn-lt"/>
              </a:rPr>
              <a:t>up</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T-A-L-L-I-S in </a:t>
            </a:r>
            <a:r>
              <a:rPr lang="de-DE" sz="1200" dirty="0" err="1">
                <a:solidFill>
                  <a:srgbClr val="EAECF0"/>
                </a:solidFill>
                <a:ea typeface="+mn-lt"/>
                <a:cs typeface="+mn-lt"/>
              </a:rPr>
              <a:t>Latin</a:t>
            </a:r>
            <a:r>
              <a:rPr lang="de-DE" sz="1200" dirty="0">
                <a:solidFill>
                  <a:srgbClr val="EAECF0"/>
                </a:solidFill>
                <a:ea typeface="+mn-lt"/>
                <a:cs typeface="+mn-lt"/>
              </a:rPr>
              <a:t> </a:t>
            </a:r>
            <a:r>
              <a:rPr lang="de-DE" sz="1200" dirty="0" err="1">
                <a:solidFill>
                  <a:srgbClr val="EAECF0"/>
                </a:solidFill>
                <a:ea typeface="+mn-lt"/>
                <a:cs typeface="+mn-lt"/>
              </a:rPr>
              <a:t>letters</a:t>
            </a:r>
            <a:r>
              <a:rPr lang="de-DE" sz="1200" dirty="0">
                <a:solidFill>
                  <a:srgbClr val="EAECF0"/>
                </a:solidFill>
                <a:ea typeface="+mn-lt"/>
                <a:cs typeface="+mn-lt"/>
              </a:rPr>
              <a:t>.</a:t>
            </a:r>
            <a:r>
              <a:rPr lang="de-DE" sz="1000" baseline="30000" dirty="0">
                <a:solidFill>
                  <a:srgbClr val="88A3E8"/>
                </a:solidFill>
                <a:ea typeface="+mn-lt"/>
                <a:cs typeface="+mn-lt"/>
                <a:hlinkClick r:id="rId38"/>
              </a:rPr>
              <a:t>[78]</a:t>
            </a:r>
            <a:endParaRPr lang="de-DE">
              <a:ea typeface="+mn-lt"/>
              <a:cs typeface="+mn-lt"/>
            </a:endParaRPr>
          </a:p>
          <a:p>
            <a:endParaRPr lang="de-DE" dirty="0"/>
          </a:p>
        </p:txBody>
      </p:sp>
    </p:spTree>
    <p:extLst>
      <p:ext uri="{BB962C8B-B14F-4D97-AF65-F5344CB8AC3E}">
        <p14:creationId xmlns:p14="http://schemas.microsoft.com/office/powerpoint/2010/main" val="42169442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C829A3-D339-936E-C77B-3C08B3D956DD}"/>
              </a:ext>
            </a:extLst>
          </p:cNvPr>
          <p:cNvSpPr>
            <a:spLocks noGrp="1"/>
          </p:cNvSpPr>
          <p:nvPr>
            <p:ph type="title"/>
          </p:nvPr>
        </p:nvSpPr>
        <p:spPr/>
        <p:txBody>
          <a:bodyPr/>
          <a:lstStyle/>
          <a:p>
            <a:r>
              <a:rPr lang="de-DE" sz="4000" dirty="0">
                <a:solidFill>
                  <a:srgbClr val="F8F9FA"/>
                </a:solidFill>
                <a:ea typeface="+mj-lt"/>
                <a:cs typeface="+mj-lt"/>
              </a:rPr>
              <a:t>Late </a:t>
            </a:r>
            <a:r>
              <a:rPr lang="de-DE" sz="4000" err="1">
                <a:solidFill>
                  <a:srgbClr val="F8F9FA"/>
                </a:solidFill>
                <a:ea typeface="+mj-lt"/>
                <a:cs typeface="+mj-lt"/>
              </a:rPr>
              <a:t>Elizabethan</a:t>
            </a:r>
            <a:r>
              <a:rPr lang="de-DE" sz="4000" dirty="0">
                <a:solidFill>
                  <a:srgbClr val="F8F9FA"/>
                </a:solidFill>
                <a:ea typeface="+mj-lt"/>
                <a:cs typeface="+mj-lt"/>
              </a:rPr>
              <a:t> Works</a:t>
            </a:r>
            <a:endParaRPr lang="de-DE" sz="3200" dirty="0"/>
          </a:p>
        </p:txBody>
      </p:sp>
      <p:sp>
        <p:nvSpPr>
          <p:cNvPr id="3" name="Inhaltsplatzhalter 2">
            <a:extLst>
              <a:ext uri="{FF2B5EF4-FFF2-40B4-BE49-F238E27FC236}">
                <a16:creationId xmlns:a16="http://schemas.microsoft.com/office/drawing/2014/main" id="{4134337C-C20B-8950-24D1-39CD5E199149}"/>
              </a:ext>
            </a:extLst>
          </p:cNvPr>
          <p:cNvSpPr>
            <a:spLocks noGrp="1"/>
          </p:cNvSpPr>
          <p:nvPr>
            <p:ph idx="1"/>
          </p:nvPr>
        </p:nvSpPr>
        <p:spPr/>
        <p:txBody>
          <a:bodyPr vert="horz" lIns="91440" tIns="45720" rIns="91440" bIns="45720" rtlCol="0" anchor="t">
            <a:normAutofit/>
          </a:bodyPr>
          <a:lstStyle/>
          <a:p>
            <a:r>
              <a:rPr lang="de-DE" sz="1200" dirty="0" err="1">
                <a:solidFill>
                  <a:srgbClr val="EAECF0"/>
                </a:solidFill>
                <a:ea typeface="+mn-lt"/>
                <a:cs typeface="+mn-lt"/>
              </a:rPr>
              <a:t>Toward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end</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life</a:t>
            </a:r>
            <a:r>
              <a:rPr lang="de-DE" sz="1200" dirty="0">
                <a:solidFill>
                  <a:srgbClr val="EAECF0"/>
                </a:solidFill>
                <a:ea typeface="+mn-lt"/>
                <a:cs typeface="+mn-lt"/>
              </a:rPr>
              <a:t>, Tallis </a:t>
            </a:r>
            <a:r>
              <a:rPr lang="de-DE" sz="1200" dirty="0" err="1">
                <a:solidFill>
                  <a:srgbClr val="EAECF0"/>
                </a:solidFill>
                <a:ea typeface="+mn-lt"/>
                <a:cs typeface="+mn-lt"/>
              </a:rPr>
              <a:t>continued</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innovate</a:t>
            </a:r>
            <a:r>
              <a:rPr lang="de-DE" sz="1200" dirty="0">
                <a:solidFill>
                  <a:srgbClr val="EAECF0"/>
                </a:solidFill>
                <a:ea typeface="+mn-lt"/>
                <a:cs typeface="+mn-lt"/>
              </a:rPr>
              <a:t>. </a:t>
            </a:r>
            <a:r>
              <a:rPr lang="de-DE" sz="1200" dirty="0" err="1">
                <a:solidFill>
                  <a:srgbClr val="EAECF0"/>
                </a:solidFill>
                <a:ea typeface="+mn-lt"/>
                <a:cs typeface="+mn-lt"/>
              </a:rPr>
              <a:t>Two</a:t>
            </a:r>
            <a:r>
              <a:rPr lang="de-DE" sz="1200" dirty="0">
                <a:solidFill>
                  <a:srgbClr val="EAECF0"/>
                </a:solidFill>
                <a:ea typeface="+mn-lt"/>
                <a:cs typeface="+mn-lt"/>
              </a:rPr>
              <a:t> large-</a:t>
            </a:r>
            <a:r>
              <a:rPr lang="de-DE" sz="1200" dirty="0" err="1">
                <a:solidFill>
                  <a:srgbClr val="EAECF0"/>
                </a:solidFill>
                <a:ea typeface="+mn-lt"/>
                <a:cs typeface="+mn-lt"/>
              </a:rPr>
              <a:t>scale</a:t>
            </a:r>
            <a:r>
              <a:rPr lang="de-DE" sz="1200" dirty="0">
                <a:solidFill>
                  <a:srgbClr val="EAECF0"/>
                </a:solidFill>
                <a:ea typeface="+mn-lt"/>
                <a:cs typeface="+mn-lt"/>
              </a:rPr>
              <a:t> </a:t>
            </a:r>
            <a:r>
              <a:rPr lang="de-DE" sz="1200" dirty="0" err="1">
                <a:solidFill>
                  <a:srgbClr val="EAECF0"/>
                </a:solidFill>
                <a:ea typeface="+mn-lt"/>
                <a:cs typeface="+mn-lt"/>
              </a:rPr>
              <a:t>keyboard</a:t>
            </a:r>
            <a:r>
              <a:rPr lang="de-DE" sz="1200" dirty="0">
                <a:solidFill>
                  <a:srgbClr val="EAECF0"/>
                </a:solidFill>
                <a:ea typeface="+mn-lt"/>
                <a:cs typeface="+mn-lt"/>
              </a:rPr>
              <a:t>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i="1" dirty="0">
                <a:solidFill>
                  <a:srgbClr val="EAECF0"/>
                </a:solidFill>
                <a:ea typeface="+mn-lt"/>
                <a:cs typeface="+mn-lt"/>
              </a:rPr>
              <a:t>Felix </a:t>
            </a:r>
            <a:r>
              <a:rPr lang="de-DE" sz="1200" i="1" dirty="0" err="1">
                <a:solidFill>
                  <a:srgbClr val="EAECF0"/>
                </a:solidFill>
                <a:ea typeface="+mn-lt"/>
                <a:cs typeface="+mn-lt"/>
              </a:rPr>
              <a:t>namque</a:t>
            </a:r>
            <a:r>
              <a:rPr lang="de-DE" sz="1200" i="1" dirty="0">
                <a:solidFill>
                  <a:srgbClr val="EAECF0"/>
                </a:solidFill>
                <a:ea typeface="+mn-lt"/>
                <a:cs typeface="+mn-lt"/>
              </a:rPr>
              <a:t> I</a:t>
            </a:r>
            <a:r>
              <a:rPr lang="de-DE" sz="1200" dirty="0">
                <a:solidFill>
                  <a:srgbClr val="EAECF0"/>
                </a:solidFill>
                <a:ea typeface="+mn-lt"/>
                <a:cs typeface="+mn-lt"/>
              </a:rPr>
              <a:t> and </a:t>
            </a:r>
            <a:r>
              <a:rPr lang="de-DE" sz="1200" i="1" dirty="0">
                <a:solidFill>
                  <a:srgbClr val="EAECF0"/>
                </a:solidFill>
                <a:ea typeface="+mn-lt"/>
                <a:cs typeface="+mn-lt"/>
              </a:rPr>
              <a:t>Felix </a:t>
            </a:r>
            <a:r>
              <a:rPr lang="de-DE" sz="1200" i="1" dirty="0" err="1">
                <a:solidFill>
                  <a:srgbClr val="EAECF0"/>
                </a:solidFill>
                <a:ea typeface="+mn-lt"/>
                <a:cs typeface="+mn-lt"/>
              </a:rPr>
              <a:t>namque</a:t>
            </a:r>
            <a:r>
              <a:rPr lang="de-DE" sz="1200" i="1" dirty="0">
                <a:solidFill>
                  <a:srgbClr val="EAECF0"/>
                </a:solidFill>
                <a:ea typeface="+mn-lt"/>
                <a:cs typeface="+mn-lt"/>
              </a:rPr>
              <a:t> II</a:t>
            </a:r>
            <a:r>
              <a:rPr lang="de-DE" sz="1200" dirty="0">
                <a:solidFill>
                  <a:srgbClr val="EAECF0"/>
                </a:solidFill>
                <a:ea typeface="+mn-lt"/>
                <a:cs typeface="+mn-lt"/>
              </a:rPr>
              <a:t>, </a:t>
            </a:r>
            <a:r>
              <a:rPr lang="de-DE" sz="1200" dirty="0" err="1">
                <a:solidFill>
                  <a:srgbClr val="EAECF0"/>
                </a:solidFill>
                <a:ea typeface="+mn-lt"/>
                <a:cs typeface="+mn-lt"/>
              </a:rPr>
              <a:t>can</a:t>
            </a:r>
            <a:r>
              <a:rPr lang="de-DE" sz="1200" dirty="0">
                <a:solidFill>
                  <a:srgbClr val="EAECF0"/>
                </a:solidFill>
                <a:ea typeface="+mn-lt"/>
                <a:cs typeface="+mn-lt"/>
              </a:rPr>
              <a:t> </a:t>
            </a:r>
            <a:r>
              <a:rPr lang="de-DE" sz="1200" dirty="0" err="1">
                <a:solidFill>
                  <a:srgbClr val="EAECF0"/>
                </a:solidFill>
                <a:ea typeface="+mn-lt"/>
                <a:cs typeface="+mn-lt"/>
              </a:rPr>
              <a:t>be</a:t>
            </a:r>
            <a:r>
              <a:rPr lang="de-DE" sz="1200" dirty="0">
                <a:solidFill>
                  <a:srgbClr val="EAECF0"/>
                </a:solidFill>
                <a:ea typeface="+mn-lt"/>
                <a:cs typeface="+mn-lt"/>
              </a:rPr>
              <a:t> </a:t>
            </a:r>
            <a:r>
              <a:rPr lang="de-DE" sz="1200" dirty="0" err="1">
                <a:solidFill>
                  <a:srgbClr val="EAECF0"/>
                </a:solidFill>
                <a:ea typeface="+mn-lt"/>
                <a:cs typeface="+mn-lt"/>
              </a:rPr>
              <a:t>found</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2"/>
              </a:rPr>
              <a:t>Fitzwilliam Virginal Book (FVB 109 &amp; FVB 110)</a:t>
            </a:r>
            <a:r>
              <a:rPr lang="de-DE" sz="1200" dirty="0">
                <a:solidFill>
                  <a:srgbClr val="EAECF0"/>
                </a:solidFill>
                <a:ea typeface="+mn-lt"/>
                <a:cs typeface="+mn-lt"/>
              </a:rPr>
              <a:t> and </a:t>
            </a:r>
            <a:r>
              <a:rPr lang="de-DE" sz="1200" dirty="0" err="1">
                <a:solidFill>
                  <a:srgbClr val="EAECF0"/>
                </a:solidFill>
                <a:ea typeface="+mn-lt"/>
                <a:cs typeface="+mn-lt"/>
              </a:rPr>
              <a:t>are</a:t>
            </a:r>
            <a:r>
              <a:rPr lang="de-DE" sz="1200" dirty="0">
                <a:solidFill>
                  <a:srgbClr val="EAECF0"/>
                </a:solidFill>
                <a:ea typeface="+mn-lt"/>
                <a:cs typeface="+mn-lt"/>
              </a:rPr>
              <a:t> </a:t>
            </a:r>
            <a:r>
              <a:rPr lang="de-DE" sz="1200" dirty="0" err="1">
                <a:solidFill>
                  <a:srgbClr val="EAECF0"/>
                </a:solidFill>
                <a:ea typeface="+mn-lt"/>
                <a:cs typeface="+mn-lt"/>
              </a:rPr>
              <a:t>composed</a:t>
            </a:r>
            <a:r>
              <a:rPr lang="de-DE" sz="1200" dirty="0">
                <a:solidFill>
                  <a:srgbClr val="EAECF0"/>
                </a:solidFill>
                <a:ea typeface="+mn-lt"/>
                <a:cs typeface="+mn-lt"/>
              </a:rPr>
              <a:t> in a </a:t>
            </a:r>
            <a:r>
              <a:rPr lang="de-DE" sz="1200" dirty="0" err="1">
                <a:solidFill>
                  <a:srgbClr val="EAECF0"/>
                </a:solidFill>
                <a:ea typeface="+mn-lt"/>
                <a:cs typeface="+mn-lt"/>
              </a:rPr>
              <a:t>virtuosic</a:t>
            </a:r>
            <a:r>
              <a:rPr lang="de-DE" sz="1200" dirty="0">
                <a:solidFill>
                  <a:srgbClr val="EAECF0"/>
                </a:solidFill>
                <a:ea typeface="+mn-lt"/>
                <a:cs typeface="+mn-lt"/>
              </a:rPr>
              <a:t> </a:t>
            </a:r>
            <a:r>
              <a:rPr lang="de-DE" sz="1200" dirty="0" err="1">
                <a:solidFill>
                  <a:srgbClr val="EAECF0"/>
                </a:solidFill>
                <a:ea typeface="+mn-lt"/>
                <a:cs typeface="+mn-lt"/>
              </a:rPr>
              <a:t>manner</a:t>
            </a:r>
            <a:r>
              <a:rPr lang="de-DE" sz="1200" dirty="0">
                <a:solidFill>
                  <a:srgbClr val="EAECF0"/>
                </a:solidFill>
                <a:ea typeface="+mn-lt"/>
                <a:cs typeface="+mn-lt"/>
              </a:rPr>
              <a:t> </a:t>
            </a:r>
            <a:r>
              <a:rPr lang="de-DE" sz="1200" dirty="0" err="1">
                <a:solidFill>
                  <a:srgbClr val="EAECF0"/>
                </a:solidFill>
                <a:ea typeface="+mn-lt"/>
                <a:cs typeface="+mn-lt"/>
              </a:rPr>
              <a:t>unparalleled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err="1">
                <a:solidFill>
                  <a:srgbClr val="EAECF0"/>
                </a:solidFill>
                <a:ea typeface="+mn-lt"/>
                <a:cs typeface="+mn-lt"/>
              </a:rPr>
              <a:t>any</a:t>
            </a:r>
            <a:r>
              <a:rPr lang="de-DE" sz="1200" dirty="0">
                <a:solidFill>
                  <a:srgbClr val="EAECF0"/>
                </a:solidFill>
                <a:ea typeface="+mn-lt"/>
                <a:cs typeface="+mn-lt"/>
              </a:rPr>
              <a:t> </a:t>
            </a:r>
            <a:r>
              <a:rPr lang="de-DE" sz="1200" dirty="0" err="1">
                <a:solidFill>
                  <a:srgbClr val="EAECF0"/>
                </a:solidFill>
                <a:ea typeface="+mn-lt"/>
                <a:cs typeface="+mn-lt"/>
              </a:rPr>
              <a:t>other</a:t>
            </a:r>
            <a:r>
              <a:rPr lang="de-DE" sz="1200" dirty="0">
                <a:solidFill>
                  <a:srgbClr val="EAECF0"/>
                </a:solidFill>
                <a:ea typeface="+mn-lt"/>
                <a:cs typeface="+mn-lt"/>
              </a:rPr>
              <a:t> European </a:t>
            </a:r>
            <a:r>
              <a:rPr lang="de-DE" sz="1200" dirty="0" err="1">
                <a:solidFill>
                  <a:srgbClr val="EAECF0"/>
                </a:solidFill>
                <a:ea typeface="+mn-lt"/>
                <a:cs typeface="+mn-lt"/>
              </a:rPr>
              <a:t>keyboard</a:t>
            </a:r>
            <a:r>
              <a:rPr lang="de-DE" sz="1200" dirty="0">
                <a:solidFill>
                  <a:srgbClr val="EAECF0"/>
                </a:solidFill>
                <a:ea typeface="+mn-lt"/>
                <a:cs typeface="+mn-lt"/>
              </a:rPr>
              <a:t> </a:t>
            </a:r>
            <a:r>
              <a:rPr lang="de-DE" sz="1200" dirty="0" err="1">
                <a:solidFill>
                  <a:srgbClr val="EAECF0"/>
                </a:solidFill>
                <a:ea typeface="+mn-lt"/>
                <a:cs typeface="+mn-lt"/>
              </a:rPr>
              <a:t>tradition</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period</a:t>
            </a:r>
            <a:r>
              <a:rPr lang="de-DE" sz="1200" dirty="0">
                <a:solidFill>
                  <a:srgbClr val="EAECF0"/>
                </a:solidFill>
                <a:ea typeface="+mn-lt"/>
                <a:cs typeface="+mn-lt"/>
              </a:rPr>
              <a:t>.</a:t>
            </a:r>
            <a:r>
              <a:rPr lang="de-DE" sz="1000" baseline="30000" dirty="0">
                <a:solidFill>
                  <a:srgbClr val="88A3E8"/>
                </a:solidFill>
                <a:ea typeface="+mn-lt"/>
                <a:cs typeface="+mn-lt"/>
                <a:hlinkClick r:id="rId3"/>
              </a:rPr>
              <a:t>[79][80]</a:t>
            </a:r>
            <a:r>
              <a:rPr lang="de-DE" sz="1200" dirty="0">
                <a:solidFill>
                  <a:srgbClr val="EAECF0"/>
                </a:solidFill>
                <a:ea typeface="+mn-lt"/>
                <a:cs typeface="+mn-lt"/>
              </a:rPr>
              <a:t> Tallis' </a:t>
            </a:r>
            <a:r>
              <a:rPr lang="de-DE" sz="1200" dirty="0" err="1">
                <a:solidFill>
                  <a:srgbClr val="EAECF0"/>
                </a:solidFill>
                <a:ea typeface="+mn-lt"/>
                <a:cs typeface="+mn-lt"/>
              </a:rPr>
              <a:t>secular</a:t>
            </a:r>
            <a:r>
              <a:rPr lang="de-DE" sz="1200" dirty="0">
                <a:solidFill>
                  <a:srgbClr val="EAECF0"/>
                </a:solidFill>
                <a:ea typeface="+mn-lt"/>
                <a:cs typeface="+mn-lt"/>
              </a:rPr>
              <a:t> </a:t>
            </a:r>
            <a:r>
              <a:rPr lang="de-DE" sz="1200" dirty="0" err="1">
                <a:solidFill>
                  <a:srgbClr val="EAECF0"/>
                </a:solidFill>
                <a:ea typeface="+mn-lt"/>
                <a:cs typeface="+mn-lt"/>
              </a:rPr>
              <a:t>output</a:t>
            </a:r>
            <a:r>
              <a:rPr lang="de-DE" sz="1200" dirty="0">
                <a:solidFill>
                  <a:srgbClr val="EAECF0"/>
                </a:solidFill>
                <a:ea typeface="+mn-lt"/>
                <a:cs typeface="+mn-lt"/>
              </a:rPr>
              <a:t> </a:t>
            </a:r>
            <a:r>
              <a:rPr lang="de-DE" sz="1200" dirty="0" err="1">
                <a:solidFill>
                  <a:srgbClr val="EAECF0"/>
                </a:solidFill>
                <a:ea typeface="+mn-lt"/>
                <a:cs typeface="+mn-lt"/>
              </a:rPr>
              <a:t>increased</a:t>
            </a:r>
            <a:r>
              <a:rPr lang="de-DE" sz="1200" dirty="0">
                <a:solidFill>
                  <a:srgbClr val="EAECF0"/>
                </a:solidFill>
                <a:ea typeface="+mn-lt"/>
                <a:cs typeface="+mn-lt"/>
              </a:rPr>
              <a:t> </a:t>
            </a:r>
            <a:r>
              <a:rPr lang="de-DE" sz="1200" dirty="0" err="1">
                <a:solidFill>
                  <a:srgbClr val="EAECF0"/>
                </a:solidFill>
                <a:ea typeface="+mn-lt"/>
                <a:cs typeface="+mn-lt"/>
              </a:rPr>
              <a:t>towards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end</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compositional</a:t>
            </a:r>
            <a:r>
              <a:rPr lang="de-DE" sz="1200" dirty="0">
                <a:solidFill>
                  <a:srgbClr val="EAECF0"/>
                </a:solidFill>
                <a:ea typeface="+mn-lt"/>
                <a:cs typeface="+mn-lt"/>
              </a:rPr>
              <a:t> </a:t>
            </a:r>
            <a:r>
              <a:rPr lang="de-DE" sz="1200" dirty="0" err="1">
                <a:solidFill>
                  <a:srgbClr val="EAECF0"/>
                </a:solidFill>
                <a:ea typeface="+mn-lt"/>
                <a:cs typeface="+mn-lt"/>
              </a:rPr>
              <a:t>career</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he </a:t>
            </a:r>
            <a:r>
              <a:rPr lang="de-DE" sz="1200" dirty="0" err="1">
                <a:solidFill>
                  <a:srgbClr val="EAECF0"/>
                </a:solidFill>
                <a:ea typeface="+mn-lt"/>
                <a:cs typeface="+mn-lt"/>
              </a:rPr>
              <a:t>produced</a:t>
            </a:r>
            <a:r>
              <a:rPr lang="de-DE" sz="1200" dirty="0">
                <a:solidFill>
                  <a:srgbClr val="EAECF0"/>
                </a:solidFill>
                <a:ea typeface="+mn-lt"/>
                <a:cs typeface="+mn-lt"/>
              </a:rPr>
              <a:t> </a:t>
            </a:r>
            <a:r>
              <a:rPr lang="de-DE" sz="1200" dirty="0" err="1">
                <a:solidFill>
                  <a:srgbClr val="EAECF0"/>
                </a:solidFill>
                <a:ea typeface="+mn-lt"/>
                <a:cs typeface="+mn-lt"/>
              </a:rPr>
              <a:t>two</a:t>
            </a:r>
            <a:r>
              <a:rPr lang="de-DE" sz="1200" dirty="0">
                <a:solidFill>
                  <a:srgbClr val="EAECF0"/>
                </a:solidFill>
                <a:ea typeface="+mn-lt"/>
                <a:cs typeface="+mn-lt"/>
              </a:rPr>
              <a:t> </a:t>
            </a:r>
            <a:r>
              <a:rPr lang="de-DE" sz="1200" i="1" dirty="0">
                <a:solidFill>
                  <a:srgbClr val="88A3E8"/>
                </a:solidFill>
                <a:ea typeface="+mn-lt"/>
                <a:cs typeface="+mn-lt"/>
                <a:hlinkClick r:id="rId4"/>
              </a:rPr>
              <a:t>In Nomines</a:t>
            </a:r>
            <a:r>
              <a:rPr lang="de-DE" sz="1200" i="1" dirty="0">
                <a:solidFill>
                  <a:srgbClr val="EAECF0"/>
                </a:solidFill>
                <a:ea typeface="+mn-lt"/>
                <a:cs typeface="+mn-lt"/>
              </a:rPr>
              <a:t>,</a:t>
            </a:r>
            <a:r>
              <a:rPr lang="de-DE" sz="1200" dirty="0">
                <a:solidFill>
                  <a:srgbClr val="EAECF0"/>
                </a:solidFill>
                <a:ea typeface="+mn-lt"/>
                <a:cs typeface="+mn-lt"/>
              </a:rPr>
              <a:t> a </a:t>
            </a:r>
            <a:r>
              <a:rPr lang="de-DE" sz="1200" i="1" dirty="0">
                <a:solidFill>
                  <a:srgbClr val="88A3E8"/>
                </a:solidFill>
                <a:ea typeface="+mn-lt"/>
                <a:cs typeface="+mn-lt"/>
                <a:hlinkClick r:id="rId5"/>
              </a:rPr>
              <a:t>Fantasy</a:t>
            </a:r>
            <a:r>
              <a:rPr lang="de-DE" sz="1200" dirty="0">
                <a:solidFill>
                  <a:srgbClr val="EAECF0"/>
                </a:solidFill>
                <a:ea typeface="+mn-lt"/>
                <a:cs typeface="+mn-lt"/>
              </a:rPr>
              <a:t>, a </a:t>
            </a:r>
            <a:r>
              <a:rPr lang="de-DE" sz="1200" i="1" dirty="0" err="1">
                <a:solidFill>
                  <a:srgbClr val="EAECF0"/>
                </a:solidFill>
                <a:ea typeface="+mn-lt"/>
                <a:cs typeface="+mn-lt"/>
              </a:rPr>
              <a:t>Solfing</a:t>
            </a:r>
            <a:r>
              <a:rPr lang="de-DE" sz="1200" i="1" dirty="0">
                <a:solidFill>
                  <a:srgbClr val="EAECF0"/>
                </a:solidFill>
                <a:ea typeface="+mn-lt"/>
                <a:cs typeface="+mn-lt"/>
              </a:rPr>
              <a:t> Song</a:t>
            </a:r>
            <a:r>
              <a:rPr lang="de-DE" sz="1200" dirty="0">
                <a:solidFill>
                  <a:srgbClr val="EAECF0"/>
                </a:solidFill>
                <a:ea typeface="+mn-lt"/>
                <a:cs typeface="+mn-lt"/>
              </a:rPr>
              <a:t> (</a:t>
            </a:r>
            <a:r>
              <a:rPr lang="de-DE" sz="1200" dirty="0">
                <a:solidFill>
                  <a:srgbClr val="88A3E8"/>
                </a:solidFill>
                <a:ea typeface="+mn-lt"/>
                <a:cs typeface="+mn-lt"/>
                <a:hlinkClick r:id="rId6"/>
              </a:rPr>
              <a:t>Ut-Re-Mi-Fa-Sol</a:t>
            </a:r>
            <a:r>
              <a:rPr lang="de-DE" sz="1200" dirty="0">
                <a:solidFill>
                  <a:srgbClr val="EAECF0"/>
                </a:solidFill>
                <a:ea typeface="+mn-lt"/>
                <a:cs typeface="+mn-lt"/>
              </a:rPr>
              <a:t>), </a:t>
            </a:r>
            <a:r>
              <a:rPr lang="de-DE" sz="1200" dirty="0" err="1">
                <a:solidFill>
                  <a:srgbClr val="EAECF0"/>
                </a:solidFill>
                <a:ea typeface="+mn-lt"/>
                <a:cs typeface="+mn-lt"/>
              </a:rPr>
              <a:t>one</a:t>
            </a:r>
            <a:r>
              <a:rPr lang="de-DE" sz="1200" dirty="0">
                <a:solidFill>
                  <a:srgbClr val="EAECF0"/>
                </a:solidFill>
                <a:ea typeface="+mn-lt"/>
                <a:cs typeface="+mn-lt"/>
              </a:rPr>
              <a:t> </a:t>
            </a:r>
            <a:r>
              <a:rPr lang="de-DE" sz="1200" dirty="0" err="1">
                <a:solidFill>
                  <a:srgbClr val="EAECF0"/>
                </a:solidFill>
                <a:ea typeface="+mn-lt"/>
                <a:cs typeface="+mn-lt"/>
              </a:rPr>
              <a:t>keyboard</a:t>
            </a:r>
            <a:r>
              <a:rPr lang="de-DE" sz="1200" dirty="0">
                <a:solidFill>
                  <a:srgbClr val="EAECF0"/>
                </a:solidFill>
                <a:ea typeface="+mn-lt"/>
                <a:cs typeface="+mn-lt"/>
              </a:rPr>
              <a:t> </a:t>
            </a:r>
            <a:r>
              <a:rPr lang="de-DE" sz="1200" i="1" dirty="0" err="1">
                <a:solidFill>
                  <a:srgbClr val="EAECF0"/>
                </a:solidFill>
                <a:ea typeface="+mn-lt"/>
                <a:cs typeface="+mn-lt"/>
              </a:rPr>
              <a:t>Lesson</a:t>
            </a:r>
            <a:r>
              <a:rPr lang="de-DE" sz="1200" i="1" dirty="0">
                <a:solidFill>
                  <a:srgbClr val="EAECF0"/>
                </a:solidFill>
                <a:ea typeface="+mn-lt"/>
                <a:cs typeface="+mn-lt"/>
              </a:rPr>
              <a:t> in </a:t>
            </a:r>
            <a:r>
              <a:rPr lang="de-DE" sz="1200" i="1" dirty="0" err="1">
                <a:solidFill>
                  <a:srgbClr val="EAECF0"/>
                </a:solidFill>
                <a:ea typeface="+mn-lt"/>
                <a:cs typeface="+mn-lt"/>
              </a:rPr>
              <a:t>Two</a:t>
            </a:r>
            <a:r>
              <a:rPr lang="de-DE" sz="1200" i="1" dirty="0">
                <a:solidFill>
                  <a:srgbClr val="EAECF0"/>
                </a:solidFill>
                <a:ea typeface="+mn-lt"/>
                <a:cs typeface="+mn-lt"/>
              </a:rPr>
              <a:t> Parts</a:t>
            </a:r>
            <a:r>
              <a:rPr lang="de-DE" sz="1200" dirty="0">
                <a:solidFill>
                  <a:srgbClr val="EAECF0"/>
                </a:solidFill>
                <a:ea typeface="+mn-lt"/>
                <a:cs typeface="+mn-lt"/>
              </a:rPr>
              <a:t> (also </a:t>
            </a:r>
            <a:r>
              <a:rPr lang="de-DE" sz="1200" dirty="0" err="1">
                <a:solidFill>
                  <a:srgbClr val="EAECF0"/>
                </a:solidFill>
                <a:ea typeface="+mn-lt"/>
                <a:cs typeface="+mn-lt"/>
              </a:rPr>
              <a:t>attrib</a:t>
            </a:r>
            <a:r>
              <a:rPr lang="de-DE" sz="1200" dirty="0">
                <a:solidFill>
                  <a:srgbClr val="EAECF0"/>
                </a:solidFill>
                <a:ea typeface="+mn-lt"/>
                <a:cs typeface="+mn-lt"/>
              </a:rPr>
              <a:t>. </a:t>
            </a:r>
            <a:r>
              <a:rPr lang="de-DE" sz="1200" dirty="0">
                <a:solidFill>
                  <a:srgbClr val="88A3E8"/>
                </a:solidFill>
                <a:ea typeface="+mn-lt"/>
                <a:cs typeface="+mn-lt"/>
                <a:hlinkClick r:id="rId7"/>
              </a:rPr>
              <a:t>John Bull</a:t>
            </a:r>
            <a:r>
              <a:rPr lang="de-DE" sz="1200" dirty="0">
                <a:solidFill>
                  <a:srgbClr val="EAECF0"/>
                </a:solidFill>
                <a:ea typeface="+mn-lt"/>
                <a:cs typeface="+mn-lt"/>
              </a:rPr>
              <a:t>) and English </a:t>
            </a:r>
            <a:r>
              <a:rPr lang="de-DE" sz="1200" dirty="0" err="1">
                <a:solidFill>
                  <a:srgbClr val="EAECF0"/>
                </a:solidFill>
                <a:ea typeface="+mn-lt"/>
                <a:cs typeface="+mn-lt"/>
              </a:rPr>
              <a:t>songs</a:t>
            </a:r>
            <a:r>
              <a:rPr lang="de-DE" sz="1200" dirty="0">
                <a:solidFill>
                  <a:srgbClr val="EAECF0"/>
                </a:solidFill>
                <a:ea typeface="+mn-lt"/>
                <a:cs typeface="+mn-lt"/>
              </a:rPr>
              <a:t> such </a:t>
            </a:r>
            <a:r>
              <a:rPr lang="de-DE" sz="1200" dirty="0" err="1">
                <a:solidFill>
                  <a:srgbClr val="EAECF0"/>
                </a:solidFill>
                <a:ea typeface="+mn-lt"/>
                <a:cs typeface="+mn-lt"/>
              </a:rPr>
              <a:t>as</a:t>
            </a:r>
            <a:r>
              <a:rPr lang="de-DE" sz="1200" dirty="0">
                <a:solidFill>
                  <a:srgbClr val="EAECF0"/>
                </a:solidFill>
                <a:ea typeface="+mn-lt"/>
                <a:cs typeface="+mn-lt"/>
              </a:rPr>
              <a:t> </a:t>
            </a:r>
            <a:r>
              <a:rPr lang="de-DE" sz="1200" i="1" dirty="0" err="1">
                <a:solidFill>
                  <a:srgbClr val="EAECF0"/>
                </a:solidFill>
                <a:ea typeface="+mn-lt"/>
                <a:cs typeface="+mn-lt"/>
              </a:rPr>
              <a:t>When</a:t>
            </a:r>
            <a:r>
              <a:rPr lang="de-DE" sz="1200" i="1" dirty="0">
                <a:solidFill>
                  <a:srgbClr val="EAECF0"/>
                </a:solidFill>
                <a:ea typeface="+mn-lt"/>
                <a:cs typeface="+mn-lt"/>
              </a:rPr>
              <a:t> </a:t>
            </a:r>
            <a:r>
              <a:rPr lang="de-DE" sz="1200" i="1" dirty="0" err="1">
                <a:solidFill>
                  <a:srgbClr val="EAECF0"/>
                </a:solidFill>
                <a:ea typeface="+mn-lt"/>
                <a:cs typeface="+mn-lt"/>
              </a:rPr>
              <a:t>shall</a:t>
            </a:r>
            <a:r>
              <a:rPr lang="de-DE" sz="1200" i="1" dirty="0">
                <a:solidFill>
                  <a:srgbClr val="EAECF0"/>
                </a:solidFill>
                <a:ea typeface="+mn-lt"/>
                <a:cs typeface="+mn-lt"/>
              </a:rPr>
              <a:t> </a:t>
            </a:r>
            <a:r>
              <a:rPr lang="de-DE" sz="1200" i="1" dirty="0" err="1">
                <a:solidFill>
                  <a:srgbClr val="EAECF0"/>
                </a:solidFill>
                <a:ea typeface="+mn-lt"/>
                <a:cs typeface="+mn-lt"/>
              </a:rPr>
              <a:t>my</a:t>
            </a:r>
            <a:r>
              <a:rPr lang="de-DE" sz="1200" i="1" dirty="0">
                <a:solidFill>
                  <a:srgbClr val="EAECF0"/>
                </a:solidFill>
                <a:ea typeface="+mn-lt"/>
                <a:cs typeface="+mn-lt"/>
              </a:rPr>
              <a:t> </a:t>
            </a:r>
            <a:r>
              <a:rPr lang="de-DE" sz="1200" i="1" dirty="0" err="1">
                <a:solidFill>
                  <a:srgbClr val="EAECF0"/>
                </a:solidFill>
                <a:ea typeface="+mn-lt"/>
                <a:cs typeface="+mn-lt"/>
              </a:rPr>
              <a:t>sorrowful</a:t>
            </a:r>
            <a:r>
              <a:rPr lang="de-DE" sz="1200" i="1" dirty="0">
                <a:solidFill>
                  <a:srgbClr val="EAECF0"/>
                </a:solidFill>
                <a:ea typeface="+mn-lt"/>
                <a:cs typeface="+mn-lt"/>
              </a:rPr>
              <a:t> </a:t>
            </a:r>
            <a:r>
              <a:rPr lang="de-DE" sz="1200" i="1" dirty="0" err="1">
                <a:solidFill>
                  <a:srgbClr val="EAECF0"/>
                </a:solidFill>
                <a:ea typeface="+mn-lt"/>
                <a:cs typeface="+mn-lt"/>
              </a:rPr>
              <a:t>sighing</a:t>
            </a:r>
            <a:r>
              <a:rPr lang="de-DE" sz="1200" i="1" dirty="0">
                <a:solidFill>
                  <a:srgbClr val="EAECF0"/>
                </a:solidFill>
                <a:ea typeface="+mn-lt"/>
                <a:cs typeface="+mn-lt"/>
              </a:rPr>
              <a:t> </a:t>
            </a:r>
            <a:r>
              <a:rPr lang="de-DE" sz="1200" i="1" dirty="0" err="1">
                <a:solidFill>
                  <a:srgbClr val="EAECF0"/>
                </a:solidFill>
                <a:ea typeface="+mn-lt"/>
                <a:cs typeface="+mn-lt"/>
              </a:rPr>
              <a:t>slack</a:t>
            </a:r>
            <a:r>
              <a:rPr lang="de-DE" sz="1200" i="1" dirty="0">
                <a:solidFill>
                  <a:srgbClr val="EAECF0"/>
                </a:solidFill>
                <a:ea typeface="+mn-lt"/>
                <a:cs typeface="+mn-lt"/>
              </a:rPr>
              <a:t>?</a:t>
            </a:r>
            <a:r>
              <a:rPr lang="de-DE" sz="1200" dirty="0">
                <a:solidFill>
                  <a:srgbClr val="EAECF0"/>
                </a:solidFill>
                <a:ea typeface="+mn-lt"/>
                <a:cs typeface="+mn-lt"/>
              </a:rPr>
              <a:t> The </a:t>
            </a:r>
            <a:r>
              <a:rPr lang="de-DE" sz="1200" dirty="0" err="1">
                <a:solidFill>
                  <a:srgbClr val="EAECF0"/>
                </a:solidFill>
                <a:ea typeface="+mn-lt"/>
                <a:cs typeface="+mn-lt"/>
              </a:rPr>
              <a:t>latter</a:t>
            </a:r>
            <a:r>
              <a:rPr lang="de-DE" sz="1200" dirty="0">
                <a:solidFill>
                  <a:srgbClr val="EAECF0"/>
                </a:solidFill>
                <a:ea typeface="+mn-lt"/>
                <a:cs typeface="+mn-lt"/>
              </a:rPr>
              <a:t> was </a:t>
            </a:r>
            <a:r>
              <a:rPr lang="de-DE" sz="1200" dirty="0" err="1">
                <a:solidFill>
                  <a:srgbClr val="EAECF0"/>
                </a:solidFill>
                <a:ea typeface="+mn-lt"/>
                <a:cs typeface="+mn-lt"/>
              </a:rPr>
              <a:t>popular</a:t>
            </a:r>
            <a:r>
              <a:rPr lang="de-DE" sz="1200" dirty="0">
                <a:solidFill>
                  <a:srgbClr val="EAECF0"/>
                </a:solidFill>
                <a:ea typeface="+mn-lt"/>
                <a:cs typeface="+mn-lt"/>
              </a:rPr>
              <a:t> </a:t>
            </a:r>
            <a:r>
              <a:rPr lang="de-DE" sz="1200" dirty="0" err="1">
                <a:solidFill>
                  <a:srgbClr val="EAECF0"/>
                </a:solidFill>
                <a:ea typeface="+mn-lt"/>
                <a:cs typeface="+mn-lt"/>
              </a:rPr>
              <a:t>enough</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appear</a:t>
            </a:r>
            <a:r>
              <a:rPr lang="de-DE" sz="1200" dirty="0">
                <a:solidFill>
                  <a:srgbClr val="EAECF0"/>
                </a:solidFill>
                <a:ea typeface="+mn-lt"/>
                <a:cs typeface="+mn-lt"/>
              </a:rPr>
              <a:t> in English and </a:t>
            </a:r>
            <a:r>
              <a:rPr lang="de-DE" sz="1200" dirty="0" err="1">
                <a:solidFill>
                  <a:srgbClr val="EAECF0"/>
                </a:solidFill>
                <a:ea typeface="+mn-lt"/>
                <a:cs typeface="+mn-lt"/>
              </a:rPr>
              <a:t>Scottish</a:t>
            </a:r>
            <a:r>
              <a:rPr lang="de-DE" sz="1200" dirty="0">
                <a:solidFill>
                  <a:srgbClr val="EAECF0"/>
                </a:solidFill>
                <a:ea typeface="+mn-lt"/>
                <a:cs typeface="+mn-lt"/>
              </a:rPr>
              <a:t> </a:t>
            </a:r>
            <a:r>
              <a:rPr lang="de-DE" sz="1200" dirty="0" err="1">
                <a:solidFill>
                  <a:srgbClr val="EAECF0"/>
                </a:solidFill>
                <a:ea typeface="+mn-lt"/>
                <a:cs typeface="+mn-lt"/>
              </a:rPr>
              <a:t>sources</a:t>
            </a:r>
            <a:r>
              <a:rPr lang="de-DE" sz="1200" dirty="0">
                <a:solidFill>
                  <a:srgbClr val="EAECF0"/>
                </a:solidFill>
                <a:ea typeface="+mn-lt"/>
                <a:cs typeface="+mn-lt"/>
              </a:rPr>
              <a:t>.</a:t>
            </a:r>
            <a:r>
              <a:rPr lang="de-DE" sz="1000" baseline="30000" dirty="0">
                <a:solidFill>
                  <a:srgbClr val="88A3E8"/>
                </a:solidFill>
                <a:ea typeface="+mn-lt"/>
                <a:cs typeface="+mn-lt"/>
                <a:hlinkClick r:id="rId8"/>
              </a:rPr>
              <a:t>[73]</a:t>
            </a:r>
            <a:r>
              <a:rPr lang="de-DE" sz="1200" dirty="0">
                <a:solidFill>
                  <a:srgbClr val="EAECF0"/>
                </a:solidFill>
                <a:ea typeface="+mn-lt"/>
                <a:cs typeface="+mn-lt"/>
              </a:rPr>
              <a:t> </a:t>
            </a:r>
            <a:r>
              <a:rPr lang="de-DE" sz="1200" i="1" dirty="0">
                <a:solidFill>
                  <a:srgbClr val="88A3E8"/>
                </a:solidFill>
                <a:ea typeface="+mn-lt"/>
                <a:cs typeface="+mn-lt"/>
                <a:hlinkClick r:id="rId9"/>
              </a:rPr>
              <a:t>O sacrum convivium</a:t>
            </a:r>
            <a:r>
              <a:rPr lang="de-DE" sz="1200" dirty="0">
                <a:solidFill>
                  <a:srgbClr val="EAECF0"/>
                </a:solidFill>
                <a:ea typeface="+mn-lt"/>
                <a:cs typeface="+mn-lt"/>
              </a:rPr>
              <a:t> and </a:t>
            </a:r>
            <a:r>
              <a:rPr lang="de-DE" sz="1200" i="1" dirty="0">
                <a:solidFill>
                  <a:srgbClr val="EAECF0"/>
                </a:solidFill>
                <a:ea typeface="+mn-lt"/>
                <a:cs typeface="+mn-lt"/>
              </a:rPr>
              <a:t>Salvator </a:t>
            </a:r>
            <a:r>
              <a:rPr lang="de-DE" sz="1200" i="1" dirty="0" err="1">
                <a:solidFill>
                  <a:srgbClr val="EAECF0"/>
                </a:solidFill>
                <a:ea typeface="+mn-lt"/>
                <a:cs typeface="+mn-lt"/>
              </a:rPr>
              <a:t>mundi</a:t>
            </a:r>
            <a:r>
              <a:rPr lang="de-DE" sz="1200" dirty="0">
                <a:solidFill>
                  <a:srgbClr val="EAECF0"/>
                </a:solidFill>
                <a:ea typeface="+mn-lt"/>
                <a:cs typeface="+mn-lt"/>
              </a:rPr>
              <a:t> </a:t>
            </a:r>
            <a:r>
              <a:rPr lang="de-DE" sz="1200" dirty="0" err="1">
                <a:solidFill>
                  <a:srgbClr val="EAECF0"/>
                </a:solidFill>
                <a:ea typeface="+mn-lt"/>
                <a:cs typeface="+mn-lt"/>
              </a:rPr>
              <a:t>may</a:t>
            </a:r>
            <a:r>
              <a:rPr lang="de-DE" sz="1200" dirty="0">
                <a:solidFill>
                  <a:srgbClr val="EAECF0"/>
                </a:solidFill>
                <a:ea typeface="+mn-lt"/>
                <a:cs typeface="+mn-lt"/>
              </a:rPr>
              <a:t> also </a:t>
            </a:r>
            <a:r>
              <a:rPr lang="de-DE" sz="1200" dirty="0" err="1">
                <a:solidFill>
                  <a:srgbClr val="EAECF0"/>
                </a:solidFill>
                <a:ea typeface="+mn-lt"/>
                <a:cs typeface="+mn-lt"/>
              </a:rPr>
              <a:t>have</a:t>
            </a:r>
            <a:r>
              <a:rPr lang="de-DE" sz="1200" dirty="0">
                <a:solidFill>
                  <a:srgbClr val="EAECF0"/>
                </a:solidFill>
                <a:ea typeface="+mn-lt"/>
                <a:cs typeface="+mn-lt"/>
              </a:rPr>
              <a:t> </a:t>
            </a:r>
            <a:r>
              <a:rPr lang="de-DE" sz="1200" dirty="0" err="1">
                <a:solidFill>
                  <a:srgbClr val="EAECF0"/>
                </a:solidFill>
                <a:ea typeface="+mn-lt"/>
                <a:cs typeface="+mn-lt"/>
              </a:rPr>
              <a:t>been</a:t>
            </a:r>
            <a:r>
              <a:rPr lang="de-DE" sz="1200" dirty="0">
                <a:solidFill>
                  <a:srgbClr val="EAECF0"/>
                </a:solidFill>
                <a:ea typeface="+mn-lt"/>
                <a:cs typeface="+mn-lt"/>
              </a:rPr>
              <a:t> </a:t>
            </a:r>
            <a:r>
              <a:rPr lang="de-DE" sz="1200" dirty="0" err="1">
                <a:solidFill>
                  <a:srgbClr val="EAECF0"/>
                </a:solidFill>
                <a:ea typeface="+mn-lt"/>
                <a:cs typeface="+mn-lt"/>
              </a:rPr>
              <a:t>written</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secular</a:t>
            </a:r>
            <a:r>
              <a:rPr lang="de-DE" sz="1200" dirty="0">
                <a:solidFill>
                  <a:srgbClr val="EAECF0"/>
                </a:solidFill>
                <a:ea typeface="+mn-lt"/>
                <a:cs typeface="+mn-lt"/>
              </a:rPr>
              <a:t> </a:t>
            </a:r>
            <a:r>
              <a:rPr lang="de-DE" sz="1200" dirty="0" err="1">
                <a:solidFill>
                  <a:srgbClr val="EAECF0"/>
                </a:solidFill>
                <a:ea typeface="+mn-lt"/>
                <a:cs typeface="+mn-lt"/>
              </a:rPr>
              <a:t>fantasias</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a:solidFill>
                  <a:srgbClr val="88A3E8"/>
                </a:solidFill>
                <a:ea typeface="+mn-lt"/>
                <a:cs typeface="+mn-lt"/>
                <a:hlinkClick r:id="rId10"/>
              </a:rPr>
              <a:t>viols</a:t>
            </a:r>
            <a:r>
              <a:rPr lang="de-DE" sz="1200" dirty="0">
                <a:solidFill>
                  <a:srgbClr val="EAECF0"/>
                </a:solidFill>
                <a:ea typeface="+mn-lt"/>
                <a:cs typeface="+mn-lt"/>
              </a:rPr>
              <a:t> </a:t>
            </a:r>
            <a:r>
              <a:rPr lang="de-DE" sz="1200" dirty="0" err="1">
                <a:solidFill>
                  <a:srgbClr val="EAECF0"/>
                </a:solidFill>
                <a:ea typeface="+mn-lt"/>
                <a:cs typeface="+mn-lt"/>
              </a:rPr>
              <a:t>before</a:t>
            </a:r>
            <a:r>
              <a:rPr lang="de-DE" sz="1200" dirty="0">
                <a:solidFill>
                  <a:srgbClr val="EAECF0"/>
                </a:solidFill>
                <a:ea typeface="+mn-lt"/>
                <a:cs typeface="+mn-lt"/>
              </a:rPr>
              <a:t> </a:t>
            </a:r>
            <a:r>
              <a:rPr lang="de-DE" sz="1200" dirty="0" err="1">
                <a:solidFill>
                  <a:srgbClr val="EAECF0"/>
                </a:solidFill>
                <a:ea typeface="+mn-lt"/>
                <a:cs typeface="+mn-lt"/>
              </a:rPr>
              <a:t>being</a:t>
            </a:r>
            <a:r>
              <a:rPr lang="de-DE" sz="1200" dirty="0">
                <a:solidFill>
                  <a:srgbClr val="EAECF0"/>
                </a:solidFill>
                <a:ea typeface="+mn-lt"/>
                <a:cs typeface="+mn-lt"/>
              </a:rPr>
              <a:t> </a:t>
            </a:r>
            <a:r>
              <a:rPr lang="de-DE" sz="1200" dirty="0" err="1">
                <a:solidFill>
                  <a:srgbClr val="EAECF0"/>
                </a:solidFill>
                <a:ea typeface="+mn-lt"/>
                <a:cs typeface="+mn-lt"/>
              </a:rPr>
              <a:t>given</a:t>
            </a:r>
            <a:r>
              <a:rPr lang="de-DE" sz="1200" dirty="0">
                <a:solidFill>
                  <a:srgbClr val="EAECF0"/>
                </a:solidFill>
                <a:ea typeface="+mn-lt"/>
                <a:cs typeface="+mn-lt"/>
              </a:rPr>
              <a:t> </a:t>
            </a:r>
            <a:r>
              <a:rPr lang="de-DE" sz="1200" dirty="0" err="1">
                <a:solidFill>
                  <a:srgbClr val="EAECF0"/>
                </a:solidFill>
                <a:ea typeface="+mn-lt"/>
                <a:cs typeface="+mn-lt"/>
              </a:rPr>
              <a:t>liturgical</a:t>
            </a:r>
            <a:r>
              <a:rPr lang="de-DE" sz="1200" dirty="0">
                <a:solidFill>
                  <a:srgbClr val="EAECF0"/>
                </a:solidFill>
                <a:ea typeface="+mn-lt"/>
                <a:cs typeface="+mn-lt"/>
              </a:rPr>
              <a:t> </a:t>
            </a:r>
            <a:r>
              <a:rPr lang="de-DE" sz="1200" dirty="0" err="1">
                <a:solidFill>
                  <a:srgbClr val="EAECF0"/>
                </a:solidFill>
                <a:ea typeface="+mn-lt"/>
                <a:cs typeface="+mn-lt"/>
              </a:rPr>
              <a:t>texts</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11"/>
              </a:rPr>
              <a:t>1575 Cantiones sacrae</a:t>
            </a:r>
            <a:r>
              <a:rPr lang="de-DE" sz="1200" dirty="0">
                <a:solidFill>
                  <a:srgbClr val="EAECF0"/>
                </a:solidFill>
                <a:ea typeface="+mn-lt"/>
                <a:cs typeface="+mn-lt"/>
              </a:rPr>
              <a:t>.</a:t>
            </a:r>
            <a:r>
              <a:rPr lang="de-DE" sz="1000" baseline="30000" dirty="0">
                <a:solidFill>
                  <a:srgbClr val="88A3E8"/>
                </a:solidFill>
                <a:ea typeface="+mn-lt"/>
                <a:cs typeface="+mn-lt"/>
                <a:hlinkClick r:id="rId8"/>
              </a:rPr>
              <a:t>[73][81]</a:t>
            </a:r>
            <a:endParaRPr lang="de-DE">
              <a:hlinkClick r:id="rId8"/>
            </a:endParaRPr>
          </a:p>
          <a:p>
            <a:r>
              <a:rPr lang="de-DE" sz="1200" dirty="0">
                <a:solidFill>
                  <a:srgbClr val="EAECF0"/>
                </a:solidFill>
                <a:ea typeface="+mn-lt"/>
                <a:cs typeface="+mn-lt"/>
              </a:rPr>
              <a:t>In </a:t>
            </a:r>
            <a:r>
              <a:rPr lang="de-DE" sz="1200" dirty="0" err="1">
                <a:solidFill>
                  <a:srgbClr val="EAECF0"/>
                </a:solidFill>
                <a:ea typeface="+mn-lt"/>
                <a:cs typeface="+mn-lt"/>
              </a:rPr>
              <a:t>the</a:t>
            </a:r>
            <a:r>
              <a:rPr lang="de-DE" sz="1200" dirty="0">
                <a:solidFill>
                  <a:srgbClr val="EAECF0"/>
                </a:solidFill>
                <a:ea typeface="+mn-lt"/>
                <a:cs typeface="+mn-lt"/>
              </a:rPr>
              <a:t> Baldwin </a:t>
            </a:r>
            <a:r>
              <a:rPr lang="de-DE" sz="1200" dirty="0" err="1">
                <a:solidFill>
                  <a:srgbClr val="EAECF0"/>
                </a:solidFill>
                <a:ea typeface="+mn-lt"/>
                <a:cs typeface="+mn-lt"/>
              </a:rPr>
              <a:t>Partbooks</a:t>
            </a:r>
            <a:r>
              <a:rPr lang="de-DE" sz="1200" dirty="0">
                <a:solidFill>
                  <a:srgbClr val="EAECF0"/>
                </a:solidFill>
                <a:ea typeface="+mn-lt"/>
                <a:cs typeface="+mn-lt"/>
              </a:rPr>
              <a:t>, </a:t>
            </a:r>
            <a:r>
              <a:rPr lang="de-DE" sz="1200" dirty="0" err="1">
                <a:solidFill>
                  <a:srgbClr val="EAECF0"/>
                </a:solidFill>
                <a:ea typeface="+mn-lt"/>
                <a:cs typeface="+mn-lt"/>
              </a:rPr>
              <a:t>two</a:t>
            </a:r>
            <a:r>
              <a:rPr lang="de-DE" sz="1200" dirty="0">
                <a:solidFill>
                  <a:srgbClr val="EAECF0"/>
                </a:solidFill>
                <a:ea typeface="+mn-lt"/>
                <a:cs typeface="+mn-lt"/>
              </a:rPr>
              <a:t> </a:t>
            </a:r>
            <a:r>
              <a:rPr lang="de-DE" sz="1200" dirty="0" err="1">
                <a:solidFill>
                  <a:srgbClr val="EAECF0"/>
                </a:solidFill>
                <a:ea typeface="+mn-lt"/>
                <a:cs typeface="+mn-lt"/>
              </a:rPr>
              <a:t>psalm</a:t>
            </a:r>
            <a:r>
              <a:rPr lang="de-DE" sz="1200" dirty="0">
                <a:solidFill>
                  <a:srgbClr val="EAECF0"/>
                </a:solidFill>
                <a:ea typeface="+mn-lt"/>
                <a:cs typeface="+mn-lt"/>
              </a:rPr>
              <a:t> </a:t>
            </a:r>
            <a:r>
              <a:rPr lang="de-DE" sz="1200" dirty="0" err="1">
                <a:solidFill>
                  <a:srgbClr val="EAECF0"/>
                </a:solidFill>
                <a:ea typeface="+mn-lt"/>
                <a:cs typeface="+mn-lt"/>
              </a:rPr>
              <a:t>settings</a:t>
            </a:r>
            <a:r>
              <a:rPr lang="de-DE" sz="1200" dirty="0">
                <a:solidFill>
                  <a:srgbClr val="EAECF0"/>
                </a:solidFill>
                <a:ea typeface="+mn-lt"/>
                <a:cs typeface="+mn-lt"/>
              </a:rPr>
              <a:t> </a:t>
            </a:r>
            <a:r>
              <a:rPr lang="de-DE" sz="1200" dirty="0" err="1">
                <a:solidFill>
                  <a:srgbClr val="EAECF0"/>
                </a:solidFill>
                <a:ea typeface="+mn-lt"/>
                <a:cs typeface="+mn-lt"/>
              </a:rPr>
              <a:t>survive</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Tallis:</a:t>
            </a:r>
            <a:r>
              <a:rPr lang="de-DE" sz="1000" baseline="30000" dirty="0">
                <a:solidFill>
                  <a:srgbClr val="88A3E8"/>
                </a:solidFill>
                <a:ea typeface="+mn-lt"/>
                <a:cs typeface="+mn-lt"/>
                <a:hlinkClick r:id="rId12"/>
              </a:rPr>
              <a:t>[82]</a:t>
            </a:r>
            <a:r>
              <a:rPr lang="de-DE" sz="1200" dirty="0">
                <a:solidFill>
                  <a:srgbClr val="EAECF0"/>
                </a:solidFill>
                <a:ea typeface="+mn-lt"/>
                <a:cs typeface="+mn-lt"/>
              </a:rPr>
              <a:t> </a:t>
            </a:r>
            <a:r>
              <a:rPr lang="de-DE" sz="1200" i="1" dirty="0">
                <a:solidFill>
                  <a:srgbClr val="EAECF0"/>
                </a:solidFill>
                <a:ea typeface="+mn-lt"/>
                <a:cs typeface="+mn-lt"/>
              </a:rPr>
              <a:t>Domine</a:t>
            </a:r>
            <a:r>
              <a:rPr lang="de-DE" sz="1200" dirty="0">
                <a:solidFill>
                  <a:srgbClr val="EAECF0"/>
                </a:solidFill>
                <a:ea typeface="+mn-lt"/>
                <a:cs typeface="+mn-lt"/>
              </a:rPr>
              <a:t> </a:t>
            </a:r>
            <a:r>
              <a:rPr lang="de-DE" sz="1200" i="1" dirty="0" err="1">
                <a:solidFill>
                  <a:srgbClr val="EAECF0"/>
                </a:solidFill>
                <a:ea typeface="+mn-lt"/>
                <a:cs typeface="+mn-lt"/>
              </a:rPr>
              <a:t>quis</a:t>
            </a:r>
            <a:r>
              <a:rPr lang="de-DE" sz="1200" i="1" dirty="0">
                <a:solidFill>
                  <a:srgbClr val="EAECF0"/>
                </a:solidFill>
                <a:ea typeface="+mn-lt"/>
                <a:cs typeface="+mn-lt"/>
              </a:rPr>
              <a:t> </a:t>
            </a:r>
            <a:r>
              <a:rPr lang="de-DE" sz="1200" i="1" dirty="0" err="1">
                <a:solidFill>
                  <a:srgbClr val="EAECF0"/>
                </a:solidFill>
                <a:ea typeface="+mn-lt"/>
                <a:cs typeface="+mn-lt"/>
              </a:rPr>
              <a:t>habitabit</a:t>
            </a:r>
            <a:r>
              <a:rPr lang="de-DE" sz="1200" dirty="0">
                <a:solidFill>
                  <a:srgbClr val="EAECF0"/>
                </a:solidFill>
                <a:ea typeface="+mn-lt"/>
                <a:cs typeface="+mn-lt"/>
              </a:rPr>
              <a:t> and </a:t>
            </a:r>
            <a:r>
              <a:rPr lang="de-DE" sz="1200" i="1" dirty="0">
                <a:solidFill>
                  <a:srgbClr val="88A3E8"/>
                </a:solidFill>
                <a:ea typeface="+mn-lt"/>
                <a:cs typeface="+mn-lt"/>
                <a:hlinkClick r:id="rId13"/>
              </a:rPr>
              <a:t>Laudate Dominum omnes gentes</a:t>
            </a:r>
            <a:r>
              <a:rPr lang="de-DE" sz="1200" dirty="0">
                <a:solidFill>
                  <a:srgbClr val="EAECF0"/>
                </a:solidFill>
                <a:ea typeface="+mn-lt"/>
                <a:cs typeface="+mn-lt"/>
              </a:rPr>
              <a:t>. </a:t>
            </a:r>
            <a:r>
              <a:rPr lang="de-DE" sz="1200" i="1" dirty="0">
                <a:solidFill>
                  <a:srgbClr val="EAECF0"/>
                </a:solidFill>
                <a:ea typeface="+mn-lt"/>
                <a:cs typeface="+mn-lt"/>
              </a:rPr>
              <a:t>Domine </a:t>
            </a:r>
            <a:r>
              <a:rPr lang="de-DE" sz="1200" i="1" dirty="0" err="1">
                <a:solidFill>
                  <a:srgbClr val="EAECF0"/>
                </a:solidFill>
                <a:ea typeface="+mn-lt"/>
                <a:cs typeface="+mn-lt"/>
              </a:rPr>
              <a:t>quis</a:t>
            </a:r>
            <a:r>
              <a:rPr lang="de-DE" sz="1200" i="1" dirty="0">
                <a:solidFill>
                  <a:srgbClr val="EAECF0"/>
                </a:solidFill>
                <a:ea typeface="+mn-lt"/>
                <a:cs typeface="+mn-lt"/>
              </a:rPr>
              <a:t> </a:t>
            </a:r>
            <a:r>
              <a:rPr lang="de-DE" sz="1200" i="1" dirty="0" err="1">
                <a:solidFill>
                  <a:srgbClr val="EAECF0"/>
                </a:solidFill>
                <a:ea typeface="+mn-lt"/>
                <a:cs typeface="+mn-lt"/>
              </a:rPr>
              <a:t>habitabit</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longer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two</a:t>
            </a:r>
            <a:r>
              <a:rPr lang="de-DE" sz="1200" dirty="0">
                <a:solidFill>
                  <a:srgbClr val="EAECF0"/>
                </a:solidFill>
                <a:ea typeface="+mn-lt"/>
                <a:cs typeface="+mn-lt"/>
              </a:rPr>
              <a:t>, and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written</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Flemish</a:t>
            </a:r>
            <a:r>
              <a:rPr lang="de-DE" sz="1200" dirty="0">
                <a:solidFill>
                  <a:srgbClr val="EAECF0"/>
                </a:solidFill>
                <a:ea typeface="+mn-lt"/>
                <a:cs typeface="+mn-lt"/>
              </a:rPr>
              <a:t> style.</a:t>
            </a:r>
            <a:r>
              <a:rPr lang="de-DE" sz="1000" baseline="30000" dirty="0">
                <a:solidFill>
                  <a:srgbClr val="88A3E8"/>
                </a:solidFill>
                <a:ea typeface="+mn-lt"/>
                <a:cs typeface="+mn-lt"/>
                <a:hlinkClick r:id="rId14"/>
              </a:rPr>
              <a:t>[83]</a:t>
            </a:r>
            <a:r>
              <a:rPr lang="de-DE" sz="1200" dirty="0">
                <a:solidFill>
                  <a:srgbClr val="EAECF0"/>
                </a:solidFill>
                <a:ea typeface="+mn-lt"/>
                <a:cs typeface="+mn-lt"/>
              </a:rPr>
              <a:t> </a:t>
            </a:r>
            <a:r>
              <a:rPr lang="de-DE" sz="1200" i="1" dirty="0" err="1">
                <a:solidFill>
                  <a:srgbClr val="EAECF0"/>
                </a:solidFill>
                <a:ea typeface="+mn-lt"/>
                <a:cs typeface="+mn-lt"/>
              </a:rPr>
              <a:t>Laudate</a:t>
            </a:r>
            <a:r>
              <a:rPr lang="de-DE" sz="1200" i="1" dirty="0">
                <a:solidFill>
                  <a:srgbClr val="EAECF0"/>
                </a:solidFill>
                <a:ea typeface="+mn-lt"/>
                <a:cs typeface="+mn-lt"/>
              </a:rPr>
              <a:t> Dominum</a:t>
            </a:r>
            <a:r>
              <a:rPr lang="de-DE" sz="1200" dirty="0">
                <a:solidFill>
                  <a:srgbClr val="EAECF0"/>
                </a:solidFill>
                <a:ea typeface="+mn-lt"/>
                <a:cs typeface="+mn-lt"/>
              </a:rPr>
              <a:t>, </a:t>
            </a:r>
            <a:r>
              <a:rPr lang="de-DE" sz="1200" dirty="0" err="1">
                <a:solidFill>
                  <a:srgbClr val="EAECF0"/>
                </a:solidFill>
                <a:ea typeface="+mn-lt"/>
                <a:cs typeface="+mn-lt"/>
              </a:rPr>
              <a:t>while</a:t>
            </a:r>
            <a:r>
              <a:rPr lang="de-DE" sz="1200" dirty="0">
                <a:solidFill>
                  <a:srgbClr val="EAECF0"/>
                </a:solidFill>
                <a:ea typeface="+mn-lt"/>
                <a:cs typeface="+mn-lt"/>
              </a:rPr>
              <a:t> </a:t>
            </a:r>
            <a:r>
              <a:rPr lang="de-DE" sz="1200" dirty="0" err="1">
                <a:solidFill>
                  <a:srgbClr val="EAECF0"/>
                </a:solidFill>
                <a:ea typeface="+mn-lt"/>
                <a:cs typeface="+mn-lt"/>
              </a:rPr>
              <a:t>shorter</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written</a:t>
            </a:r>
            <a:r>
              <a:rPr lang="de-DE" sz="1200" dirty="0">
                <a:solidFill>
                  <a:srgbClr val="EAECF0"/>
                </a:solidFill>
                <a:ea typeface="+mn-lt"/>
                <a:cs typeface="+mn-lt"/>
              </a:rPr>
              <a:t> in a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sprung</a:t>
            </a:r>
            <a:r>
              <a:rPr lang="de-DE" sz="1200" dirty="0">
                <a:solidFill>
                  <a:srgbClr val="EAECF0"/>
                </a:solidFill>
                <a:ea typeface="+mn-lt"/>
                <a:cs typeface="+mn-lt"/>
              </a:rPr>
              <a:t>, </a:t>
            </a:r>
            <a:r>
              <a:rPr lang="de-DE" sz="1200" dirty="0" err="1">
                <a:solidFill>
                  <a:srgbClr val="EAECF0"/>
                </a:solidFill>
                <a:ea typeface="+mn-lt"/>
                <a:cs typeface="+mn-lt"/>
              </a:rPr>
              <a:t>lively</a:t>
            </a:r>
            <a:r>
              <a:rPr lang="de-DE" sz="1200" dirty="0">
                <a:solidFill>
                  <a:srgbClr val="EAECF0"/>
                </a:solidFill>
                <a:ea typeface="+mn-lt"/>
                <a:cs typeface="+mn-lt"/>
              </a:rPr>
              <a:t> </a:t>
            </a:r>
            <a:r>
              <a:rPr lang="de-DE" sz="1200" dirty="0" err="1">
                <a:solidFill>
                  <a:srgbClr val="EAECF0"/>
                </a:solidFill>
                <a:ea typeface="+mn-lt"/>
                <a:cs typeface="+mn-lt"/>
              </a:rPr>
              <a:t>Elizabethan</a:t>
            </a:r>
            <a:r>
              <a:rPr lang="de-DE" sz="1200" dirty="0">
                <a:solidFill>
                  <a:srgbClr val="EAECF0"/>
                </a:solidFill>
                <a:ea typeface="+mn-lt"/>
                <a:cs typeface="+mn-lt"/>
              </a:rPr>
              <a:t> style. </a:t>
            </a:r>
            <a:r>
              <a:rPr lang="de-DE" sz="1200" i="1" dirty="0" err="1">
                <a:solidFill>
                  <a:srgbClr val="EAECF0"/>
                </a:solidFill>
                <a:ea typeface="+mn-lt"/>
                <a:cs typeface="+mn-lt"/>
              </a:rPr>
              <a:t>Laudate</a:t>
            </a:r>
            <a:r>
              <a:rPr lang="de-DE" sz="1200" i="1" dirty="0">
                <a:solidFill>
                  <a:srgbClr val="EAECF0"/>
                </a:solidFill>
                <a:ea typeface="+mn-lt"/>
                <a:cs typeface="+mn-lt"/>
              </a:rPr>
              <a:t> Dominum</a:t>
            </a:r>
            <a:r>
              <a:rPr lang="de-DE" sz="1200" dirty="0">
                <a:solidFill>
                  <a:srgbClr val="EAECF0"/>
                </a:solidFill>
                <a:ea typeface="+mn-lt"/>
                <a:cs typeface="+mn-lt"/>
              </a:rPr>
              <a:t> </a:t>
            </a:r>
            <a:r>
              <a:rPr lang="de-DE" sz="1200" dirty="0" err="1">
                <a:solidFill>
                  <a:srgbClr val="EAECF0"/>
                </a:solidFill>
                <a:ea typeface="+mn-lt"/>
                <a:cs typeface="+mn-lt"/>
              </a:rPr>
              <a:t>made</a:t>
            </a:r>
            <a:r>
              <a:rPr lang="de-DE" sz="1200" dirty="0">
                <a:solidFill>
                  <a:srgbClr val="EAECF0"/>
                </a:solidFill>
                <a:ea typeface="+mn-lt"/>
                <a:cs typeface="+mn-lt"/>
              </a:rPr>
              <a:t> an </a:t>
            </a:r>
            <a:r>
              <a:rPr lang="de-DE" sz="1200" dirty="0" err="1">
                <a:solidFill>
                  <a:srgbClr val="EAECF0"/>
                </a:solidFill>
                <a:ea typeface="+mn-lt"/>
                <a:cs typeface="+mn-lt"/>
              </a:rPr>
              <a:t>impression</a:t>
            </a:r>
            <a:r>
              <a:rPr lang="de-DE" sz="1200" dirty="0">
                <a:solidFill>
                  <a:srgbClr val="EAECF0"/>
                </a:solidFill>
                <a:ea typeface="+mn-lt"/>
                <a:cs typeface="+mn-lt"/>
              </a:rPr>
              <a:t> on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young</a:t>
            </a:r>
            <a:r>
              <a:rPr lang="de-DE" sz="1200" dirty="0">
                <a:solidFill>
                  <a:srgbClr val="EAECF0"/>
                </a:solidFill>
                <a:ea typeface="+mn-lt"/>
                <a:cs typeface="+mn-lt"/>
              </a:rPr>
              <a:t> William Byrd, </a:t>
            </a:r>
            <a:r>
              <a:rPr lang="de-DE" sz="1200" dirty="0" err="1">
                <a:solidFill>
                  <a:srgbClr val="EAECF0"/>
                </a:solidFill>
                <a:ea typeface="+mn-lt"/>
                <a:cs typeface="+mn-lt"/>
              </a:rPr>
              <a:t>who</a:t>
            </a:r>
            <a:r>
              <a:rPr lang="de-DE" sz="1200" dirty="0">
                <a:solidFill>
                  <a:srgbClr val="EAECF0"/>
                </a:solidFill>
                <a:ea typeface="+mn-lt"/>
                <a:cs typeface="+mn-lt"/>
              </a:rPr>
              <a:t> </a:t>
            </a:r>
            <a:r>
              <a:rPr lang="de-DE" sz="1200" dirty="0" err="1">
                <a:solidFill>
                  <a:srgbClr val="EAECF0"/>
                </a:solidFill>
                <a:ea typeface="+mn-lt"/>
                <a:cs typeface="+mn-lt"/>
              </a:rPr>
              <a:t>used</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motet</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 </a:t>
            </a:r>
            <a:r>
              <a:rPr lang="de-DE" sz="1200" dirty="0" err="1">
                <a:solidFill>
                  <a:srgbClr val="EAECF0"/>
                </a:solidFill>
                <a:ea typeface="+mn-lt"/>
                <a:cs typeface="+mn-lt"/>
              </a:rPr>
              <a:t>model</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own </a:t>
            </a:r>
            <a:r>
              <a:rPr lang="de-DE" sz="1200" i="1" dirty="0" err="1">
                <a:solidFill>
                  <a:srgbClr val="EAECF0"/>
                </a:solidFill>
                <a:ea typeface="+mn-lt"/>
                <a:cs typeface="+mn-lt"/>
              </a:rPr>
              <a:t>Laudate</a:t>
            </a:r>
            <a:r>
              <a:rPr lang="de-DE" sz="1200" i="1" dirty="0">
                <a:solidFill>
                  <a:srgbClr val="EAECF0"/>
                </a:solidFill>
                <a:ea typeface="+mn-lt"/>
                <a:cs typeface="+mn-lt"/>
              </a:rPr>
              <a:t> </a:t>
            </a:r>
            <a:r>
              <a:rPr lang="de-DE" sz="1200" i="1" dirty="0" err="1">
                <a:solidFill>
                  <a:srgbClr val="EAECF0"/>
                </a:solidFill>
                <a:ea typeface="+mn-lt"/>
                <a:cs typeface="+mn-lt"/>
              </a:rPr>
              <a:t>pueri</a:t>
            </a:r>
            <a:r>
              <a:rPr lang="de-DE" sz="1200" i="1" dirty="0">
                <a:solidFill>
                  <a:srgbClr val="EAECF0"/>
                </a:solidFill>
                <a:ea typeface="+mn-lt"/>
                <a:cs typeface="+mn-lt"/>
              </a:rPr>
              <a:t>.</a:t>
            </a:r>
            <a:r>
              <a:rPr lang="de-DE" sz="1000" baseline="30000" dirty="0">
                <a:solidFill>
                  <a:srgbClr val="88A3E8"/>
                </a:solidFill>
                <a:ea typeface="+mn-lt"/>
                <a:cs typeface="+mn-lt"/>
                <a:hlinkClick r:id="rId15"/>
              </a:rPr>
              <a:t>[84]</a:t>
            </a:r>
            <a:r>
              <a:rPr lang="de-DE" sz="1200" dirty="0">
                <a:solidFill>
                  <a:srgbClr val="EAECF0"/>
                </a:solidFill>
                <a:ea typeface="+mn-lt"/>
                <a:cs typeface="+mn-lt"/>
              </a:rPr>
              <a:t> Tallis was </a:t>
            </a:r>
            <a:r>
              <a:rPr lang="de-DE" sz="1200" dirty="0" err="1">
                <a:solidFill>
                  <a:srgbClr val="EAECF0"/>
                </a:solidFill>
                <a:ea typeface="+mn-lt"/>
                <a:cs typeface="+mn-lt"/>
              </a:rPr>
              <a:t>willing</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draw</a:t>
            </a:r>
            <a:r>
              <a:rPr lang="de-DE" sz="1200" dirty="0">
                <a:solidFill>
                  <a:srgbClr val="EAECF0"/>
                </a:solidFill>
                <a:ea typeface="+mn-lt"/>
                <a:cs typeface="+mn-lt"/>
              </a:rPr>
              <a:t> upon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experience</a:t>
            </a:r>
            <a:r>
              <a:rPr lang="de-DE" sz="1200" dirty="0">
                <a:solidFill>
                  <a:srgbClr val="EAECF0"/>
                </a:solidFill>
                <a:ea typeface="+mn-lt"/>
                <a:cs typeface="+mn-lt"/>
              </a:rPr>
              <a:t> in </a:t>
            </a:r>
            <a:r>
              <a:rPr lang="de-DE" sz="1200" dirty="0" err="1">
                <a:solidFill>
                  <a:srgbClr val="EAECF0"/>
                </a:solidFill>
                <a:ea typeface="+mn-lt"/>
                <a:cs typeface="+mn-lt"/>
              </a:rPr>
              <a:t>adopting</a:t>
            </a:r>
            <a:r>
              <a:rPr lang="de-DE" sz="1200" dirty="0">
                <a:solidFill>
                  <a:srgbClr val="EAECF0"/>
                </a:solidFill>
                <a:ea typeface="+mn-lt"/>
                <a:cs typeface="+mn-lt"/>
              </a:rPr>
              <a:t> </a:t>
            </a:r>
            <a:r>
              <a:rPr lang="de-DE" sz="1200" dirty="0" err="1">
                <a:solidFill>
                  <a:srgbClr val="EAECF0"/>
                </a:solidFill>
                <a:ea typeface="+mn-lt"/>
                <a:cs typeface="+mn-lt"/>
              </a:rPr>
              <a:t>Flemish</a:t>
            </a:r>
            <a:r>
              <a:rPr lang="de-DE" sz="1200" dirty="0">
                <a:solidFill>
                  <a:srgbClr val="EAECF0"/>
                </a:solidFill>
                <a:ea typeface="+mn-lt"/>
                <a:cs typeface="+mn-lt"/>
              </a:rPr>
              <a:t> </a:t>
            </a:r>
            <a:r>
              <a:rPr lang="de-DE" sz="1200" dirty="0" err="1">
                <a:solidFill>
                  <a:srgbClr val="EAECF0"/>
                </a:solidFill>
                <a:ea typeface="+mn-lt"/>
                <a:cs typeface="+mn-lt"/>
              </a:rPr>
              <a:t>influences</a:t>
            </a:r>
            <a:r>
              <a:rPr lang="de-DE" sz="1200" dirty="0">
                <a:solidFill>
                  <a:srgbClr val="EAECF0"/>
                </a:solidFill>
                <a:ea typeface="+mn-lt"/>
                <a:cs typeface="+mn-lt"/>
              </a:rPr>
              <a:t>, </a:t>
            </a:r>
            <a:r>
              <a:rPr lang="de-DE" sz="1200" dirty="0" err="1">
                <a:solidFill>
                  <a:srgbClr val="EAECF0"/>
                </a:solidFill>
                <a:ea typeface="+mn-lt"/>
                <a:cs typeface="+mn-lt"/>
              </a:rPr>
              <a:t>while</a:t>
            </a:r>
            <a:r>
              <a:rPr lang="de-DE" sz="1200" dirty="0">
                <a:solidFill>
                  <a:srgbClr val="EAECF0"/>
                </a:solidFill>
                <a:ea typeface="+mn-lt"/>
                <a:cs typeface="+mn-lt"/>
              </a:rPr>
              <a:t> also </a:t>
            </a:r>
            <a:r>
              <a:rPr lang="de-DE" sz="1200" dirty="0" err="1">
                <a:solidFill>
                  <a:srgbClr val="EAECF0"/>
                </a:solidFill>
                <a:ea typeface="+mn-lt"/>
                <a:cs typeface="+mn-lt"/>
              </a:rPr>
              <a:t>retaining</a:t>
            </a:r>
            <a:r>
              <a:rPr lang="de-DE" sz="1200" dirty="0">
                <a:solidFill>
                  <a:srgbClr val="EAECF0"/>
                </a:solidFill>
                <a:ea typeface="+mn-lt"/>
                <a:cs typeface="+mn-lt"/>
              </a:rPr>
              <a:t> English </a:t>
            </a:r>
            <a:r>
              <a:rPr lang="de-DE" sz="1200" dirty="0" err="1">
                <a:solidFill>
                  <a:srgbClr val="EAECF0"/>
                </a:solidFill>
                <a:ea typeface="+mn-lt"/>
                <a:cs typeface="+mn-lt"/>
              </a:rPr>
              <a:t>character</a:t>
            </a:r>
            <a:r>
              <a:rPr lang="de-DE" sz="1200" dirty="0">
                <a:solidFill>
                  <a:srgbClr val="EAECF0"/>
                </a:solidFill>
                <a:ea typeface="+mn-lt"/>
                <a:cs typeface="+mn-lt"/>
              </a:rPr>
              <a:t> in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music</a:t>
            </a:r>
            <a:r>
              <a:rPr lang="de-DE" sz="1200" dirty="0">
                <a:solidFill>
                  <a:srgbClr val="EAECF0"/>
                </a:solidFill>
                <a:ea typeface="+mn-lt"/>
                <a:cs typeface="+mn-lt"/>
              </a:rPr>
              <a:t> </a:t>
            </a:r>
            <a:r>
              <a:rPr lang="de-DE" sz="1200" dirty="0" err="1">
                <a:solidFill>
                  <a:srgbClr val="EAECF0"/>
                </a:solidFill>
                <a:ea typeface="+mn-lt"/>
                <a:cs typeface="+mn-lt"/>
              </a:rPr>
              <a:t>through</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use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16"/>
              </a:rPr>
              <a:t>English cadences.</a:t>
            </a:r>
            <a:r>
              <a:rPr lang="de-DE" sz="1000" baseline="30000" dirty="0">
                <a:solidFill>
                  <a:srgbClr val="88A3E8"/>
                </a:solidFill>
                <a:ea typeface="+mn-lt"/>
                <a:cs typeface="+mn-lt"/>
                <a:hlinkClick r:id="rId16"/>
              </a:rPr>
              <a:t>[28]</a:t>
            </a:r>
            <a:endParaRPr lang="de-DE">
              <a:hlinkClick r:id="rId16"/>
            </a:endParaRPr>
          </a:p>
          <a:p>
            <a:r>
              <a:rPr lang="de-DE" sz="1200" dirty="0">
                <a:solidFill>
                  <a:srgbClr val="EAECF0"/>
                </a:solidFill>
                <a:ea typeface="+mn-lt"/>
                <a:cs typeface="+mn-lt"/>
              </a:rPr>
              <a:t>Tallis was experimental in </a:t>
            </a:r>
            <a:r>
              <a:rPr lang="de-DE" sz="1200" dirty="0" err="1">
                <a:solidFill>
                  <a:srgbClr val="EAECF0"/>
                </a:solidFill>
                <a:ea typeface="+mn-lt"/>
                <a:cs typeface="+mn-lt"/>
              </a:rPr>
              <a:t>his</a:t>
            </a:r>
            <a:r>
              <a:rPr lang="de-DE" sz="1200" dirty="0">
                <a:solidFill>
                  <a:srgbClr val="EAECF0"/>
                </a:solidFill>
                <a:ea typeface="+mn-lt"/>
                <a:cs typeface="+mn-lt"/>
              </a:rPr>
              <a:t> final </a:t>
            </a:r>
            <a:r>
              <a:rPr lang="de-DE" sz="1200" dirty="0" err="1">
                <a:solidFill>
                  <a:srgbClr val="EAECF0"/>
                </a:solidFill>
                <a:ea typeface="+mn-lt"/>
                <a:cs typeface="+mn-lt"/>
              </a:rPr>
              <a:t>known</a:t>
            </a:r>
            <a:r>
              <a:rPr lang="de-DE" sz="1200" dirty="0">
                <a:solidFill>
                  <a:srgbClr val="EAECF0"/>
                </a:solidFill>
                <a:ea typeface="+mn-lt"/>
                <a:cs typeface="+mn-lt"/>
              </a:rPr>
              <a:t> </a:t>
            </a:r>
            <a:r>
              <a:rPr lang="de-DE" sz="1200" dirty="0" err="1">
                <a:solidFill>
                  <a:srgbClr val="EAECF0"/>
                </a:solidFill>
                <a:ea typeface="+mn-lt"/>
                <a:cs typeface="+mn-lt"/>
              </a:rPr>
              <a:t>compositions</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17"/>
              </a:rPr>
              <a:t>1575 Cantiones sacrae</a:t>
            </a:r>
            <a:r>
              <a:rPr lang="de-DE" sz="1200" dirty="0">
                <a:solidFill>
                  <a:srgbClr val="EAECF0"/>
                </a:solidFill>
                <a:ea typeface="+mn-lt"/>
                <a:cs typeface="+mn-lt"/>
              </a:rPr>
              <a:t>: </a:t>
            </a:r>
            <a:r>
              <a:rPr lang="de-DE" sz="1200" i="1" dirty="0">
                <a:solidFill>
                  <a:srgbClr val="EAECF0"/>
                </a:solidFill>
                <a:ea typeface="+mn-lt"/>
                <a:cs typeface="+mn-lt"/>
              </a:rPr>
              <a:t>In </a:t>
            </a:r>
            <a:r>
              <a:rPr lang="de-DE" sz="1200" i="1" dirty="0" err="1">
                <a:solidFill>
                  <a:srgbClr val="EAECF0"/>
                </a:solidFill>
                <a:ea typeface="+mn-lt"/>
                <a:cs typeface="+mn-lt"/>
              </a:rPr>
              <a:t>jejunio</a:t>
            </a:r>
            <a:r>
              <a:rPr lang="de-DE" sz="1200" dirty="0">
                <a:solidFill>
                  <a:srgbClr val="EAECF0"/>
                </a:solidFill>
                <a:ea typeface="+mn-lt"/>
                <a:cs typeface="+mn-lt"/>
              </a:rPr>
              <a:t> </a:t>
            </a:r>
            <a:r>
              <a:rPr lang="de-DE" sz="1200" dirty="0" err="1">
                <a:solidFill>
                  <a:srgbClr val="EAECF0"/>
                </a:solidFill>
                <a:ea typeface="+mn-lt"/>
                <a:cs typeface="+mn-lt"/>
              </a:rPr>
              <a:t>has</a:t>
            </a:r>
            <a:r>
              <a:rPr lang="de-DE" sz="1200" dirty="0">
                <a:solidFill>
                  <a:srgbClr val="EAECF0"/>
                </a:solidFill>
                <a:ea typeface="+mn-lt"/>
                <a:cs typeface="+mn-lt"/>
              </a:rPr>
              <a:t> a high </a:t>
            </a:r>
            <a:r>
              <a:rPr lang="de-DE" sz="1200" dirty="0" err="1">
                <a:solidFill>
                  <a:srgbClr val="EAECF0"/>
                </a:solidFill>
                <a:ea typeface="+mn-lt"/>
                <a:cs typeface="+mn-lt"/>
              </a:rPr>
              <a:t>amount</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18"/>
              </a:rPr>
              <a:t>word-painting</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motet</a:t>
            </a:r>
            <a:r>
              <a:rPr lang="de-DE" sz="1200" dirty="0">
                <a:solidFill>
                  <a:srgbClr val="EAECF0"/>
                </a:solidFill>
                <a:ea typeface="+mn-lt"/>
                <a:cs typeface="+mn-lt"/>
              </a:rPr>
              <a:t> </a:t>
            </a:r>
            <a:r>
              <a:rPr lang="de-DE" sz="1200" dirty="0" err="1">
                <a:solidFill>
                  <a:srgbClr val="EAECF0"/>
                </a:solidFill>
                <a:ea typeface="+mn-lt"/>
                <a:cs typeface="+mn-lt"/>
              </a:rPr>
              <a:t>being</a:t>
            </a:r>
            <a:r>
              <a:rPr lang="de-DE" sz="1200" dirty="0">
                <a:solidFill>
                  <a:srgbClr val="EAECF0"/>
                </a:solidFill>
                <a:ea typeface="+mn-lt"/>
                <a:cs typeface="+mn-lt"/>
              </a:rPr>
              <a:t> </a:t>
            </a:r>
            <a:r>
              <a:rPr lang="de-DE" sz="1200" dirty="0" err="1">
                <a:solidFill>
                  <a:srgbClr val="EAECF0"/>
                </a:solidFill>
                <a:ea typeface="+mn-lt"/>
                <a:cs typeface="+mn-lt"/>
              </a:rPr>
              <a:t>purposely</a:t>
            </a:r>
            <a:r>
              <a:rPr lang="de-DE" sz="1200" dirty="0">
                <a:solidFill>
                  <a:srgbClr val="EAECF0"/>
                </a:solidFill>
                <a:ea typeface="+mn-lt"/>
                <a:cs typeface="+mn-lt"/>
              </a:rPr>
              <a:t> and </a:t>
            </a:r>
            <a:r>
              <a:rPr lang="de-DE" sz="1200" dirty="0" err="1">
                <a:solidFill>
                  <a:srgbClr val="EAECF0"/>
                </a:solidFill>
                <a:ea typeface="+mn-lt"/>
                <a:cs typeface="+mn-lt"/>
              </a:rPr>
              <a:t>unusually</a:t>
            </a:r>
            <a:r>
              <a:rPr lang="de-DE" sz="1200" dirty="0">
                <a:solidFill>
                  <a:srgbClr val="EAECF0"/>
                </a:solidFill>
                <a:ea typeface="+mn-lt"/>
                <a:cs typeface="+mn-lt"/>
              </a:rPr>
              <a:t> printed at a </a:t>
            </a:r>
            <a:r>
              <a:rPr lang="de-DE" sz="1200" dirty="0" err="1">
                <a:solidFill>
                  <a:srgbClr val="EAECF0"/>
                </a:solidFill>
                <a:ea typeface="+mn-lt"/>
                <a:cs typeface="+mn-lt"/>
              </a:rPr>
              <a:t>low</a:t>
            </a:r>
            <a:r>
              <a:rPr lang="de-DE" sz="1200" dirty="0">
                <a:solidFill>
                  <a:srgbClr val="EAECF0"/>
                </a:solidFill>
                <a:ea typeface="+mn-lt"/>
                <a:cs typeface="+mn-lt"/>
              </a:rPr>
              <a:t> pitch</a:t>
            </a:r>
            <a:r>
              <a:rPr lang="de-DE" sz="1000" baseline="30000" dirty="0">
                <a:solidFill>
                  <a:srgbClr val="88A3E8"/>
                </a:solidFill>
                <a:ea typeface="+mn-lt"/>
                <a:cs typeface="+mn-lt"/>
                <a:hlinkClick r:id="rId19"/>
              </a:rPr>
              <a:t>[85]</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reflect</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sorrowful</a:t>
            </a:r>
            <a:r>
              <a:rPr lang="de-DE" sz="1200" dirty="0">
                <a:solidFill>
                  <a:srgbClr val="EAECF0"/>
                </a:solidFill>
                <a:ea typeface="+mn-lt"/>
                <a:cs typeface="+mn-lt"/>
              </a:rPr>
              <a:t> </a:t>
            </a:r>
            <a:r>
              <a:rPr lang="de-DE" sz="1200" dirty="0" err="1">
                <a:solidFill>
                  <a:srgbClr val="EAECF0"/>
                </a:solidFill>
                <a:ea typeface="+mn-lt"/>
                <a:cs typeface="+mn-lt"/>
              </a:rPr>
              <a:t>nature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Lenten</a:t>
            </a:r>
            <a:r>
              <a:rPr lang="de-DE" sz="1200" dirty="0">
                <a:solidFill>
                  <a:srgbClr val="EAECF0"/>
                </a:solidFill>
                <a:ea typeface="+mn-lt"/>
                <a:cs typeface="+mn-lt"/>
              </a:rPr>
              <a:t> </a:t>
            </a:r>
            <a:r>
              <a:rPr lang="de-DE" sz="1200" dirty="0" err="1">
                <a:solidFill>
                  <a:srgbClr val="EAECF0"/>
                </a:solidFill>
                <a:ea typeface="+mn-lt"/>
                <a:cs typeface="+mn-lt"/>
              </a:rPr>
              <a:t>text</a:t>
            </a:r>
            <a:r>
              <a:rPr lang="de-DE" sz="1200" dirty="0">
                <a:solidFill>
                  <a:srgbClr val="EAECF0"/>
                </a:solidFill>
                <a:ea typeface="+mn-lt"/>
                <a:cs typeface="+mn-lt"/>
              </a:rPr>
              <a:t>.</a:t>
            </a:r>
            <a:r>
              <a:rPr lang="de-DE" sz="1000" baseline="30000" dirty="0">
                <a:solidFill>
                  <a:srgbClr val="88A3E8"/>
                </a:solidFill>
                <a:ea typeface="+mn-lt"/>
                <a:cs typeface="+mn-lt"/>
                <a:hlinkClick r:id="rId20"/>
              </a:rPr>
              <a:t>[86]</a:t>
            </a:r>
            <a:r>
              <a:rPr lang="de-DE" sz="1200" dirty="0">
                <a:solidFill>
                  <a:srgbClr val="EAECF0"/>
                </a:solidFill>
                <a:ea typeface="+mn-lt"/>
                <a:cs typeface="+mn-lt"/>
              </a:rPr>
              <a:t> </a:t>
            </a:r>
            <a:r>
              <a:rPr lang="de-DE" sz="1200" i="1" dirty="0" err="1">
                <a:solidFill>
                  <a:srgbClr val="EAECF0"/>
                </a:solidFill>
                <a:ea typeface="+mn-lt"/>
                <a:cs typeface="+mn-lt"/>
              </a:rPr>
              <a:t>Derelinquat</a:t>
            </a:r>
            <a:r>
              <a:rPr lang="de-DE" sz="1200" i="1" dirty="0">
                <a:solidFill>
                  <a:srgbClr val="EAECF0"/>
                </a:solidFill>
                <a:ea typeface="+mn-lt"/>
                <a:cs typeface="+mn-lt"/>
              </a:rPr>
              <a:t> </a:t>
            </a:r>
            <a:r>
              <a:rPr lang="de-DE" sz="1200" i="1" dirty="0" err="1">
                <a:solidFill>
                  <a:srgbClr val="EAECF0"/>
                </a:solidFill>
                <a:ea typeface="+mn-lt"/>
                <a:cs typeface="+mn-lt"/>
              </a:rPr>
              <a:t>impius</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simply</a:t>
            </a:r>
            <a:r>
              <a:rPr lang="de-DE" sz="1200" dirty="0">
                <a:solidFill>
                  <a:srgbClr val="EAECF0"/>
                </a:solidFill>
                <a:ea typeface="+mn-lt"/>
                <a:cs typeface="+mn-lt"/>
              </a:rPr>
              <a:t> bizarre in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it</a:t>
            </a:r>
            <a:r>
              <a:rPr lang="de-DE" sz="1200" dirty="0">
                <a:solidFill>
                  <a:srgbClr val="EAECF0"/>
                </a:solidFill>
                <a:ea typeface="+mn-lt"/>
                <a:cs typeface="+mn-lt"/>
              </a:rPr>
              <a:t> </a:t>
            </a:r>
            <a:r>
              <a:rPr lang="de-DE" sz="1200" dirty="0" err="1">
                <a:solidFill>
                  <a:srgbClr val="EAECF0"/>
                </a:solidFill>
                <a:ea typeface="+mn-lt"/>
                <a:cs typeface="+mn-lt"/>
              </a:rPr>
              <a:t>defies</a:t>
            </a:r>
            <a:r>
              <a:rPr lang="de-DE" sz="1200" dirty="0">
                <a:solidFill>
                  <a:srgbClr val="EAECF0"/>
                </a:solidFill>
                <a:ea typeface="+mn-lt"/>
                <a:cs typeface="+mn-lt"/>
              </a:rPr>
              <a:t> </a:t>
            </a:r>
            <a:r>
              <a:rPr lang="de-DE" sz="1200" dirty="0" err="1">
                <a:solidFill>
                  <a:srgbClr val="EAECF0"/>
                </a:solidFill>
                <a:ea typeface="+mn-lt"/>
                <a:cs typeface="+mn-lt"/>
              </a:rPr>
              <a:t>any</a:t>
            </a:r>
            <a:r>
              <a:rPr lang="de-DE" sz="1200" dirty="0">
                <a:solidFill>
                  <a:srgbClr val="EAECF0"/>
                </a:solidFill>
                <a:ea typeface="+mn-lt"/>
                <a:cs typeface="+mn-lt"/>
              </a:rPr>
              <a:t> initial tonal </a:t>
            </a:r>
            <a:r>
              <a:rPr lang="de-DE" sz="1200" dirty="0" err="1">
                <a:solidFill>
                  <a:srgbClr val="EAECF0"/>
                </a:solidFill>
                <a:ea typeface="+mn-lt"/>
                <a:cs typeface="+mn-lt"/>
              </a:rPr>
              <a:t>centre</a:t>
            </a:r>
            <a:r>
              <a:rPr lang="de-DE" sz="1200" dirty="0">
                <a:solidFill>
                  <a:srgbClr val="EAECF0"/>
                </a:solidFill>
                <a:ea typeface="+mn-lt"/>
                <a:cs typeface="+mn-lt"/>
              </a:rPr>
              <a:t>. </a:t>
            </a:r>
            <a:r>
              <a:rPr lang="de-DE" sz="1200" dirty="0" err="1">
                <a:solidFill>
                  <a:srgbClr val="EAECF0"/>
                </a:solidFill>
                <a:ea typeface="+mn-lt"/>
                <a:cs typeface="+mn-lt"/>
              </a:rPr>
              <a:t>Continuous</a:t>
            </a:r>
            <a:r>
              <a:rPr lang="de-DE" sz="1200" dirty="0">
                <a:solidFill>
                  <a:srgbClr val="EAECF0"/>
                </a:solidFill>
                <a:ea typeface="+mn-lt"/>
                <a:cs typeface="+mn-lt"/>
              </a:rPr>
              <a:t> </a:t>
            </a:r>
            <a:r>
              <a:rPr lang="de-DE" sz="1200" dirty="0" err="1">
                <a:solidFill>
                  <a:srgbClr val="EAECF0"/>
                </a:solidFill>
                <a:ea typeface="+mn-lt"/>
                <a:cs typeface="+mn-lt"/>
              </a:rPr>
              <a:t>peregrinations</a:t>
            </a:r>
            <a:r>
              <a:rPr lang="de-DE" sz="1200" dirty="0">
                <a:solidFill>
                  <a:srgbClr val="EAECF0"/>
                </a:solidFill>
                <a:ea typeface="+mn-lt"/>
                <a:cs typeface="+mn-lt"/>
              </a:rPr>
              <a:t> and </a:t>
            </a:r>
            <a:r>
              <a:rPr lang="de-DE" sz="1200" dirty="0" err="1">
                <a:solidFill>
                  <a:srgbClr val="EAECF0"/>
                </a:solidFill>
                <a:ea typeface="+mn-lt"/>
                <a:cs typeface="+mn-lt"/>
              </a:rPr>
              <a:t>eccentric</a:t>
            </a:r>
            <a:r>
              <a:rPr lang="de-DE" sz="1200" dirty="0">
                <a:solidFill>
                  <a:srgbClr val="EAECF0"/>
                </a:solidFill>
                <a:ea typeface="+mn-lt"/>
                <a:cs typeface="+mn-lt"/>
              </a:rPr>
              <a:t> </a:t>
            </a:r>
            <a:r>
              <a:rPr lang="de-DE" sz="1200" dirty="0" err="1">
                <a:solidFill>
                  <a:srgbClr val="EAECF0"/>
                </a:solidFill>
                <a:ea typeface="+mn-lt"/>
                <a:cs typeface="+mn-lt"/>
              </a:rPr>
              <a:t>seventh</a:t>
            </a:r>
            <a:r>
              <a:rPr lang="de-DE" sz="1200" dirty="0">
                <a:solidFill>
                  <a:srgbClr val="EAECF0"/>
                </a:solidFill>
                <a:ea typeface="+mn-lt"/>
                <a:cs typeface="+mn-lt"/>
              </a:rPr>
              <a:t> </a:t>
            </a:r>
            <a:r>
              <a:rPr lang="de-DE" sz="1200" dirty="0" err="1">
                <a:solidFill>
                  <a:srgbClr val="EAECF0"/>
                </a:solidFill>
                <a:ea typeface="+mn-lt"/>
                <a:cs typeface="+mn-lt"/>
              </a:rPr>
              <a:t>intervals</a:t>
            </a:r>
            <a:r>
              <a:rPr lang="de-DE" sz="1200" dirty="0">
                <a:solidFill>
                  <a:srgbClr val="EAECF0"/>
                </a:solidFill>
                <a:ea typeface="+mn-lt"/>
                <a:cs typeface="+mn-lt"/>
              </a:rPr>
              <a:t> at </a:t>
            </a:r>
            <a:r>
              <a:rPr lang="de-DE" sz="1200" dirty="0" err="1">
                <a:solidFill>
                  <a:srgbClr val="EAECF0"/>
                </a:solidFill>
                <a:ea typeface="+mn-lt"/>
                <a:cs typeface="+mn-lt"/>
              </a:rPr>
              <a:t>every</a:t>
            </a:r>
            <a:r>
              <a:rPr lang="de-DE" sz="1200" dirty="0">
                <a:solidFill>
                  <a:srgbClr val="EAECF0"/>
                </a:solidFill>
                <a:ea typeface="+mn-lt"/>
                <a:cs typeface="+mn-lt"/>
              </a:rPr>
              <a:t> "</a:t>
            </a:r>
            <a:r>
              <a:rPr lang="de-DE" sz="1200" dirty="0" err="1">
                <a:solidFill>
                  <a:srgbClr val="EAECF0"/>
                </a:solidFill>
                <a:ea typeface="+mn-lt"/>
                <a:cs typeface="+mn-lt"/>
              </a:rPr>
              <a:t>misericors</a:t>
            </a:r>
            <a:r>
              <a:rPr lang="de-DE" sz="1200" dirty="0">
                <a:solidFill>
                  <a:srgbClr val="EAECF0"/>
                </a:solidFill>
                <a:ea typeface="+mn-lt"/>
                <a:cs typeface="+mn-lt"/>
              </a:rPr>
              <a:t> </a:t>
            </a:r>
            <a:r>
              <a:rPr lang="de-DE" sz="1200" dirty="0" err="1">
                <a:solidFill>
                  <a:srgbClr val="EAECF0"/>
                </a:solidFill>
                <a:ea typeface="+mn-lt"/>
                <a:cs typeface="+mn-lt"/>
              </a:rPr>
              <a:t>est</a:t>
            </a:r>
            <a:r>
              <a:rPr lang="de-DE" sz="1200" dirty="0">
                <a:solidFill>
                  <a:srgbClr val="EAECF0"/>
                </a:solidFill>
                <a:ea typeface="+mn-lt"/>
                <a:cs typeface="+mn-lt"/>
              </a:rPr>
              <a:t>"</a:t>
            </a:r>
            <a:r>
              <a:rPr lang="de-DE" sz="1000" baseline="30000" dirty="0">
                <a:solidFill>
                  <a:srgbClr val="88A3E8"/>
                </a:solidFill>
                <a:ea typeface="+mn-lt"/>
                <a:cs typeface="+mn-lt"/>
                <a:hlinkClick r:id="rId21"/>
              </a:rPr>
              <a:t>[87]</a:t>
            </a:r>
            <a:r>
              <a:rPr lang="de-DE" sz="1200" dirty="0">
                <a:solidFill>
                  <a:srgbClr val="EAECF0"/>
                </a:solidFill>
                <a:ea typeface="+mn-lt"/>
                <a:cs typeface="+mn-lt"/>
              </a:rPr>
              <a:t> </a:t>
            </a:r>
            <a:r>
              <a:rPr lang="de-DE" sz="1200" dirty="0" err="1">
                <a:solidFill>
                  <a:srgbClr val="EAECF0"/>
                </a:solidFill>
                <a:ea typeface="+mn-lt"/>
                <a:cs typeface="+mn-lt"/>
              </a:rPr>
              <a:t>convey</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waywardness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wicked</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text</a:t>
            </a:r>
            <a:r>
              <a:rPr lang="de-DE" sz="1200" dirty="0">
                <a:solidFill>
                  <a:srgbClr val="EAECF0"/>
                </a:solidFill>
                <a:ea typeface="+mn-lt"/>
                <a:cs typeface="+mn-lt"/>
              </a:rPr>
              <a:t>.</a:t>
            </a:r>
            <a:r>
              <a:rPr lang="de-DE" sz="1000" baseline="30000" dirty="0">
                <a:solidFill>
                  <a:srgbClr val="88A3E8"/>
                </a:solidFill>
                <a:ea typeface="+mn-lt"/>
                <a:cs typeface="+mn-lt"/>
                <a:hlinkClick r:id="rId22"/>
              </a:rPr>
              <a:t>[88]</a:t>
            </a:r>
            <a:endParaRPr lang="de-DE"/>
          </a:p>
          <a:p>
            <a:endParaRPr lang="de-DE" dirty="0"/>
          </a:p>
        </p:txBody>
      </p:sp>
    </p:spTree>
    <p:extLst>
      <p:ext uri="{BB962C8B-B14F-4D97-AF65-F5344CB8AC3E}">
        <p14:creationId xmlns:p14="http://schemas.microsoft.com/office/powerpoint/2010/main" val="41376134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BED192-5120-3838-2174-C95FA705DEE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D62C6D3-1593-D42A-28FB-608B2914E0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Rectangle 8">
            <a:extLst>
              <a:ext uri="{FF2B5EF4-FFF2-40B4-BE49-F238E27FC236}">
                <a16:creationId xmlns:a16="http://schemas.microsoft.com/office/drawing/2014/main" id="{895F89F2-9A30-4BEB-F5D3-D37F6FF89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1" name="Rectangle 10">
            <a:extLst>
              <a:ext uri="{FF2B5EF4-FFF2-40B4-BE49-F238E27FC236}">
                <a16:creationId xmlns:a16="http://schemas.microsoft.com/office/drawing/2014/main" id="{4E9926B9-39D8-9E71-A07D-E95546DDE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AB27702-95B8-6245-2653-EE0F7806639C}"/>
              </a:ext>
            </a:extLst>
          </p:cNvPr>
          <p:cNvSpPr>
            <a:spLocks noGrp="1"/>
          </p:cNvSpPr>
          <p:nvPr>
            <p:ph type="title"/>
          </p:nvPr>
        </p:nvSpPr>
        <p:spPr>
          <a:xfrm>
            <a:off x="4071590" y="2233257"/>
            <a:ext cx="6458614" cy="2397491"/>
          </a:xfrm>
        </p:spPr>
        <p:txBody>
          <a:bodyPr vert="horz" lIns="91440" tIns="45720" rIns="91440" bIns="45720" rtlCol="0" anchor="t">
            <a:normAutofit/>
          </a:bodyPr>
          <a:lstStyle/>
          <a:p>
            <a:pPr algn="ctr"/>
            <a:r>
              <a:rPr lang="en-US" sz="7200" dirty="0"/>
              <a:t>Legacy</a:t>
            </a:r>
            <a:br>
              <a:rPr lang="en-US" sz="7200" dirty="0"/>
            </a:br>
            <a:endParaRPr lang="en-US" sz="7200" dirty="0"/>
          </a:p>
        </p:txBody>
      </p:sp>
      <p:sp>
        <p:nvSpPr>
          <p:cNvPr id="13" name="Rectangle 12">
            <a:extLst>
              <a:ext uri="{FF2B5EF4-FFF2-40B4-BE49-F238E27FC236}">
                <a16:creationId xmlns:a16="http://schemas.microsoft.com/office/drawing/2014/main" id="{DAF266F2-3F7A-DDEF-612E-F6A8C0131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5"/>
            <a:ext cx="4067325"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Rectangle 14">
            <a:extLst>
              <a:ext uri="{FF2B5EF4-FFF2-40B4-BE49-F238E27FC236}">
                <a16:creationId xmlns:a16="http://schemas.microsoft.com/office/drawing/2014/main" id="{88D4F803-46EB-AEB1-35C8-C6D47AE01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2747133"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8439634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33959CE-01A0-9F33-E3CD-C89411049FE3}"/>
              </a:ext>
            </a:extLst>
          </p:cNvPr>
          <p:cNvSpPr>
            <a:spLocks noGrp="1"/>
          </p:cNvSpPr>
          <p:nvPr>
            <p:ph type="title"/>
          </p:nvPr>
        </p:nvSpPr>
        <p:spPr/>
        <p:txBody>
          <a:bodyPr/>
          <a:lstStyle/>
          <a:p>
            <a:r>
              <a:rPr lang="de-DE" sz="4000" dirty="0" err="1">
                <a:solidFill>
                  <a:srgbClr val="F8F9FA"/>
                </a:solidFill>
                <a:ea typeface="+mj-lt"/>
                <a:cs typeface="+mj-lt"/>
              </a:rPr>
              <a:t>Influence</a:t>
            </a:r>
            <a:r>
              <a:rPr lang="de-DE" sz="4000" dirty="0">
                <a:solidFill>
                  <a:srgbClr val="F8F9FA"/>
                </a:solidFill>
                <a:ea typeface="+mj-lt"/>
                <a:cs typeface="+mj-lt"/>
              </a:rPr>
              <a:t> and Reputation</a:t>
            </a:r>
            <a:endParaRPr lang="de-DE" sz="4000" dirty="0"/>
          </a:p>
        </p:txBody>
      </p:sp>
      <p:sp>
        <p:nvSpPr>
          <p:cNvPr id="3" name="Inhaltsplatzhalter 2">
            <a:extLst>
              <a:ext uri="{FF2B5EF4-FFF2-40B4-BE49-F238E27FC236}">
                <a16:creationId xmlns:a16="http://schemas.microsoft.com/office/drawing/2014/main" id="{6456993F-3C1A-C5E4-E456-6D384FA2F7BC}"/>
              </a:ext>
            </a:extLst>
          </p:cNvPr>
          <p:cNvSpPr>
            <a:spLocks noGrp="1"/>
          </p:cNvSpPr>
          <p:nvPr>
            <p:ph idx="1"/>
          </p:nvPr>
        </p:nvSpPr>
        <p:spPr>
          <a:xfrm>
            <a:off x="1587710" y="1454046"/>
            <a:ext cx="9486690" cy="4632122"/>
          </a:xfrm>
        </p:spPr>
        <p:txBody>
          <a:bodyPr vert="horz" lIns="91440" tIns="45720" rIns="91440" bIns="45720" rtlCol="0" anchor="t">
            <a:normAutofit lnSpcReduction="10000"/>
          </a:bodyPr>
          <a:lstStyle/>
          <a:p>
            <a:r>
              <a:rPr lang="de-DE" sz="1200" dirty="0">
                <a:solidFill>
                  <a:srgbClr val="EAECF0"/>
                </a:solidFill>
                <a:ea typeface="+mn-lt"/>
                <a:cs typeface="+mn-lt"/>
              </a:rPr>
              <a:t>Tallis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remembered</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primarily</a:t>
            </a:r>
            <a:r>
              <a:rPr lang="de-DE" sz="1200" dirty="0">
                <a:solidFill>
                  <a:srgbClr val="EAECF0"/>
                </a:solidFill>
                <a:ea typeface="+mn-lt"/>
                <a:cs typeface="+mn-lt"/>
              </a:rPr>
              <a:t> a </a:t>
            </a:r>
            <a:r>
              <a:rPr lang="de-DE" sz="1200" dirty="0" err="1">
                <a:solidFill>
                  <a:srgbClr val="EAECF0"/>
                </a:solidFill>
                <a:ea typeface="+mn-lt"/>
                <a:cs typeface="+mn-lt"/>
              </a:rPr>
              <a:t>composer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2"/>
              </a:rPr>
              <a:t>sacred</a:t>
            </a:r>
            <a:r>
              <a:rPr lang="de-DE" sz="1200" dirty="0">
                <a:solidFill>
                  <a:srgbClr val="EAECF0"/>
                </a:solidFill>
                <a:ea typeface="+mn-lt"/>
                <a:cs typeface="+mn-lt"/>
              </a:rPr>
              <a:t> </a:t>
            </a:r>
            <a:r>
              <a:rPr lang="de-DE" sz="1200" dirty="0" err="1">
                <a:solidFill>
                  <a:srgbClr val="EAECF0"/>
                </a:solidFill>
                <a:ea typeface="+mn-lt"/>
                <a:cs typeface="+mn-lt"/>
              </a:rPr>
              <a:t>vocal</a:t>
            </a:r>
            <a:r>
              <a:rPr lang="de-DE" sz="1200" dirty="0">
                <a:solidFill>
                  <a:srgbClr val="EAECF0"/>
                </a:solidFill>
                <a:ea typeface="+mn-lt"/>
                <a:cs typeface="+mn-lt"/>
              </a:rPr>
              <a:t> </a:t>
            </a:r>
            <a:r>
              <a:rPr lang="de-DE" sz="1200" dirty="0" err="1">
                <a:solidFill>
                  <a:srgbClr val="EAECF0"/>
                </a:solidFill>
                <a:ea typeface="+mn-lt"/>
                <a:cs typeface="+mn-lt"/>
              </a:rPr>
              <a:t>music</a:t>
            </a:r>
            <a:r>
              <a:rPr lang="de-DE" sz="1200" dirty="0">
                <a:solidFill>
                  <a:srgbClr val="EAECF0"/>
                </a:solidFill>
                <a:ea typeface="+mn-lt"/>
                <a:cs typeface="+mn-lt"/>
              </a:rPr>
              <a:t>, in </a:t>
            </a:r>
            <a:r>
              <a:rPr lang="de-DE" sz="1200" dirty="0" err="1">
                <a:solidFill>
                  <a:srgbClr val="EAECF0"/>
                </a:solidFill>
                <a:ea typeface="+mn-lt"/>
                <a:cs typeface="+mn-lt"/>
              </a:rPr>
              <a:t>part</a:t>
            </a:r>
            <a:r>
              <a:rPr lang="de-DE" sz="1200" dirty="0">
                <a:solidFill>
                  <a:srgbClr val="EAECF0"/>
                </a:solidFill>
                <a:ea typeface="+mn-lt"/>
                <a:cs typeface="+mn-lt"/>
              </a:rPr>
              <a:t> </a:t>
            </a:r>
            <a:r>
              <a:rPr lang="de-DE" sz="1200" dirty="0" err="1">
                <a:solidFill>
                  <a:srgbClr val="EAECF0"/>
                </a:solidFill>
                <a:ea typeface="+mn-lt"/>
                <a:cs typeface="+mn-lt"/>
              </a:rPr>
              <a:t>because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small</a:t>
            </a:r>
            <a:r>
              <a:rPr lang="de-DE" sz="1200" dirty="0">
                <a:solidFill>
                  <a:srgbClr val="EAECF0"/>
                </a:solidFill>
                <a:ea typeface="+mn-lt"/>
                <a:cs typeface="+mn-lt"/>
              </a:rPr>
              <a:t> </a:t>
            </a:r>
            <a:r>
              <a:rPr lang="de-DE" sz="1200" dirty="0" err="1">
                <a:solidFill>
                  <a:srgbClr val="EAECF0"/>
                </a:solidFill>
                <a:ea typeface="+mn-lt"/>
                <a:cs typeface="+mn-lt"/>
              </a:rPr>
              <a:t>output</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instrumental and </a:t>
            </a:r>
            <a:r>
              <a:rPr lang="de-DE" sz="1200" dirty="0" err="1">
                <a:solidFill>
                  <a:srgbClr val="EAECF0"/>
                </a:solidFill>
                <a:ea typeface="+mn-lt"/>
                <a:cs typeface="+mn-lt"/>
              </a:rPr>
              <a:t>secular</a:t>
            </a:r>
            <a:r>
              <a:rPr lang="de-DE" sz="1200" dirty="0">
                <a:solidFill>
                  <a:srgbClr val="EAECF0"/>
                </a:solidFill>
                <a:ea typeface="+mn-lt"/>
                <a:cs typeface="+mn-lt"/>
              </a:rPr>
              <a:t> </a:t>
            </a:r>
            <a:r>
              <a:rPr lang="de-DE" sz="1200" dirty="0" err="1">
                <a:solidFill>
                  <a:srgbClr val="EAECF0"/>
                </a:solidFill>
                <a:ea typeface="+mn-lt"/>
                <a:cs typeface="+mn-lt"/>
              </a:rPr>
              <a:t>music</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a:t>
            </a:r>
            <a:r>
              <a:rPr lang="de-DE" sz="1200" dirty="0" err="1">
                <a:solidFill>
                  <a:srgbClr val="EAECF0"/>
                </a:solidFill>
                <a:ea typeface="+mn-lt"/>
                <a:cs typeface="+mn-lt"/>
              </a:rPr>
              <a:t>can</a:t>
            </a:r>
            <a:r>
              <a:rPr lang="de-DE" sz="1200" dirty="0">
                <a:solidFill>
                  <a:srgbClr val="EAECF0"/>
                </a:solidFill>
                <a:ea typeface="+mn-lt"/>
                <a:cs typeface="+mn-lt"/>
              </a:rPr>
              <a:t> </a:t>
            </a:r>
            <a:r>
              <a:rPr lang="de-DE" sz="1200" dirty="0" err="1">
                <a:solidFill>
                  <a:srgbClr val="EAECF0"/>
                </a:solidFill>
                <a:ea typeface="+mn-lt"/>
                <a:cs typeface="+mn-lt"/>
              </a:rPr>
              <a:t>be</a:t>
            </a:r>
            <a:r>
              <a:rPr lang="de-DE" sz="1200" dirty="0">
                <a:solidFill>
                  <a:srgbClr val="EAECF0"/>
                </a:solidFill>
                <a:ea typeface="+mn-lt"/>
                <a:cs typeface="+mn-lt"/>
              </a:rPr>
              <a:t> </a:t>
            </a:r>
            <a:r>
              <a:rPr lang="de-DE" sz="1200" dirty="0" err="1">
                <a:solidFill>
                  <a:srgbClr val="EAECF0"/>
                </a:solidFill>
                <a:ea typeface="+mn-lt"/>
                <a:cs typeface="+mn-lt"/>
              </a:rPr>
              <a:t>successfully</a:t>
            </a:r>
            <a:r>
              <a:rPr lang="de-DE" sz="1200" dirty="0">
                <a:solidFill>
                  <a:srgbClr val="EAECF0"/>
                </a:solidFill>
                <a:ea typeface="+mn-lt"/>
                <a:cs typeface="+mn-lt"/>
              </a:rPr>
              <a:t> </a:t>
            </a:r>
            <a:r>
              <a:rPr lang="de-DE" sz="1200" dirty="0" err="1">
                <a:solidFill>
                  <a:srgbClr val="EAECF0"/>
                </a:solidFill>
                <a:ea typeface="+mn-lt"/>
                <a:cs typeface="+mn-lt"/>
              </a:rPr>
              <a:t>attributed</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him</a:t>
            </a:r>
            <a:r>
              <a:rPr lang="de-DE" sz="1200" dirty="0">
                <a:solidFill>
                  <a:srgbClr val="EAECF0"/>
                </a:solidFill>
                <a:ea typeface="+mn-lt"/>
                <a:cs typeface="+mn-lt"/>
              </a:rPr>
              <a:t>.</a:t>
            </a:r>
            <a:r>
              <a:rPr lang="de-DE" sz="1000" baseline="30000" dirty="0">
                <a:solidFill>
                  <a:srgbClr val="88A3E8"/>
                </a:solidFill>
                <a:ea typeface="+mn-lt"/>
                <a:cs typeface="+mn-lt"/>
                <a:hlinkClick r:id="rId3"/>
              </a:rPr>
              <a:t>[89]</a:t>
            </a:r>
            <a:r>
              <a:rPr lang="de-DE" sz="1200" dirty="0">
                <a:solidFill>
                  <a:srgbClr val="EAECF0"/>
                </a:solidFill>
                <a:ea typeface="+mn-lt"/>
                <a:cs typeface="+mn-lt"/>
              </a:rPr>
              <a:t> Records </a:t>
            </a:r>
            <a:r>
              <a:rPr lang="de-DE" sz="1200" dirty="0" err="1">
                <a:solidFill>
                  <a:srgbClr val="EAECF0"/>
                </a:solidFill>
                <a:ea typeface="+mn-lt"/>
                <a:cs typeface="+mn-lt"/>
              </a:rPr>
              <a:t>are</a:t>
            </a:r>
            <a:r>
              <a:rPr lang="de-DE" sz="1200" dirty="0">
                <a:solidFill>
                  <a:srgbClr val="EAECF0"/>
                </a:solidFill>
                <a:ea typeface="+mn-lt"/>
                <a:cs typeface="+mn-lt"/>
              </a:rPr>
              <a:t> </a:t>
            </a:r>
            <a:r>
              <a:rPr lang="de-DE" sz="1200" dirty="0" err="1">
                <a:solidFill>
                  <a:srgbClr val="EAECF0"/>
                </a:solidFill>
                <a:ea typeface="+mn-lt"/>
                <a:cs typeface="+mn-lt"/>
              </a:rPr>
              <a:t>incomplete</a:t>
            </a:r>
            <a:r>
              <a:rPr lang="de-DE" sz="1200" dirty="0">
                <a:solidFill>
                  <a:srgbClr val="EAECF0"/>
                </a:solidFill>
                <a:ea typeface="+mn-lt"/>
                <a:cs typeface="+mn-lt"/>
              </a:rPr>
              <a:t> on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previous</a:t>
            </a:r>
            <a:r>
              <a:rPr lang="de-DE" sz="1200" dirty="0">
                <a:solidFill>
                  <a:srgbClr val="EAECF0"/>
                </a:solidFill>
                <a:ea typeface="+mn-lt"/>
                <a:cs typeface="+mn-lt"/>
              </a:rPr>
              <a:t> </a:t>
            </a:r>
            <a:r>
              <a:rPr lang="de-DE" sz="1200" dirty="0" err="1">
                <a:solidFill>
                  <a:srgbClr val="EAECF0"/>
                </a:solidFill>
                <a:ea typeface="+mn-lt"/>
                <a:cs typeface="+mn-lt"/>
              </a:rPr>
              <a:t>periods</a:t>
            </a:r>
            <a:r>
              <a:rPr lang="de-DE" sz="1200" dirty="0">
                <a:solidFill>
                  <a:srgbClr val="EAECF0"/>
                </a:solidFill>
                <a:ea typeface="+mn-lt"/>
                <a:cs typeface="+mn-lt"/>
              </a:rPr>
              <a:t>; 11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18 </a:t>
            </a:r>
            <a:r>
              <a:rPr lang="de-DE" sz="1200" dirty="0" err="1">
                <a:solidFill>
                  <a:srgbClr val="EAECF0"/>
                </a:solidFill>
                <a:ea typeface="+mn-lt"/>
                <a:cs typeface="+mn-lt"/>
              </a:rPr>
              <a:t>Latin-texted</a:t>
            </a:r>
            <a:r>
              <a:rPr lang="de-DE" sz="1200" dirty="0">
                <a:solidFill>
                  <a:srgbClr val="EAECF0"/>
                </a:solidFill>
                <a:ea typeface="+mn-lt"/>
                <a:cs typeface="+mn-lt"/>
              </a:rPr>
              <a:t> </a:t>
            </a:r>
            <a:r>
              <a:rPr lang="de-DE" sz="1200" dirty="0" err="1">
                <a:solidFill>
                  <a:srgbClr val="EAECF0"/>
                </a:solidFill>
                <a:ea typeface="+mn-lt"/>
                <a:cs typeface="+mn-lt"/>
              </a:rPr>
              <a:t>pieces</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Elizabeth's</a:t>
            </a:r>
            <a:r>
              <a:rPr lang="de-DE" sz="1200" dirty="0">
                <a:solidFill>
                  <a:srgbClr val="EAECF0"/>
                </a:solidFill>
                <a:ea typeface="+mn-lt"/>
                <a:cs typeface="+mn-lt"/>
              </a:rPr>
              <a:t> </a:t>
            </a:r>
            <a:r>
              <a:rPr lang="de-DE" sz="1200" dirty="0" err="1">
                <a:solidFill>
                  <a:srgbClr val="EAECF0"/>
                </a:solidFill>
                <a:ea typeface="+mn-lt"/>
                <a:cs typeface="+mn-lt"/>
              </a:rPr>
              <a:t>reign</a:t>
            </a:r>
            <a:r>
              <a:rPr lang="de-DE" sz="1200" dirty="0">
                <a:solidFill>
                  <a:srgbClr val="EAECF0"/>
                </a:solidFill>
                <a:ea typeface="+mn-lt"/>
                <a:cs typeface="+mn-lt"/>
              </a:rPr>
              <a:t> </a:t>
            </a:r>
            <a:r>
              <a:rPr lang="de-DE" sz="1200" dirty="0" err="1">
                <a:solidFill>
                  <a:srgbClr val="EAECF0"/>
                </a:solidFill>
                <a:ea typeface="+mn-lt"/>
                <a:cs typeface="+mn-lt"/>
              </a:rPr>
              <a:t>were</a:t>
            </a:r>
            <a:r>
              <a:rPr lang="de-DE" sz="1200" dirty="0">
                <a:solidFill>
                  <a:srgbClr val="EAECF0"/>
                </a:solidFill>
                <a:ea typeface="+mn-lt"/>
                <a:cs typeface="+mn-lt"/>
              </a:rPr>
              <a:t> </a:t>
            </a:r>
            <a:r>
              <a:rPr lang="de-DE" sz="1200" dirty="0" err="1">
                <a:solidFill>
                  <a:srgbClr val="EAECF0"/>
                </a:solidFill>
                <a:ea typeface="+mn-lt"/>
                <a:cs typeface="+mn-lt"/>
              </a:rPr>
              <a:t>published</a:t>
            </a:r>
            <a:r>
              <a:rPr lang="de-DE" sz="1200" dirty="0">
                <a:solidFill>
                  <a:srgbClr val="EAECF0"/>
                </a:solidFill>
                <a:ea typeface="+mn-lt"/>
                <a:cs typeface="+mn-lt"/>
              </a:rPr>
              <a:t>, "</a:t>
            </a:r>
            <a:r>
              <a:rPr lang="de-DE" sz="1200" dirty="0" err="1">
                <a:solidFill>
                  <a:srgbClr val="EAECF0"/>
                </a:solidFill>
                <a:ea typeface="+mn-lt"/>
                <a:cs typeface="+mn-lt"/>
              </a:rPr>
              <a:t>which</a:t>
            </a:r>
            <a:r>
              <a:rPr lang="de-DE" sz="1200" dirty="0">
                <a:solidFill>
                  <a:srgbClr val="EAECF0"/>
                </a:solidFill>
                <a:ea typeface="+mn-lt"/>
                <a:cs typeface="+mn-lt"/>
              </a:rPr>
              <a:t> </a:t>
            </a:r>
            <a:r>
              <a:rPr lang="de-DE" sz="1200" dirty="0" err="1">
                <a:solidFill>
                  <a:srgbClr val="EAECF0"/>
                </a:solidFill>
                <a:ea typeface="+mn-lt"/>
                <a:cs typeface="+mn-lt"/>
              </a:rPr>
              <a:t>ensured</a:t>
            </a:r>
            <a:r>
              <a:rPr lang="de-DE" sz="1200" dirty="0">
                <a:solidFill>
                  <a:srgbClr val="EAECF0"/>
                </a:solidFill>
                <a:ea typeface="+mn-lt"/>
                <a:cs typeface="+mn-lt"/>
              </a:rPr>
              <a:t> </a:t>
            </a:r>
            <a:r>
              <a:rPr lang="de-DE" sz="1200" dirty="0" err="1">
                <a:solidFill>
                  <a:srgbClr val="EAECF0"/>
                </a:solidFill>
                <a:ea typeface="+mn-lt"/>
                <a:cs typeface="+mn-lt"/>
              </a:rPr>
              <a:t>their</a:t>
            </a:r>
            <a:r>
              <a:rPr lang="de-DE" sz="1200" dirty="0">
                <a:solidFill>
                  <a:srgbClr val="EAECF0"/>
                </a:solidFill>
                <a:ea typeface="+mn-lt"/>
                <a:cs typeface="+mn-lt"/>
              </a:rPr>
              <a:t> </a:t>
            </a:r>
            <a:r>
              <a:rPr lang="de-DE" sz="1200" dirty="0" err="1">
                <a:solidFill>
                  <a:srgbClr val="EAECF0"/>
                </a:solidFill>
                <a:ea typeface="+mn-lt"/>
                <a:cs typeface="+mn-lt"/>
              </a:rPr>
              <a:t>survival</a:t>
            </a:r>
            <a:r>
              <a:rPr lang="de-DE" sz="1200" dirty="0">
                <a:solidFill>
                  <a:srgbClr val="EAECF0"/>
                </a:solidFill>
                <a:ea typeface="+mn-lt"/>
                <a:cs typeface="+mn-lt"/>
              </a:rPr>
              <a:t> in a </a:t>
            </a:r>
            <a:r>
              <a:rPr lang="de-DE" sz="1200" dirty="0" err="1">
                <a:solidFill>
                  <a:srgbClr val="EAECF0"/>
                </a:solidFill>
                <a:ea typeface="+mn-lt"/>
                <a:cs typeface="+mn-lt"/>
              </a:rPr>
              <a:t>way</a:t>
            </a:r>
            <a:r>
              <a:rPr lang="de-DE" sz="1200" dirty="0">
                <a:solidFill>
                  <a:srgbClr val="EAECF0"/>
                </a:solidFill>
                <a:ea typeface="+mn-lt"/>
                <a:cs typeface="+mn-lt"/>
              </a:rPr>
              <a:t> not </a:t>
            </a:r>
            <a:r>
              <a:rPr lang="de-DE" sz="1200" dirty="0" err="1">
                <a:solidFill>
                  <a:srgbClr val="EAECF0"/>
                </a:solidFill>
                <a:ea typeface="+mn-lt"/>
                <a:cs typeface="+mn-lt"/>
              </a:rPr>
              <a:t>available</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earlier</a:t>
            </a:r>
            <a:r>
              <a:rPr lang="de-DE" sz="1200" dirty="0">
                <a:solidFill>
                  <a:srgbClr val="EAECF0"/>
                </a:solidFill>
                <a:ea typeface="+mn-lt"/>
                <a:cs typeface="+mn-lt"/>
              </a:rPr>
              <a:t> material".</a:t>
            </a:r>
            <a:r>
              <a:rPr lang="de-DE" sz="1000" baseline="30000" dirty="0">
                <a:solidFill>
                  <a:srgbClr val="88A3E8"/>
                </a:solidFill>
                <a:ea typeface="+mn-lt"/>
                <a:cs typeface="+mn-lt"/>
                <a:hlinkClick r:id="rId4"/>
              </a:rPr>
              <a:t>[90]</a:t>
            </a:r>
            <a:r>
              <a:rPr lang="de-DE" sz="1200" dirty="0">
                <a:solidFill>
                  <a:srgbClr val="EAECF0"/>
                </a:solidFill>
                <a:ea typeface="+mn-lt"/>
                <a:cs typeface="+mn-lt"/>
              </a:rPr>
              <a:t> Tallis was </a:t>
            </a:r>
            <a:r>
              <a:rPr lang="de-DE" sz="1200" dirty="0" err="1">
                <a:solidFill>
                  <a:srgbClr val="EAECF0"/>
                </a:solidFill>
                <a:ea typeface="+mn-lt"/>
                <a:cs typeface="+mn-lt"/>
              </a:rPr>
              <a:t>never</a:t>
            </a:r>
            <a:r>
              <a:rPr lang="de-DE" sz="1200" dirty="0">
                <a:solidFill>
                  <a:srgbClr val="EAECF0"/>
                </a:solidFill>
                <a:ea typeface="+mn-lt"/>
                <a:cs typeface="+mn-lt"/>
              </a:rPr>
              <a:t> </a:t>
            </a:r>
            <a:r>
              <a:rPr lang="de-DE" sz="1200" dirty="0" err="1">
                <a:solidFill>
                  <a:srgbClr val="EAECF0"/>
                </a:solidFill>
                <a:ea typeface="+mn-lt"/>
                <a:cs typeface="+mn-lt"/>
              </a:rPr>
              <a:t>referred</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 "</a:t>
            </a:r>
            <a:r>
              <a:rPr lang="de-DE" sz="1200" dirty="0" err="1">
                <a:solidFill>
                  <a:srgbClr val="EAECF0"/>
                </a:solidFill>
                <a:ea typeface="+mn-lt"/>
                <a:cs typeface="+mn-lt"/>
              </a:rPr>
              <a:t>father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5"/>
              </a:rPr>
              <a:t>English Church music</a:t>
            </a:r>
            <a:r>
              <a:rPr lang="de-DE" sz="1200" dirty="0">
                <a:solidFill>
                  <a:srgbClr val="EAECF0"/>
                </a:solidFill>
                <a:ea typeface="+mn-lt"/>
                <a:cs typeface="+mn-lt"/>
              </a:rPr>
              <a:t>" in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lifetime</a:t>
            </a:r>
            <a:r>
              <a:rPr lang="de-DE" sz="1200" dirty="0">
                <a:solidFill>
                  <a:srgbClr val="EAECF0"/>
                </a:solidFill>
                <a:ea typeface="+mn-lt"/>
                <a:cs typeface="+mn-lt"/>
              </a:rPr>
              <a:t> (</a:t>
            </a:r>
            <a:r>
              <a:rPr lang="de-DE" sz="1200" dirty="0" err="1">
                <a:solidFill>
                  <a:srgbClr val="EAECF0"/>
                </a:solidFill>
                <a:ea typeface="+mn-lt"/>
                <a:cs typeface="+mn-lt"/>
              </a:rPr>
              <a:t>unlike</a:t>
            </a:r>
            <a:r>
              <a:rPr lang="de-DE" sz="1200" dirty="0">
                <a:solidFill>
                  <a:srgbClr val="EAECF0"/>
                </a:solidFill>
                <a:ea typeface="+mn-lt"/>
                <a:cs typeface="+mn-lt"/>
              </a:rPr>
              <a:t> Byrd, </a:t>
            </a:r>
            <a:r>
              <a:rPr lang="de-DE" sz="1200" dirty="0" err="1">
                <a:solidFill>
                  <a:srgbClr val="EAECF0"/>
                </a:solidFill>
                <a:ea typeface="+mn-lt"/>
                <a:cs typeface="+mn-lt"/>
              </a:rPr>
              <a:t>who</a:t>
            </a:r>
            <a:r>
              <a:rPr lang="de-DE" sz="1200" dirty="0">
                <a:solidFill>
                  <a:srgbClr val="EAECF0"/>
                </a:solidFill>
                <a:ea typeface="+mn-lt"/>
                <a:cs typeface="+mn-lt"/>
              </a:rPr>
              <a:t> was </a:t>
            </a:r>
            <a:r>
              <a:rPr lang="de-DE" sz="1200" dirty="0" err="1">
                <a:solidFill>
                  <a:srgbClr val="EAECF0"/>
                </a:solidFill>
                <a:ea typeface="+mn-lt"/>
                <a:cs typeface="+mn-lt"/>
              </a:rPr>
              <a:t>called</a:t>
            </a:r>
            <a:r>
              <a:rPr lang="de-DE" sz="1200" dirty="0">
                <a:solidFill>
                  <a:srgbClr val="EAECF0"/>
                </a:solidFill>
                <a:ea typeface="+mn-lt"/>
                <a:cs typeface="+mn-lt"/>
              </a:rPr>
              <a:t> a "Father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Musicke</a:t>
            </a:r>
            <a:r>
              <a:rPr lang="de-DE" sz="1200" dirty="0">
                <a:solidFill>
                  <a:srgbClr val="EAECF0"/>
                </a:solidFill>
                <a:ea typeface="+mn-lt"/>
                <a:cs typeface="+mn-lt"/>
              </a:rPr>
              <a:t>" in 17th-century </a:t>
            </a:r>
            <a:r>
              <a:rPr lang="de-DE" sz="1200" dirty="0" err="1">
                <a:solidFill>
                  <a:srgbClr val="EAECF0"/>
                </a:solidFill>
                <a:ea typeface="+mn-lt"/>
                <a:cs typeface="+mn-lt"/>
              </a:rPr>
              <a:t>chapel</a:t>
            </a:r>
            <a:r>
              <a:rPr lang="de-DE" sz="1200" dirty="0">
                <a:solidFill>
                  <a:srgbClr val="EAECF0"/>
                </a:solidFill>
                <a:ea typeface="+mn-lt"/>
                <a:cs typeface="+mn-lt"/>
              </a:rPr>
              <a:t> </a:t>
            </a:r>
            <a:r>
              <a:rPr lang="de-DE" sz="1200" dirty="0" err="1">
                <a:solidFill>
                  <a:srgbClr val="EAECF0"/>
                </a:solidFill>
                <a:ea typeface="+mn-lt"/>
                <a:cs typeface="+mn-lt"/>
              </a:rPr>
              <a:t>rolls</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epithet</a:t>
            </a:r>
            <a:r>
              <a:rPr lang="de-DE" sz="1200" dirty="0">
                <a:solidFill>
                  <a:srgbClr val="EAECF0"/>
                </a:solidFill>
                <a:ea typeface="+mn-lt"/>
                <a:cs typeface="+mn-lt"/>
              </a:rPr>
              <a:t> </a:t>
            </a:r>
            <a:r>
              <a:rPr lang="de-DE" sz="1200" dirty="0" err="1">
                <a:solidFill>
                  <a:srgbClr val="EAECF0"/>
                </a:solidFill>
                <a:ea typeface="+mn-lt"/>
                <a:cs typeface="+mn-lt"/>
              </a:rPr>
              <a:t>for</a:t>
            </a:r>
            <a:r>
              <a:rPr lang="de-DE" sz="1200" dirty="0">
                <a:solidFill>
                  <a:srgbClr val="EAECF0"/>
                </a:solidFill>
                <a:ea typeface="+mn-lt"/>
                <a:cs typeface="+mn-lt"/>
              </a:rPr>
              <a:t> Tallis was a </a:t>
            </a:r>
            <a:r>
              <a:rPr lang="de-DE" sz="1200" dirty="0" err="1">
                <a:solidFill>
                  <a:srgbClr val="EAECF0"/>
                </a:solidFill>
                <a:ea typeface="+mn-lt"/>
                <a:cs typeface="+mn-lt"/>
              </a:rPr>
              <a:t>product</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Victorian</a:t>
            </a:r>
            <a:r>
              <a:rPr lang="de-DE" sz="1200" dirty="0">
                <a:solidFill>
                  <a:srgbClr val="EAECF0"/>
                </a:solidFill>
                <a:ea typeface="+mn-lt"/>
                <a:cs typeface="+mn-lt"/>
              </a:rPr>
              <a:t> </a:t>
            </a:r>
            <a:r>
              <a:rPr lang="de-DE" sz="1200" dirty="0" err="1">
                <a:solidFill>
                  <a:srgbClr val="EAECF0"/>
                </a:solidFill>
                <a:ea typeface="+mn-lt"/>
                <a:cs typeface="+mn-lt"/>
              </a:rPr>
              <a:t>revival</a:t>
            </a:r>
            <a:r>
              <a:rPr lang="de-DE" sz="1200" dirty="0">
                <a:solidFill>
                  <a:srgbClr val="EAECF0"/>
                </a:solidFill>
                <a:ea typeface="+mn-lt"/>
                <a:cs typeface="+mn-lt"/>
              </a:rPr>
              <a:t>.</a:t>
            </a:r>
            <a:r>
              <a:rPr lang="de-DE" sz="1000" baseline="30000" dirty="0">
                <a:solidFill>
                  <a:srgbClr val="88A3E8"/>
                </a:solidFill>
                <a:ea typeface="+mn-lt"/>
                <a:cs typeface="+mn-lt"/>
                <a:hlinkClick r:id="rId6"/>
              </a:rPr>
              <a:t>[91]</a:t>
            </a:r>
            <a:r>
              <a:rPr lang="de-DE" sz="1200" dirty="0">
                <a:solidFill>
                  <a:srgbClr val="EAECF0"/>
                </a:solidFill>
                <a:ea typeface="+mn-lt"/>
                <a:cs typeface="+mn-lt"/>
              </a:rPr>
              <a:t> Tallis, </a:t>
            </a:r>
            <a:r>
              <a:rPr lang="de-DE" sz="1200" dirty="0" err="1">
                <a:solidFill>
                  <a:srgbClr val="EAECF0"/>
                </a:solidFill>
                <a:ea typeface="+mn-lt"/>
                <a:cs typeface="+mn-lt"/>
              </a:rPr>
              <a:t>nevertheless</a:t>
            </a:r>
            <a:r>
              <a:rPr lang="de-DE" sz="1200" dirty="0">
                <a:solidFill>
                  <a:srgbClr val="EAECF0"/>
                </a:solidFill>
                <a:ea typeface="+mn-lt"/>
                <a:cs typeface="+mn-lt"/>
              </a:rPr>
              <a:t>, was </a:t>
            </a:r>
            <a:r>
              <a:rPr lang="de-DE" sz="1200" dirty="0" err="1">
                <a:solidFill>
                  <a:srgbClr val="EAECF0"/>
                </a:solidFill>
                <a:ea typeface="+mn-lt"/>
                <a:cs typeface="+mn-lt"/>
              </a:rPr>
              <a:t>highly</a:t>
            </a:r>
            <a:r>
              <a:rPr lang="de-DE" sz="1200" dirty="0">
                <a:solidFill>
                  <a:srgbClr val="EAECF0"/>
                </a:solidFill>
                <a:ea typeface="+mn-lt"/>
                <a:cs typeface="+mn-lt"/>
              </a:rPr>
              <a:t> </a:t>
            </a:r>
            <a:r>
              <a:rPr lang="de-DE" sz="1200" dirty="0" err="1">
                <a:solidFill>
                  <a:srgbClr val="EAECF0"/>
                </a:solidFill>
                <a:ea typeface="+mn-lt"/>
                <a:cs typeface="+mn-lt"/>
              </a:rPr>
              <a:t>revered</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a:solidFill>
                  <a:srgbClr val="FD7865"/>
                </a:solidFill>
                <a:ea typeface="+mn-lt"/>
                <a:cs typeface="+mn-lt"/>
                <a:hlinkClick r:id="rId7"/>
              </a:rPr>
              <a:t>John Baldwin</a:t>
            </a:r>
            <a:r>
              <a:rPr lang="de-DE" sz="1200" dirty="0">
                <a:solidFill>
                  <a:srgbClr val="EAECF0"/>
                </a:solidFill>
                <a:ea typeface="+mn-lt"/>
                <a:cs typeface="+mn-lt"/>
              </a:rPr>
              <a:t>, </a:t>
            </a:r>
            <a:r>
              <a:rPr lang="de-DE" sz="1200" dirty="0" err="1">
                <a:solidFill>
                  <a:srgbClr val="EAECF0"/>
                </a:solidFill>
                <a:ea typeface="+mn-lt"/>
                <a:cs typeface="+mn-lt"/>
              </a:rPr>
              <a:t>compiler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Baldwin </a:t>
            </a:r>
            <a:r>
              <a:rPr lang="de-DE" sz="1200" dirty="0" err="1">
                <a:solidFill>
                  <a:srgbClr val="EAECF0"/>
                </a:solidFill>
                <a:ea typeface="+mn-lt"/>
                <a:cs typeface="+mn-lt"/>
              </a:rPr>
              <a:t>Partbooks</a:t>
            </a:r>
            <a:r>
              <a:rPr lang="de-DE" sz="1200" dirty="0">
                <a:solidFill>
                  <a:srgbClr val="EAECF0"/>
                </a:solidFill>
                <a:ea typeface="+mn-lt"/>
                <a:cs typeface="+mn-lt"/>
              </a:rPr>
              <a:t>, </a:t>
            </a:r>
            <a:r>
              <a:rPr lang="de-DE" sz="1200" dirty="0" err="1">
                <a:solidFill>
                  <a:srgbClr val="EAECF0"/>
                </a:solidFill>
                <a:ea typeface="+mn-lt"/>
                <a:cs typeface="+mn-lt"/>
              </a:rPr>
              <a:t>naming</a:t>
            </a:r>
            <a:r>
              <a:rPr lang="de-DE" sz="1200" dirty="0">
                <a:solidFill>
                  <a:srgbClr val="EAECF0"/>
                </a:solidFill>
                <a:ea typeface="+mn-lt"/>
                <a:cs typeface="+mn-lt"/>
              </a:rPr>
              <a:t> </a:t>
            </a:r>
            <a:r>
              <a:rPr lang="de-DE" sz="1200" dirty="0" err="1">
                <a:solidFill>
                  <a:srgbClr val="EAECF0"/>
                </a:solidFill>
                <a:ea typeface="+mn-lt"/>
                <a:cs typeface="+mn-lt"/>
              </a:rPr>
              <a:t>him</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one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greatest</a:t>
            </a:r>
            <a:r>
              <a:rPr lang="de-DE" sz="1200" dirty="0">
                <a:solidFill>
                  <a:srgbClr val="EAECF0"/>
                </a:solidFill>
                <a:ea typeface="+mn-lt"/>
                <a:cs typeface="+mn-lt"/>
              </a:rPr>
              <a:t> </a:t>
            </a:r>
            <a:r>
              <a:rPr lang="de-DE" sz="1200" dirty="0" err="1">
                <a:solidFill>
                  <a:srgbClr val="EAECF0"/>
                </a:solidFill>
                <a:ea typeface="+mn-lt"/>
                <a:cs typeface="+mn-lt"/>
              </a:rPr>
              <a:t>composers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period</a:t>
            </a:r>
            <a:r>
              <a:rPr lang="de-DE" sz="1200" dirty="0">
                <a:solidFill>
                  <a:srgbClr val="EAECF0"/>
                </a:solidFill>
                <a:ea typeface="+mn-lt"/>
                <a:cs typeface="+mn-lt"/>
              </a:rPr>
              <a:t>, </a:t>
            </a:r>
            <a:r>
              <a:rPr lang="de-DE" sz="1200" dirty="0" err="1">
                <a:solidFill>
                  <a:srgbClr val="EAECF0"/>
                </a:solidFill>
                <a:ea typeface="+mn-lt"/>
                <a:cs typeface="+mn-lt"/>
              </a:rPr>
              <a:t>although</a:t>
            </a:r>
            <a:r>
              <a:rPr lang="de-DE" sz="1200" dirty="0">
                <a:solidFill>
                  <a:srgbClr val="EAECF0"/>
                </a:solidFill>
                <a:ea typeface="+mn-lt"/>
                <a:cs typeface="+mn-lt"/>
              </a:rPr>
              <a:t> </a:t>
            </a:r>
            <a:r>
              <a:rPr lang="de-DE" sz="1200" dirty="0" err="1">
                <a:solidFill>
                  <a:srgbClr val="EAECF0"/>
                </a:solidFill>
                <a:ea typeface="+mn-lt"/>
                <a:cs typeface="+mn-lt"/>
              </a:rPr>
              <a:t>giving</a:t>
            </a:r>
            <a:r>
              <a:rPr lang="de-DE" sz="1200" dirty="0">
                <a:solidFill>
                  <a:srgbClr val="EAECF0"/>
                </a:solidFill>
                <a:ea typeface="+mn-lt"/>
                <a:cs typeface="+mn-lt"/>
              </a:rPr>
              <a:t> </a:t>
            </a:r>
            <a:r>
              <a:rPr lang="de-DE" sz="1200" dirty="0" err="1">
                <a:solidFill>
                  <a:srgbClr val="EAECF0"/>
                </a:solidFill>
                <a:ea typeface="+mn-lt"/>
                <a:cs typeface="+mn-lt"/>
              </a:rPr>
              <a:t>much</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deference</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a:solidFill>
                  <a:srgbClr val="88A3E8"/>
                </a:solidFill>
                <a:ea typeface="+mn-lt"/>
                <a:cs typeface="+mn-lt"/>
                <a:hlinkClick r:id="rId8"/>
              </a:rPr>
              <a:t>Mundy</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one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Queen's</a:t>
            </a:r>
            <a:r>
              <a:rPr lang="de-DE" sz="1200" dirty="0">
                <a:solidFill>
                  <a:srgbClr val="EAECF0"/>
                </a:solidFill>
                <a:ea typeface="+mn-lt"/>
                <a:cs typeface="+mn-lt"/>
              </a:rPr>
              <a:t> Pallis".</a:t>
            </a:r>
            <a:r>
              <a:rPr lang="de-DE" sz="1000" baseline="30000" dirty="0">
                <a:solidFill>
                  <a:srgbClr val="88A3E8"/>
                </a:solidFill>
                <a:ea typeface="+mn-lt"/>
                <a:cs typeface="+mn-lt"/>
                <a:hlinkClick r:id="rId9"/>
              </a:rPr>
              <a:t>[92]</a:t>
            </a:r>
            <a:r>
              <a:rPr lang="de-DE" sz="1200" dirty="0">
                <a:solidFill>
                  <a:srgbClr val="EAECF0"/>
                </a:solidFill>
                <a:ea typeface="+mn-lt"/>
                <a:cs typeface="+mn-lt"/>
              </a:rPr>
              <a:t> </a:t>
            </a:r>
            <a:r>
              <a:rPr lang="de-DE" sz="1200" dirty="0" err="1">
                <a:solidFill>
                  <a:srgbClr val="EAECF0"/>
                </a:solidFill>
                <a:ea typeface="+mn-lt"/>
                <a:cs typeface="+mn-lt"/>
              </a:rPr>
              <a:t>Some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Tallis'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dirty="0" err="1">
                <a:solidFill>
                  <a:srgbClr val="EAECF0"/>
                </a:solidFill>
                <a:ea typeface="+mn-lt"/>
                <a:cs typeface="+mn-lt"/>
              </a:rPr>
              <a:t>were</a:t>
            </a:r>
            <a:r>
              <a:rPr lang="de-DE" sz="1200" dirty="0">
                <a:solidFill>
                  <a:srgbClr val="EAECF0"/>
                </a:solidFill>
                <a:ea typeface="+mn-lt"/>
                <a:cs typeface="+mn-lt"/>
              </a:rPr>
              <a:t> </a:t>
            </a:r>
            <a:r>
              <a:rPr lang="de-DE" sz="1200" dirty="0" err="1">
                <a:solidFill>
                  <a:srgbClr val="EAECF0"/>
                </a:solidFill>
                <a:ea typeface="+mn-lt"/>
                <a:cs typeface="+mn-lt"/>
              </a:rPr>
              <a:t>copied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 </a:t>
            </a:r>
            <a:r>
              <a:rPr lang="de-DE" sz="1200" dirty="0" err="1">
                <a:solidFill>
                  <a:srgbClr val="EAECF0"/>
                </a:solidFill>
                <a:ea typeface="+mn-lt"/>
                <a:cs typeface="+mn-lt"/>
              </a:rPr>
              <a:t>scribe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10"/>
              </a:rPr>
              <a:t>Edward Paston</a:t>
            </a:r>
            <a:r>
              <a:rPr lang="de-DE" sz="1200" dirty="0">
                <a:solidFill>
                  <a:srgbClr val="EAECF0"/>
                </a:solidFill>
                <a:ea typeface="+mn-lt"/>
                <a:cs typeface="+mn-lt"/>
              </a:rPr>
              <a:t>, </a:t>
            </a:r>
            <a:r>
              <a:rPr lang="de-DE" sz="1200" dirty="0" err="1">
                <a:solidFill>
                  <a:srgbClr val="EAECF0"/>
                </a:solidFill>
                <a:ea typeface="+mn-lt"/>
                <a:cs typeface="+mn-lt"/>
              </a:rPr>
              <a:t>who</a:t>
            </a:r>
            <a:r>
              <a:rPr lang="de-DE" sz="1200" dirty="0">
                <a:solidFill>
                  <a:srgbClr val="EAECF0"/>
                </a:solidFill>
                <a:ea typeface="+mn-lt"/>
                <a:cs typeface="+mn-lt"/>
              </a:rPr>
              <a:t> </a:t>
            </a:r>
            <a:r>
              <a:rPr lang="de-DE" sz="1200" dirty="0" err="1">
                <a:solidFill>
                  <a:srgbClr val="EAECF0"/>
                </a:solidFill>
                <a:ea typeface="+mn-lt"/>
                <a:cs typeface="+mn-lt"/>
              </a:rPr>
              <a:t>himself</a:t>
            </a:r>
            <a:r>
              <a:rPr lang="de-DE" sz="1200" dirty="0">
                <a:solidFill>
                  <a:srgbClr val="EAECF0"/>
                </a:solidFill>
                <a:ea typeface="+mn-lt"/>
                <a:cs typeface="+mn-lt"/>
              </a:rPr>
              <a:t> </a:t>
            </a:r>
            <a:r>
              <a:rPr lang="de-DE" sz="1200" dirty="0" err="1">
                <a:solidFill>
                  <a:srgbClr val="EAECF0"/>
                </a:solidFill>
                <a:ea typeface="+mn-lt"/>
                <a:cs typeface="+mn-lt"/>
              </a:rPr>
              <a:t>gifted</a:t>
            </a:r>
            <a:r>
              <a:rPr lang="de-DE" sz="1200" dirty="0">
                <a:solidFill>
                  <a:srgbClr val="EAECF0"/>
                </a:solidFill>
                <a:ea typeface="+mn-lt"/>
                <a:cs typeface="+mn-lt"/>
              </a:rPr>
              <a:t> </a:t>
            </a:r>
            <a:r>
              <a:rPr lang="de-DE" sz="1200" dirty="0" err="1">
                <a:solidFill>
                  <a:srgbClr val="EAECF0"/>
                </a:solidFill>
                <a:ea typeface="+mn-lt"/>
                <a:cs typeface="+mn-lt"/>
              </a:rPr>
              <a:t>copies</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another</a:t>
            </a:r>
            <a:r>
              <a:rPr lang="de-DE" sz="1200" dirty="0">
                <a:solidFill>
                  <a:srgbClr val="EAECF0"/>
                </a:solidFill>
                <a:ea typeface="+mn-lt"/>
                <a:cs typeface="+mn-lt"/>
              </a:rPr>
              <a:t> </a:t>
            </a:r>
            <a:r>
              <a:rPr lang="de-DE" sz="1200" dirty="0" err="1">
                <a:solidFill>
                  <a:srgbClr val="EAECF0"/>
                </a:solidFill>
                <a:ea typeface="+mn-lt"/>
                <a:cs typeface="+mn-lt"/>
              </a:rPr>
              <a:t>musician</a:t>
            </a:r>
            <a:r>
              <a:rPr lang="de-DE" sz="1200" dirty="0">
                <a:solidFill>
                  <a:srgbClr val="EAECF0"/>
                </a:solidFill>
                <a:ea typeface="+mn-lt"/>
                <a:cs typeface="+mn-lt"/>
              </a:rPr>
              <a:t> and </a:t>
            </a:r>
            <a:r>
              <a:rPr lang="de-DE" sz="1200" dirty="0" err="1">
                <a:solidFill>
                  <a:srgbClr val="EAECF0"/>
                </a:solidFill>
                <a:ea typeface="+mn-lt"/>
                <a:cs typeface="+mn-lt"/>
              </a:rPr>
              <a:t>recusant</a:t>
            </a:r>
            <a:r>
              <a:rPr lang="de-DE" sz="1200" dirty="0">
                <a:solidFill>
                  <a:srgbClr val="EAECF0"/>
                </a:solidFill>
                <a:ea typeface="+mn-lt"/>
                <a:cs typeface="+mn-lt"/>
              </a:rPr>
              <a:t>, </a:t>
            </a:r>
            <a:r>
              <a:rPr lang="de-DE" sz="1200" dirty="0">
                <a:solidFill>
                  <a:srgbClr val="88A3E8"/>
                </a:solidFill>
                <a:ea typeface="+mn-lt"/>
                <a:cs typeface="+mn-lt"/>
                <a:hlinkClick r:id="rId11"/>
              </a:rPr>
              <a:t>Sir John Petre</a:t>
            </a:r>
            <a:r>
              <a:rPr lang="de-DE" sz="1200" dirty="0">
                <a:solidFill>
                  <a:srgbClr val="EAECF0"/>
                </a:solidFill>
                <a:ea typeface="+mn-lt"/>
                <a:cs typeface="+mn-lt"/>
              </a:rPr>
              <a:t>.</a:t>
            </a:r>
            <a:r>
              <a:rPr lang="de-DE" sz="1000" baseline="30000" dirty="0">
                <a:solidFill>
                  <a:srgbClr val="88A3E8"/>
                </a:solidFill>
                <a:ea typeface="+mn-lt"/>
                <a:cs typeface="+mn-lt"/>
                <a:hlinkClick r:id="rId12"/>
              </a:rPr>
              <a:t>[93]</a:t>
            </a:r>
            <a:r>
              <a:rPr lang="de-DE" sz="1200" dirty="0">
                <a:solidFill>
                  <a:srgbClr val="EAECF0"/>
                </a:solidFill>
                <a:ea typeface="+mn-lt"/>
                <a:cs typeface="+mn-lt"/>
              </a:rPr>
              <a:t> Byrd </a:t>
            </a:r>
            <a:r>
              <a:rPr lang="de-DE" sz="1200" dirty="0" err="1">
                <a:solidFill>
                  <a:srgbClr val="EAECF0"/>
                </a:solidFill>
                <a:ea typeface="+mn-lt"/>
                <a:cs typeface="+mn-lt"/>
              </a:rPr>
              <a:t>modelled</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i="1" dirty="0">
                <a:solidFill>
                  <a:srgbClr val="88A3E8"/>
                </a:solidFill>
                <a:ea typeface="+mn-lt"/>
                <a:cs typeface="+mn-lt"/>
                <a:hlinkClick r:id="rId13"/>
              </a:rPr>
              <a:t>Great Service</a:t>
            </a:r>
            <a:r>
              <a:rPr lang="de-DE" sz="1200" dirty="0">
                <a:solidFill>
                  <a:srgbClr val="EAECF0"/>
                </a:solidFill>
                <a:ea typeface="+mn-lt"/>
                <a:cs typeface="+mn-lt"/>
              </a:rPr>
              <a:t> and </a:t>
            </a:r>
            <a:r>
              <a:rPr lang="de-DE" sz="1200" i="1" dirty="0" err="1">
                <a:solidFill>
                  <a:srgbClr val="EAECF0"/>
                </a:solidFill>
                <a:ea typeface="+mn-lt"/>
                <a:cs typeface="+mn-lt"/>
              </a:rPr>
              <a:t>Laudate</a:t>
            </a:r>
            <a:r>
              <a:rPr lang="de-DE" sz="1200" i="1" dirty="0">
                <a:solidFill>
                  <a:srgbClr val="EAECF0"/>
                </a:solidFill>
                <a:ea typeface="+mn-lt"/>
                <a:cs typeface="+mn-lt"/>
              </a:rPr>
              <a:t> </a:t>
            </a:r>
            <a:r>
              <a:rPr lang="de-DE" sz="1200" i="1" dirty="0" err="1">
                <a:solidFill>
                  <a:srgbClr val="EAECF0"/>
                </a:solidFill>
                <a:ea typeface="+mn-lt"/>
                <a:cs typeface="+mn-lt"/>
              </a:rPr>
              <a:t>pueri</a:t>
            </a:r>
            <a:r>
              <a:rPr lang="de-DE" sz="1200" dirty="0">
                <a:solidFill>
                  <a:srgbClr val="EAECF0"/>
                </a:solidFill>
                <a:ea typeface="+mn-lt"/>
                <a:cs typeface="+mn-lt"/>
              </a:rPr>
              <a:t> on </a:t>
            </a:r>
            <a:r>
              <a:rPr lang="de-DE" sz="1200" dirty="0" err="1">
                <a:solidFill>
                  <a:srgbClr val="EAECF0"/>
                </a:solidFill>
                <a:ea typeface="+mn-lt"/>
                <a:cs typeface="+mn-lt"/>
              </a:rPr>
              <a:t>earlier</a:t>
            </a:r>
            <a:r>
              <a:rPr lang="de-DE" sz="1200" dirty="0">
                <a:solidFill>
                  <a:srgbClr val="EAECF0"/>
                </a:solidFill>
                <a:ea typeface="+mn-lt"/>
                <a:cs typeface="+mn-lt"/>
              </a:rPr>
              <a:t> </a:t>
            </a:r>
            <a:r>
              <a:rPr lang="de-DE" sz="1200" dirty="0" err="1">
                <a:solidFill>
                  <a:srgbClr val="EAECF0"/>
                </a:solidFill>
                <a:ea typeface="+mn-lt"/>
                <a:cs typeface="+mn-lt"/>
              </a:rPr>
              <a:t>settings</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Tallis.</a:t>
            </a:r>
            <a:r>
              <a:rPr lang="de-DE" sz="1000" baseline="30000" dirty="0">
                <a:solidFill>
                  <a:srgbClr val="88A3E8"/>
                </a:solidFill>
                <a:ea typeface="+mn-lt"/>
                <a:cs typeface="+mn-lt"/>
                <a:hlinkClick r:id="rId14"/>
              </a:rPr>
              <a:t>[58][84]</a:t>
            </a:r>
            <a:r>
              <a:rPr lang="de-DE" sz="1200" dirty="0">
                <a:solidFill>
                  <a:srgbClr val="EAECF0"/>
                </a:solidFill>
                <a:ea typeface="+mn-lt"/>
                <a:cs typeface="+mn-lt"/>
              </a:rPr>
              <a:t> </a:t>
            </a:r>
            <a:r>
              <a:rPr lang="de-DE" sz="1200" dirty="0" err="1">
                <a:solidFill>
                  <a:srgbClr val="EAECF0"/>
                </a:solidFill>
                <a:ea typeface="+mn-lt"/>
                <a:cs typeface="+mn-lt"/>
              </a:rPr>
              <a:t>Although</a:t>
            </a:r>
            <a:r>
              <a:rPr lang="de-DE" sz="1200" dirty="0">
                <a:solidFill>
                  <a:srgbClr val="EAECF0"/>
                </a:solidFill>
                <a:ea typeface="+mn-lt"/>
                <a:cs typeface="+mn-lt"/>
              </a:rPr>
              <a:t> Tallis </a:t>
            </a:r>
            <a:r>
              <a:rPr lang="de-DE" sz="1200" dirty="0" err="1">
                <a:solidFill>
                  <a:srgbClr val="EAECF0"/>
                </a:solidFill>
                <a:ea typeface="+mn-lt"/>
                <a:cs typeface="+mn-lt"/>
              </a:rPr>
              <a:t>did</a:t>
            </a:r>
            <a:r>
              <a:rPr lang="de-DE" sz="1200" dirty="0">
                <a:solidFill>
                  <a:srgbClr val="EAECF0"/>
                </a:solidFill>
                <a:ea typeface="+mn-lt"/>
                <a:cs typeface="+mn-lt"/>
              </a:rPr>
              <a:t> </a:t>
            </a:r>
            <a:r>
              <a:rPr lang="de-DE" sz="1200" dirty="0" err="1">
                <a:solidFill>
                  <a:srgbClr val="EAECF0"/>
                </a:solidFill>
                <a:ea typeface="+mn-lt"/>
                <a:cs typeface="+mn-lt"/>
              </a:rPr>
              <a:t>progress</a:t>
            </a:r>
            <a:r>
              <a:rPr lang="de-DE" sz="1200" dirty="0">
                <a:solidFill>
                  <a:srgbClr val="EAECF0"/>
                </a:solidFill>
                <a:ea typeface="+mn-lt"/>
                <a:cs typeface="+mn-lt"/>
              </a:rPr>
              <a:t> </a:t>
            </a:r>
            <a:r>
              <a:rPr lang="de-DE" sz="1200" dirty="0" err="1">
                <a:solidFill>
                  <a:srgbClr val="EAECF0"/>
                </a:solidFill>
                <a:ea typeface="+mn-lt"/>
                <a:cs typeface="+mn-lt"/>
              </a:rPr>
              <a:t>with</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continuing</a:t>
            </a:r>
            <a:r>
              <a:rPr lang="de-DE" sz="1200" dirty="0">
                <a:solidFill>
                  <a:srgbClr val="EAECF0"/>
                </a:solidFill>
                <a:ea typeface="+mn-lt"/>
                <a:cs typeface="+mn-lt"/>
              </a:rPr>
              <a:t> </a:t>
            </a:r>
            <a:r>
              <a:rPr lang="de-DE" sz="1200" dirty="0" err="1">
                <a:solidFill>
                  <a:srgbClr val="EAECF0"/>
                </a:solidFill>
                <a:ea typeface="+mn-lt"/>
                <a:cs typeface="+mn-lt"/>
              </a:rPr>
              <a:t>changes</a:t>
            </a:r>
            <a:r>
              <a:rPr lang="de-DE" sz="1200" dirty="0">
                <a:solidFill>
                  <a:srgbClr val="EAECF0"/>
                </a:solidFill>
                <a:ea typeface="+mn-lt"/>
                <a:cs typeface="+mn-lt"/>
              </a:rPr>
              <a:t> in English </a:t>
            </a:r>
            <a:r>
              <a:rPr lang="de-DE" sz="1200" dirty="0" err="1">
                <a:solidFill>
                  <a:srgbClr val="EAECF0"/>
                </a:solidFill>
                <a:ea typeface="+mn-lt"/>
                <a:cs typeface="+mn-lt"/>
              </a:rPr>
              <a:t>music</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surviving</a:t>
            </a:r>
            <a:r>
              <a:rPr lang="de-DE" sz="1200" dirty="0">
                <a:solidFill>
                  <a:srgbClr val="EAECF0"/>
                </a:solidFill>
                <a:ea typeface="+mn-lt"/>
                <a:cs typeface="+mn-lt"/>
              </a:rPr>
              <a:t>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dirty="0" err="1">
                <a:solidFill>
                  <a:srgbClr val="EAECF0"/>
                </a:solidFill>
                <a:ea typeface="+mn-lt"/>
                <a:cs typeface="+mn-lt"/>
              </a:rPr>
              <a:t>became</a:t>
            </a:r>
            <a:r>
              <a:rPr lang="de-DE" sz="1200" dirty="0">
                <a:solidFill>
                  <a:srgbClr val="EAECF0"/>
                </a:solidFill>
                <a:ea typeface="+mn-lt"/>
                <a:cs typeface="+mn-lt"/>
              </a:rPr>
              <a:t> </a:t>
            </a:r>
            <a:r>
              <a:rPr lang="de-DE" sz="1200" dirty="0" err="1">
                <a:solidFill>
                  <a:srgbClr val="EAECF0"/>
                </a:solidFill>
                <a:ea typeface="+mn-lt"/>
                <a:cs typeface="+mn-lt"/>
              </a:rPr>
              <a:t>outdated</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15"/>
              </a:rPr>
              <a:t>English Madrigal period</a:t>
            </a:r>
            <a:r>
              <a:rPr lang="de-DE" sz="1200" dirty="0">
                <a:solidFill>
                  <a:srgbClr val="EAECF0"/>
                </a:solidFill>
                <a:ea typeface="+mn-lt"/>
                <a:cs typeface="+mn-lt"/>
              </a:rPr>
              <a:t> and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direct</a:t>
            </a:r>
            <a:r>
              <a:rPr lang="de-DE" sz="1200" dirty="0">
                <a:solidFill>
                  <a:srgbClr val="EAECF0"/>
                </a:solidFill>
                <a:ea typeface="+mn-lt"/>
                <a:cs typeface="+mn-lt"/>
              </a:rPr>
              <a:t> </a:t>
            </a:r>
            <a:r>
              <a:rPr lang="de-DE" sz="1200" dirty="0" err="1">
                <a:solidFill>
                  <a:srgbClr val="EAECF0"/>
                </a:solidFill>
                <a:ea typeface="+mn-lt"/>
                <a:cs typeface="+mn-lt"/>
              </a:rPr>
              <a:t>influence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Tallis' </a:t>
            </a:r>
            <a:r>
              <a:rPr lang="de-DE" sz="1200" dirty="0" err="1">
                <a:solidFill>
                  <a:srgbClr val="EAECF0"/>
                </a:solidFill>
                <a:ea typeface="+mn-lt"/>
                <a:cs typeface="+mn-lt"/>
              </a:rPr>
              <a:t>music</a:t>
            </a:r>
            <a:r>
              <a:rPr lang="de-DE" sz="1200" dirty="0">
                <a:solidFill>
                  <a:srgbClr val="EAECF0"/>
                </a:solidFill>
                <a:ea typeface="+mn-lt"/>
                <a:cs typeface="+mn-lt"/>
              </a:rPr>
              <a:t> </a:t>
            </a:r>
            <a:r>
              <a:rPr lang="de-DE" sz="1200" dirty="0" err="1">
                <a:solidFill>
                  <a:srgbClr val="EAECF0"/>
                </a:solidFill>
                <a:ea typeface="+mn-lt"/>
                <a:cs typeface="+mn-lt"/>
              </a:rPr>
              <a:t>waned</a:t>
            </a:r>
            <a:r>
              <a:rPr lang="de-DE" sz="1200" dirty="0">
                <a:solidFill>
                  <a:srgbClr val="EAECF0"/>
                </a:solidFill>
                <a:ea typeface="+mn-lt"/>
                <a:cs typeface="+mn-lt"/>
              </a:rPr>
              <a:t>. </a:t>
            </a:r>
            <a:r>
              <a:rPr lang="de-DE" sz="1200" dirty="0">
                <a:solidFill>
                  <a:srgbClr val="88A3E8"/>
                </a:solidFill>
                <a:ea typeface="+mn-lt"/>
                <a:cs typeface="+mn-lt"/>
                <a:hlinkClick r:id="rId16"/>
              </a:rPr>
              <a:t>Thomas Morley</a:t>
            </a:r>
            <a:r>
              <a:rPr lang="de-DE" sz="1200" dirty="0">
                <a:solidFill>
                  <a:srgbClr val="EAECF0"/>
                </a:solidFill>
                <a:ea typeface="+mn-lt"/>
                <a:cs typeface="+mn-lt"/>
              </a:rPr>
              <a:t>, in </a:t>
            </a:r>
            <a:r>
              <a:rPr lang="de-DE" sz="1200" dirty="0" err="1">
                <a:solidFill>
                  <a:srgbClr val="EAECF0"/>
                </a:solidFill>
                <a:ea typeface="+mn-lt"/>
                <a:cs typeface="+mn-lt"/>
              </a:rPr>
              <a:t>his</a:t>
            </a:r>
            <a:r>
              <a:rPr lang="de-DE" sz="1200" dirty="0">
                <a:solidFill>
                  <a:srgbClr val="EAECF0"/>
                </a:solidFill>
                <a:ea typeface="+mn-lt"/>
                <a:cs typeface="+mn-lt"/>
              </a:rPr>
              <a:t> 1597 </a:t>
            </a:r>
            <a:r>
              <a:rPr lang="de-DE" sz="1200" i="1" dirty="0" err="1">
                <a:solidFill>
                  <a:srgbClr val="EAECF0"/>
                </a:solidFill>
                <a:ea typeface="+mn-lt"/>
                <a:cs typeface="+mn-lt"/>
              </a:rPr>
              <a:t>Plaine</a:t>
            </a:r>
            <a:r>
              <a:rPr lang="de-DE" sz="1200" i="1" dirty="0">
                <a:solidFill>
                  <a:srgbClr val="EAECF0"/>
                </a:solidFill>
                <a:ea typeface="+mn-lt"/>
                <a:cs typeface="+mn-lt"/>
              </a:rPr>
              <a:t> and </a:t>
            </a:r>
            <a:r>
              <a:rPr lang="de-DE" sz="1200" i="1" dirty="0" err="1">
                <a:solidFill>
                  <a:srgbClr val="EAECF0"/>
                </a:solidFill>
                <a:ea typeface="+mn-lt"/>
                <a:cs typeface="+mn-lt"/>
              </a:rPr>
              <a:t>Easie</a:t>
            </a:r>
            <a:r>
              <a:rPr lang="de-DE" sz="1200" i="1" dirty="0">
                <a:solidFill>
                  <a:srgbClr val="EAECF0"/>
                </a:solidFill>
                <a:ea typeface="+mn-lt"/>
                <a:cs typeface="+mn-lt"/>
              </a:rPr>
              <a:t> </a:t>
            </a:r>
            <a:r>
              <a:rPr lang="de-DE" sz="1200" i="1" dirty="0" err="1">
                <a:solidFill>
                  <a:srgbClr val="EAECF0"/>
                </a:solidFill>
                <a:ea typeface="+mn-lt"/>
                <a:cs typeface="+mn-lt"/>
              </a:rPr>
              <a:t>Introduction</a:t>
            </a:r>
            <a:r>
              <a:rPr lang="de-DE" sz="1200" i="1" dirty="0">
                <a:solidFill>
                  <a:srgbClr val="EAECF0"/>
                </a:solidFill>
                <a:ea typeface="+mn-lt"/>
                <a:cs typeface="+mn-lt"/>
              </a:rPr>
              <a:t> </a:t>
            </a:r>
            <a:r>
              <a:rPr lang="de-DE" sz="1200" i="1" dirty="0" err="1">
                <a:solidFill>
                  <a:srgbClr val="EAECF0"/>
                </a:solidFill>
                <a:ea typeface="+mn-lt"/>
                <a:cs typeface="+mn-lt"/>
              </a:rPr>
              <a:t>to</a:t>
            </a:r>
            <a:r>
              <a:rPr lang="de-DE" sz="1200" i="1" dirty="0">
                <a:solidFill>
                  <a:srgbClr val="EAECF0"/>
                </a:solidFill>
                <a:ea typeface="+mn-lt"/>
                <a:cs typeface="+mn-lt"/>
              </a:rPr>
              <a:t> </a:t>
            </a:r>
            <a:r>
              <a:rPr lang="de-DE" sz="1200" i="1" dirty="0" err="1">
                <a:solidFill>
                  <a:srgbClr val="EAECF0"/>
                </a:solidFill>
                <a:ea typeface="+mn-lt"/>
                <a:cs typeface="+mn-lt"/>
              </a:rPr>
              <a:t>Practicall</a:t>
            </a:r>
            <a:r>
              <a:rPr lang="de-DE" sz="1200" i="1" dirty="0">
                <a:solidFill>
                  <a:srgbClr val="EAECF0"/>
                </a:solidFill>
                <a:ea typeface="+mn-lt"/>
                <a:cs typeface="+mn-lt"/>
              </a:rPr>
              <a:t> </a:t>
            </a:r>
            <a:r>
              <a:rPr lang="de-DE" sz="1200" i="1" dirty="0" err="1">
                <a:solidFill>
                  <a:srgbClr val="EAECF0"/>
                </a:solidFill>
                <a:ea typeface="+mn-lt"/>
                <a:cs typeface="+mn-lt"/>
              </a:rPr>
              <a:t>Musicke</a:t>
            </a:r>
            <a:r>
              <a:rPr lang="de-DE" sz="1200" i="1" dirty="0">
                <a:solidFill>
                  <a:srgbClr val="EAECF0"/>
                </a:solidFill>
                <a:ea typeface="+mn-lt"/>
                <a:cs typeface="+mn-lt"/>
              </a:rPr>
              <a:t>,</a:t>
            </a:r>
            <a:r>
              <a:rPr lang="de-DE" sz="1200" dirty="0">
                <a:solidFill>
                  <a:srgbClr val="EAECF0"/>
                </a:solidFill>
                <a:ea typeface="+mn-lt"/>
                <a:cs typeface="+mn-lt"/>
              </a:rPr>
              <a:t> </a:t>
            </a:r>
            <a:r>
              <a:rPr lang="de-DE" sz="1200" dirty="0" err="1">
                <a:solidFill>
                  <a:srgbClr val="EAECF0"/>
                </a:solidFill>
                <a:ea typeface="+mn-lt"/>
                <a:cs typeface="+mn-lt"/>
              </a:rPr>
              <a:t>names</a:t>
            </a:r>
            <a:r>
              <a:rPr lang="de-DE" sz="1200" dirty="0">
                <a:solidFill>
                  <a:srgbClr val="EAECF0"/>
                </a:solidFill>
                <a:ea typeface="+mn-lt"/>
                <a:cs typeface="+mn-lt"/>
              </a:rPr>
              <a:t> "</a:t>
            </a:r>
            <a:r>
              <a:rPr lang="de-DE" sz="1200" dirty="0">
                <a:solidFill>
                  <a:srgbClr val="88A3E8"/>
                </a:solidFill>
                <a:ea typeface="+mn-lt"/>
                <a:cs typeface="+mn-lt"/>
                <a:hlinkClick r:id="rId17"/>
              </a:rPr>
              <a:t>Fairfax</a:t>
            </a:r>
            <a:r>
              <a:rPr lang="de-DE" sz="1200" dirty="0">
                <a:solidFill>
                  <a:srgbClr val="EAECF0"/>
                </a:solidFill>
                <a:ea typeface="+mn-lt"/>
                <a:cs typeface="+mn-lt"/>
              </a:rPr>
              <a:t>, </a:t>
            </a:r>
            <a:r>
              <a:rPr lang="de-DE" sz="1200" dirty="0">
                <a:solidFill>
                  <a:srgbClr val="88A3E8"/>
                </a:solidFill>
                <a:ea typeface="+mn-lt"/>
                <a:cs typeface="+mn-lt"/>
                <a:hlinkClick r:id="rId18"/>
              </a:rPr>
              <a:t>Taverner</a:t>
            </a:r>
            <a:r>
              <a:rPr lang="de-DE" sz="1200" dirty="0">
                <a:solidFill>
                  <a:srgbClr val="EAECF0"/>
                </a:solidFill>
                <a:ea typeface="+mn-lt"/>
                <a:cs typeface="+mn-lt"/>
              </a:rPr>
              <a:t>, </a:t>
            </a:r>
            <a:r>
              <a:rPr lang="de-DE" sz="1200" dirty="0">
                <a:solidFill>
                  <a:srgbClr val="88A3E8"/>
                </a:solidFill>
                <a:ea typeface="+mn-lt"/>
                <a:cs typeface="+mn-lt"/>
                <a:hlinkClick r:id="rId19"/>
              </a:rPr>
              <a:t>Sheppard</a:t>
            </a:r>
            <a:r>
              <a:rPr lang="de-DE" sz="1200" dirty="0">
                <a:solidFill>
                  <a:srgbClr val="EAECF0"/>
                </a:solidFill>
                <a:ea typeface="+mn-lt"/>
                <a:cs typeface="+mn-lt"/>
              </a:rPr>
              <a:t>, Mundy, </a:t>
            </a:r>
            <a:r>
              <a:rPr lang="de-DE" sz="1200" dirty="0">
                <a:solidFill>
                  <a:srgbClr val="88A3E8"/>
                </a:solidFill>
                <a:ea typeface="+mn-lt"/>
                <a:cs typeface="+mn-lt"/>
                <a:hlinkClick r:id="rId20"/>
              </a:rPr>
              <a:t>White</a:t>
            </a:r>
            <a:r>
              <a:rPr lang="de-DE" sz="1200" dirty="0">
                <a:solidFill>
                  <a:srgbClr val="EAECF0"/>
                </a:solidFill>
                <a:ea typeface="+mn-lt"/>
                <a:cs typeface="+mn-lt"/>
              </a:rPr>
              <a:t>, </a:t>
            </a:r>
            <a:r>
              <a:rPr lang="de-DE" sz="1200" dirty="0">
                <a:solidFill>
                  <a:srgbClr val="88A3E8"/>
                </a:solidFill>
                <a:ea typeface="+mn-lt"/>
                <a:cs typeface="+mn-lt"/>
                <a:hlinkClick r:id="rId21"/>
              </a:rPr>
              <a:t>Parsons</a:t>
            </a:r>
            <a:r>
              <a:rPr lang="de-DE" sz="1200" dirty="0">
                <a:solidFill>
                  <a:srgbClr val="EAECF0"/>
                </a:solidFill>
                <a:ea typeface="+mn-lt"/>
                <a:cs typeface="+mn-lt"/>
              </a:rPr>
              <a:t>, W. </a:t>
            </a:r>
            <a:r>
              <a:rPr lang="de-DE" sz="1200" dirty="0" err="1">
                <a:solidFill>
                  <a:srgbClr val="EAECF0"/>
                </a:solidFill>
                <a:ea typeface="+mn-lt"/>
                <a:cs typeface="+mn-lt"/>
              </a:rPr>
              <a:t>Byrde</a:t>
            </a:r>
            <a:r>
              <a:rPr lang="de-DE" sz="1200" dirty="0">
                <a:solidFill>
                  <a:srgbClr val="EAECF0"/>
                </a:solidFill>
                <a:ea typeface="+mn-lt"/>
                <a:cs typeface="+mn-lt"/>
              </a:rPr>
              <a:t>" </a:t>
            </a:r>
            <a:r>
              <a:rPr lang="de-DE" sz="1200" dirty="0" err="1">
                <a:solidFill>
                  <a:srgbClr val="EAECF0"/>
                </a:solidFill>
                <a:ea typeface="+mn-lt"/>
                <a:cs typeface="+mn-lt"/>
              </a:rPr>
              <a:t>as</a:t>
            </a:r>
            <a:r>
              <a:rPr lang="de-DE" sz="1200" dirty="0">
                <a:solidFill>
                  <a:srgbClr val="EAECF0"/>
                </a:solidFill>
                <a:ea typeface="+mn-lt"/>
                <a:cs typeface="+mn-lt"/>
              </a:rPr>
              <a:t> </a:t>
            </a:r>
            <a:r>
              <a:rPr lang="de-DE" sz="1200" dirty="0" err="1">
                <a:solidFill>
                  <a:srgbClr val="EAECF0"/>
                </a:solidFill>
                <a:ea typeface="+mn-lt"/>
                <a:cs typeface="+mn-lt"/>
              </a:rPr>
              <a:t>equals</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a:solidFill>
                  <a:srgbClr val="88A3E8"/>
                </a:solidFill>
                <a:ea typeface="+mn-lt"/>
                <a:cs typeface="+mn-lt"/>
                <a:hlinkClick r:id="rId22"/>
              </a:rPr>
              <a:t>Lassus</a:t>
            </a:r>
            <a:r>
              <a:rPr lang="de-DE" sz="1200" dirty="0">
                <a:solidFill>
                  <a:srgbClr val="EAECF0"/>
                </a:solidFill>
                <a:ea typeface="+mn-lt"/>
                <a:cs typeface="+mn-lt"/>
              </a:rPr>
              <a:t>, and </a:t>
            </a:r>
            <a:r>
              <a:rPr lang="de-DE" sz="1200" dirty="0" err="1">
                <a:solidFill>
                  <a:srgbClr val="EAECF0"/>
                </a:solidFill>
                <a:ea typeface="+mn-lt"/>
                <a:cs typeface="+mn-lt"/>
              </a:rPr>
              <a:t>among</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greatest</a:t>
            </a:r>
            <a:r>
              <a:rPr lang="de-DE" sz="1200" dirty="0">
                <a:solidFill>
                  <a:srgbClr val="EAECF0"/>
                </a:solidFill>
                <a:ea typeface="+mn-lt"/>
                <a:cs typeface="+mn-lt"/>
              </a:rPr>
              <a:t> </a:t>
            </a:r>
            <a:r>
              <a:rPr lang="de-DE" sz="1200" dirty="0" err="1">
                <a:solidFill>
                  <a:srgbClr val="EAECF0"/>
                </a:solidFill>
                <a:ea typeface="+mn-lt"/>
                <a:cs typeface="+mn-lt"/>
              </a:rPr>
              <a:t>composers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their</a:t>
            </a:r>
            <a:r>
              <a:rPr lang="de-DE" sz="1200" dirty="0">
                <a:solidFill>
                  <a:srgbClr val="EAECF0"/>
                </a:solidFill>
                <a:ea typeface="+mn-lt"/>
                <a:cs typeface="+mn-lt"/>
              </a:rPr>
              <a:t> </a:t>
            </a:r>
            <a:r>
              <a:rPr lang="de-DE" sz="1200" dirty="0" err="1">
                <a:solidFill>
                  <a:srgbClr val="EAECF0"/>
                </a:solidFill>
                <a:ea typeface="+mn-lt"/>
                <a:cs typeface="+mn-lt"/>
              </a:rPr>
              <a:t>day</a:t>
            </a:r>
            <a:r>
              <a:rPr lang="de-DE" sz="1200" dirty="0">
                <a:solidFill>
                  <a:srgbClr val="EAECF0"/>
                </a:solidFill>
                <a:ea typeface="+mn-lt"/>
                <a:cs typeface="+mn-lt"/>
              </a:rPr>
              <a:t>. Tallis </a:t>
            </a:r>
            <a:r>
              <a:rPr lang="de-DE" sz="1200" dirty="0" err="1">
                <a:solidFill>
                  <a:srgbClr val="EAECF0"/>
                </a:solidFill>
                <a:ea typeface="+mn-lt"/>
                <a:cs typeface="+mn-lt"/>
              </a:rPr>
              <a:t>has</a:t>
            </a:r>
            <a:r>
              <a:rPr lang="de-DE" sz="1200" dirty="0">
                <a:solidFill>
                  <a:srgbClr val="EAECF0"/>
                </a:solidFill>
                <a:ea typeface="+mn-lt"/>
                <a:cs typeface="+mn-lt"/>
              </a:rPr>
              <a:t> </a:t>
            </a:r>
            <a:r>
              <a:rPr lang="de-DE" sz="1200" dirty="0" err="1">
                <a:solidFill>
                  <a:srgbClr val="EAECF0"/>
                </a:solidFill>
                <a:ea typeface="+mn-lt"/>
                <a:cs typeface="+mn-lt"/>
              </a:rPr>
              <a:t>quite</a:t>
            </a:r>
            <a:r>
              <a:rPr lang="de-DE" sz="1200" dirty="0">
                <a:solidFill>
                  <a:srgbClr val="EAECF0"/>
                </a:solidFill>
                <a:ea typeface="+mn-lt"/>
                <a:cs typeface="+mn-lt"/>
              </a:rPr>
              <a:t> </a:t>
            </a:r>
            <a:r>
              <a:rPr lang="de-DE" sz="1200" dirty="0" err="1">
                <a:solidFill>
                  <a:srgbClr val="EAECF0"/>
                </a:solidFill>
                <a:ea typeface="+mn-lt"/>
                <a:cs typeface="+mn-lt"/>
              </a:rPr>
              <a:t>obviously</a:t>
            </a:r>
            <a:r>
              <a:rPr lang="de-DE" sz="1200" dirty="0">
                <a:solidFill>
                  <a:srgbClr val="EAECF0"/>
                </a:solidFill>
                <a:ea typeface="+mn-lt"/>
                <a:cs typeface="+mn-lt"/>
              </a:rPr>
              <a:t> </a:t>
            </a:r>
            <a:r>
              <a:rPr lang="de-DE" sz="1200" dirty="0" err="1">
                <a:solidFill>
                  <a:srgbClr val="EAECF0"/>
                </a:solidFill>
                <a:ea typeface="+mn-lt"/>
                <a:cs typeface="+mn-lt"/>
              </a:rPr>
              <a:t>been</a:t>
            </a:r>
            <a:r>
              <a:rPr lang="de-DE" sz="1200" dirty="0">
                <a:solidFill>
                  <a:srgbClr val="EAECF0"/>
                </a:solidFill>
                <a:ea typeface="+mn-lt"/>
                <a:cs typeface="+mn-lt"/>
              </a:rPr>
              <a:t> </a:t>
            </a:r>
            <a:r>
              <a:rPr lang="de-DE" sz="1200" dirty="0" err="1">
                <a:solidFill>
                  <a:srgbClr val="EAECF0"/>
                </a:solidFill>
                <a:ea typeface="+mn-lt"/>
                <a:cs typeface="+mn-lt"/>
              </a:rPr>
              <a:t>omitted</a:t>
            </a:r>
            <a:r>
              <a:rPr lang="de-DE" sz="1200" dirty="0">
                <a:solidFill>
                  <a:srgbClr val="EAECF0"/>
                </a:solidFill>
                <a:ea typeface="+mn-lt"/>
                <a:cs typeface="+mn-lt"/>
              </a:rPr>
              <a:t>.</a:t>
            </a:r>
            <a:r>
              <a:rPr lang="de-DE" sz="1000" baseline="30000" dirty="0">
                <a:solidFill>
                  <a:srgbClr val="88A3E8"/>
                </a:solidFill>
                <a:ea typeface="+mn-lt"/>
                <a:cs typeface="+mn-lt"/>
                <a:hlinkClick r:id="rId23"/>
              </a:rPr>
              <a:t>[94]</a:t>
            </a:r>
            <a:endParaRPr lang="de-DE"/>
          </a:p>
          <a:p>
            <a:r>
              <a:rPr lang="de-DE" sz="1200" dirty="0">
                <a:solidFill>
                  <a:srgbClr val="EAECF0"/>
                </a:solidFill>
                <a:ea typeface="+mn-lt"/>
                <a:cs typeface="+mn-lt"/>
              </a:rPr>
              <a:t>Modern </a:t>
            </a:r>
            <a:r>
              <a:rPr lang="de-DE" sz="1200" dirty="0" err="1">
                <a:solidFill>
                  <a:srgbClr val="EAECF0"/>
                </a:solidFill>
                <a:ea typeface="+mn-lt"/>
                <a:cs typeface="+mn-lt"/>
              </a:rPr>
              <a:t>scholars</a:t>
            </a:r>
            <a:r>
              <a:rPr lang="de-DE" sz="1200" dirty="0">
                <a:solidFill>
                  <a:srgbClr val="EAECF0"/>
                </a:solidFill>
                <a:ea typeface="+mn-lt"/>
                <a:cs typeface="+mn-lt"/>
              </a:rPr>
              <a:t> </a:t>
            </a:r>
            <a:r>
              <a:rPr lang="de-DE" sz="1200" dirty="0" err="1">
                <a:solidFill>
                  <a:srgbClr val="EAECF0"/>
                </a:solidFill>
                <a:ea typeface="+mn-lt"/>
                <a:cs typeface="+mn-lt"/>
              </a:rPr>
              <a:t>generally</a:t>
            </a:r>
            <a:r>
              <a:rPr lang="de-DE" sz="1200" dirty="0">
                <a:solidFill>
                  <a:srgbClr val="EAECF0"/>
                </a:solidFill>
                <a:ea typeface="+mn-lt"/>
                <a:cs typeface="+mn-lt"/>
              </a:rPr>
              <a:t> </a:t>
            </a:r>
            <a:r>
              <a:rPr lang="de-DE" sz="1200" dirty="0" err="1">
                <a:solidFill>
                  <a:srgbClr val="EAECF0"/>
                </a:solidFill>
                <a:ea typeface="+mn-lt"/>
                <a:cs typeface="+mn-lt"/>
              </a:rPr>
              <a:t>believe</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Tallis </a:t>
            </a:r>
            <a:r>
              <a:rPr lang="de-DE" sz="1200" dirty="0" err="1">
                <a:solidFill>
                  <a:srgbClr val="EAECF0"/>
                </a:solidFill>
                <a:ea typeface="+mn-lt"/>
                <a:cs typeface="+mn-lt"/>
              </a:rPr>
              <a:t>stood</a:t>
            </a:r>
            <a:r>
              <a:rPr lang="de-DE" sz="1200" dirty="0">
                <a:solidFill>
                  <a:srgbClr val="EAECF0"/>
                </a:solidFill>
                <a:ea typeface="+mn-lt"/>
                <a:cs typeface="+mn-lt"/>
              </a:rPr>
              <a:t> out </a:t>
            </a:r>
            <a:r>
              <a:rPr lang="de-DE" sz="1200" dirty="0" err="1">
                <a:solidFill>
                  <a:srgbClr val="EAECF0"/>
                </a:solidFill>
                <a:ea typeface="+mn-lt"/>
                <a:cs typeface="+mn-lt"/>
              </a:rPr>
              <a:t>among</a:t>
            </a:r>
            <a:r>
              <a:rPr lang="de-DE" sz="1200" dirty="0">
                <a:solidFill>
                  <a:srgbClr val="EAECF0"/>
                </a:solidFill>
                <a:ea typeface="+mn-lt"/>
                <a:cs typeface="+mn-lt"/>
              </a:rPr>
              <a:t> </a:t>
            </a:r>
            <a:r>
              <a:rPr lang="de-DE" sz="1200" dirty="0" err="1">
                <a:solidFill>
                  <a:srgbClr val="EAECF0"/>
                </a:solidFill>
                <a:ea typeface="+mn-lt"/>
                <a:cs typeface="+mn-lt"/>
              </a:rPr>
              <a:t>other</a:t>
            </a:r>
            <a:r>
              <a:rPr lang="de-DE" sz="1200" dirty="0">
                <a:solidFill>
                  <a:srgbClr val="EAECF0"/>
                </a:solidFill>
                <a:ea typeface="+mn-lt"/>
                <a:cs typeface="+mn-lt"/>
              </a:rPr>
              <a:t> </a:t>
            </a:r>
            <a:r>
              <a:rPr lang="de-DE" sz="1200" dirty="0" err="1">
                <a:solidFill>
                  <a:srgbClr val="EAECF0"/>
                </a:solidFill>
                <a:ea typeface="+mn-lt"/>
                <a:cs typeface="+mn-lt"/>
              </a:rPr>
              <a:t>important</a:t>
            </a:r>
            <a:r>
              <a:rPr lang="de-DE" sz="1200" dirty="0">
                <a:solidFill>
                  <a:srgbClr val="EAECF0"/>
                </a:solidFill>
                <a:ea typeface="+mn-lt"/>
                <a:cs typeface="+mn-lt"/>
              </a:rPr>
              <a:t> </a:t>
            </a:r>
            <a:r>
              <a:rPr lang="de-DE" sz="1200" dirty="0" err="1">
                <a:solidFill>
                  <a:srgbClr val="EAECF0"/>
                </a:solidFill>
                <a:ea typeface="+mn-lt"/>
                <a:cs typeface="+mn-lt"/>
              </a:rPr>
              <a:t>composers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time, </a:t>
            </a:r>
            <a:r>
              <a:rPr lang="de-DE" sz="1200" dirty="0" err="1">
                <a:solidFill>
                  <a:srgbClr val="EAECF0"/>
                </a:solidFill>
                <a:ea typeface="+mn-lt"/>
                <a:cs typeface="+mn-lt"/>
              </a:rPr>
              <a:t>including</a:t>
            </a:r>
            <a:r>
              <a:rPr lang="de-DE" sz="1200" dirty="0">
                <a:solidFill>
                  <a:srgbClr val="EAECF0"/>
                </a:solidFill>
                <a:ea typeface="+mn-lt"/>
                <a:cs typeface="+mn-lt"/>
              </a:rPr>
              <a:t> </a:t>
            </a:r>
            <a:r>
              <a:rPr lang="de-DE" sz="1200" dirty="0">
                <a:solidFill>
                  <a:srgbClr val="88A3E8"/>
                </a:solidFill>
                <a:ea typeface="+mn-lt"/>
                <a:cs typeface="+mn-lt"/>
                <a:hlinkClick r:id="rId24"/>
              </a:rPr>
              <a:t>Christopher Tye</a:t>
            </a:r>
            <a:r>
              <a:rPr lang="de-DE" sz="1200" dirty="0">
                <a:solidFill>
                  <a:srgbClr val="EAECF0"/>
                </a:solidFill>
                <a:ea typeface="+mn-lt"/>
                <a:cs typeface="+mn-lt"/>
              </a:rPr>
              <a:t> and </a:t>
            </a:r>
            <a:r>
              <a:rPr lang="de-DE" sz="1200" dirty="0">
                <a:solidFill>
                  <a:srgbClr val="88A3E8"/>
                </a:solidFill>
                <a:ea typeface="+mn-lt"/>
                <a:cs typeface="+mn-lt"/>
                <a:hlinkClick r:id="rId25"/>
              </a:rPr>
              <a:t>Robert White</a:t>
            </a:r>
            <a:r>
              <a:rPr lang="de-DE" sz="1200" dirty="0">
                <a:solidFill>
                  <a:srgbClr val="EAECF0"/>
                </a:solidFill>
                <a:ea typeface="+mn-lt"/>
                <a:cs typeface="+mn-lt"/>
              </a:rPr>
              <a:t>. The </a:t>
            </a:r>
            <a:r>
              <a:rPr lang="de-DE" sz="1200" dirty="0" err="1">
                <a:solidFill>
                  <a:srgbClr val="EAECF0"/>
                </a:solidFill>
                <a:ea typeface="+mn-lt"/>
                <a:cs typeface="+mn-lt"/>
              </a:rPr>
              <a:t>author</a:t>
            </a:r>
            <a:r>
              <a:rPr lang="de-DE" sz="1200" dirty="0">
                <a:solidFill>
                  <a:srgbClr val="EAECF0"/>
                </a:solidFill>
                <a:ea typeface="+mn-lt"/>
                <a:cs typeface="+mn-lt"/>
              </a:rPr>
              <a:t> and </a:t>
            </a:r>
            <a:r>
              <a:rPr lang="de-DE" sz="1200" dirty="0" err="1">
                <a:solidFill>
                  <a:srgbClr val="EAECF0"/>
                </a:solidFill>
                <a:ea typeface="+mn-lt"/>
                <a:cs typeface="+mn-lt"/>
              </a:rPr>
              <a:t>composer</a:t>
            </a:r>
            <a:r>
              <a:rPr lang="de-DE" sz="1200" dirty="0">
                <a:solidFill>
                  <a:srgbClr val="EAECF0"/>
                </a:solidFill>
                <a:ea typeface="+mn-lt"/>
                <a:cs typeface="+mn-lt"/>
              </a:rPr>
              <a:t> </a:t>
            </a:r>
            <a:r>
              <a:rPr lang="de-DE" sz="1200" dirty="0">
                <a:solidFill>
                  <a:srgbClr val="88A3E8"/>
                </a:solidFill>
                <a:ea typeface="+mn-lt"/>
                <a:cs typeface="+mn-lt"/>
                <a:hlinkClick r:id="rId26"/>
              </a:rPr>
              <a:t>Ernest Walker</a:t>
            </a:r>
            <a:r>
              <a:rPr lang="de-DE" sz="1200" dirty="0">
                <a:solidFill>
                  <a:srgbClr val="EAECF0"/>
                </a:solidFill>
                <a:ea typeface="+mn-lt"/>
                <a:cs typeface="+mn-lt"/>
              </a:rPr>
              <a:t> </a:t>
            </a:r>
            <a:r>
              <a:rPr lang="de-DE" sz="1200" dirty="0" err="1">
                <a:solidFill>
                  <a:srgbClr val="EAECF0"/>
                </a:solidFill>
                <a:ea typeface="+mn-lt"/>
                <a:cs typeface="+mn-lt"/>
              </a:rPr>
              <a:t>wrote</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"he </a:t>
            </a:r>
            <a:r>
              <a:rPr lang="de-DE" sz="1200" dirty="0" err="1">
                <a:solidFill>
                  <a:srgbClr val="EAECF0"/>
                </a:solidFill>
                <a:ea typeface="+mn-lt"/>
                <a:cs typeface="+mn-lt"/>
              </a:rPr>
              <a:t>had</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versatility</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style" </a:t>
            </a:r>
            <a:r>
              <a:rPr lang="de-DE" sz="1200" dirty="0" err="1">
                <a:solidFill>
                  <a:srgbClr val="EAECF0"/>
                </a:solidFill>
                <a:ea typeface="+mn-lt"/>
                <a:cs typeface="+mn-lt"/>
              </a:rPr>
              <a:t>than</a:t>
            </a:r>
            <a:r>
              <a:rPr lang="de-DE" sz="1200" dirty="0">
                <a:solidFill>
                  <a:srgbClr val="EAECF0"/>
                </a:solidFill>
                <a:ea typeface="+mn-lt"/>
                <a:cs typeface="+mn-lt"/>
              </a:rPr>
              <a:t> </a:t>
            </a:r>
            <a:r>
              <a:rPr lang="de-DE" sz="1200" dirty="0" err="1">
                <a:solidFill>
                  <a:srgbClr val="EAECF0"/>
                </a:solidFill>
                <a:ea typeface="+mn-lt"/>
                <a:cs typeface="+mn-lt"/>
              </a:rPr>
              <a:t>Tye</a:t>
            </a:r>
            <a:r>
              <a:rPr lang="de-DE" sz="1200" dirty="0">
                <a:solidFill>
                  <a:srgbClr val="EAECF0"/>
                </a:solidFill>
                <a:ea typeface="+mn-lt"/>
                <a:cs typeface="+mn-lt"/>
              </a:rPr>
              <a:t> and White, and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general</a:t>
            </a:r>
            <a:r>
              <a:rPr lang="de-DE" sz="1200" dirty="0">
                <a:solidFill>
                  <a:srgbClr val="EAECF0"/>
                </a:solidFill>
                <a:ea typeface="+mn-lt"/>
                <a:cs typeface="+mn-lt"/>
              </a:rPr>
              <a:t> </a:t>
            </a:r>
            <a:r>
              <a:rPr lang="de-DE" sz="1200" dirty="0" err="1">
                <a:solidFill>
                  <a:srgbClr val="EAECF0"/>
                </a:solidFill>
                <a:ea typeface="+mn-lt"/>
                <a:cs typeface="+mn-lt"/>
              </a:rPr>
              <a:t>handling</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material was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consistently</a:t>
            </a:r>
            <a:r>
              <a:rPr lang="de-DE" sz="1200" dirty="0">
                <a:solidFill>
                  <a:srgbClr val="EAECF0"/>
                </a:solidFill>
                <a:ea typeface="+mn-lt"/>
                <a:cs typeface="+mn-lt"/>
              </a:rPr>
              <a:t> easy and </a:t>
            </a:r>
            <a:r>
              <a:rPr lang="de-DE" sz="1200" dirty="0" err="1">
                <a:solidFill>
                  <a:srgbClr val="EAECF0"/>
                </a:solidFill>
                <a:ea typeface="+mn-lt"/>
                <a:cs typeface="+mn-lt"/>
              </a:rPr>
              <a:t>certain</a:t>
            </a:r>
            <a:r>
              <a:rPr lang="de-DE" sz="1200" dirty="0">
                <a:solidFill>
                  <a:srgbClr val="EAECF0"/>
                </a:solidFill>
                <a:ea typeface="+mn-lt"/>
                <a:cs typeface="+mn-lt"/>
              </a:rPr>
              <a:t>".</a:t>
            </a:r>
            <a:r>
              <a:rPr lang="de-DE" sz="1000" baseline="30000" dirty="0">
                <a:solidFill>
                  <a:srgbClr val="88A3E8"/>
                </a:solidFill>
                <a:ea typeface="+mn-lt"/>
                <a:cs typeface="+mn-lt"/>
                <a:hlinkClick r:id="rId27"/>
              </a:rPr>
              <a:t>[95]</a:t>
            </a:r>
            <a:r>
              <a:rPr lang="de-DE" sz="1200" dirty="0">
                <a:solidFill>
                  <a:srgbClr val="EAECF0"/>
                </a:solidFill>
                <a:ea typeface="+mn-lt"/>
                <a:cs typeface="+mn-lt"/>
              </a:rPr>
              <a:t> John </a:t>
            </a:r>
            <a:r>
              <a:rPr lang="de-DE" sz="1200" dirty="0" err="1">
                <a:solidFill>
                  <a:srgbClr val="EAECF0"/>
                </a:solidFill>
                <a:ea typeface="+mn-lt"/>
                <a:cs typeface="+mn-lt"/>
              </a:rPr>
              <a:t>Milsom</a:t>
            </a:r>
            <a:r>
              <a:rPr lang="de-DE" sz="1200" dirty="0">
                <a:solidFill>
                  <a:srgbClr val="EAECF0"/>
                </a:solidFill>
                <a:ea typeface="+mn-lt"/>
                <a:cs typeface="+mn-lt"/>
              </a:rPr>
              <a:t>, </a:t>
            </a:r>
            <a:r>
              <a:rPr lang="de-DE" sz="1200" dirty="0" err="1">
                <a:solidFill>
                  <a:srgbClr val="EAECF0"/>
                </a:solidFill>
                <a:ea typeface="+mn-lt"/>
                <a:cs typeface="+mn-lt"/>
              </a:rPr>
              <a:t>musicologist</a:t>
            </a:r>
            <a:r>
              <a:rPr lang="de-DE" sz="1200" dirty="0">
                <a:solidFill>
                  <a:srgbClr val="EAECF0"/>
                </a:solidFill>
                <a:ea typeface="+mn-lt"/>
                <a:cs typeface="+mn-lt"/>
              </a:rPr>
              <a:t> and </a:t>
            </a:r>
            <a:r>
              <a:rPr lang="de-DE" sz="1200" dirty="0" err="1">
                <a:solidFill>
                  <a:srgbClr val="EAECF0"/>
                </a:solidFill>
                <a:ea typeface="+mn-lt"/>
                <a:cs typeface="+mn-lt"/>
              </a:rPr>
              <a:t>editor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28"/>
              </a:rPr>
              <a:t>early music</a:t>
            </a:r>
            <a:r>
              <a:rPr lang="de-DE" sz="1200" dirty="0">
                <a:solidFill>
                  <a:srgbClr val="EAECF0"/>
                </a:solidFill>
                <a:ea typeface="+mn-lt"/>
                <a:cs typeface="+mn-lt"/>
              </a:rPr>
              <a:t> </a:t>
            </a:r>
            <a:r>
              <a:rPr lang="de-DE" sz="1200" dirty="0" err="1">
                <a:solidFill>
                  <a:srgbClr val="EAECF0"/>
                </a:solidFill>
                <a:ea typeface="+mn-lt"/>
                <a:cs typeface="+mn-lt"/>
              </a:rPr>
              <a:t>scores</a:t>
            </a:r>
            <a:r>
              <a:rPr lang="de-DE" sz="1200" dirty="0">
                <a:solidFill>
                  <a:srgbClr val="EAECF0"/>
                </a:solidFill>
                <a:ea typeface="+mn-lt"/>
                <a:cs typeface="+mn-lt"/>
              </a:rPr>
              <a:t>, </a:t>
            </a:r>
            <a:r>
              <a:rPr lang="de-DE" sz="1200" dirty="0" err="1">
                <a:solidFill>
                  <a:srgbClr val="EAECF0"/>
                </a:solidFill>
                <a:ea typeface="+mn-lt"/>
                <a:cs typeface="+mn-lt"/>
              </a:rPr>
              <a:t>wrote</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Tallis </a:t>
            </a:r>
            <a:r>
              <a:rPr lang="de-DE" sz="1200" dirty="0" err="1">
                <a:solidFill>
                  <a:srgbClr val="EAECF0"/>
                </a:solidFill>
                <a:ea typeface="+mn-lt"/>
                <a:cs typeface="+mn-lt"/>
              </a:rPr>
              <a:t>modified</a:t>
            </a:r>
            <a:r>
              <a:rPr lang="de-DE" sz="1200" dirty="0">
                <a:solidFill>
                  <a:srgbClr val="EAECF0"/>
                </a:solidFill>
                <a:ea typeface="+mn-lt"/>
                <a:cs typeface="+mn-lt"/>
              </a:rPr>
              <a:t> and </a:t>
            </a:r>
            <a:r>
              <a:rPr lang="de-DE" sz="1200" dirty="0" err="1">
                <a:solidFill>
                  <a:srgbClr val="EAECF0"/>
                </a:solidFill>
                <a:ea typeface="+mn-lt"/>
                <a:cs typeface="+mn-lt"/>
              </a:rPr>
              <a:t>revised</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scores</a:t>
            </a:r>
            <a:r>
              <a:rPr lang="de-DE" sz="1200" dirty="0">
                <a:solidFill>
                  <a:srgbClr val="EAECF0"/>
                </a:solidFill>
                <a:ea typeface="+mn-lt"/>
                <a:cs typeface="+mn-lt"/>
              </a:rPr>
              <a:t> </a:t>
            </a:r>
            <a:r>
              <a:rPr lang="de-DE" sz="1200" dirty="0" err="1">
                <a:solidFill>
                  <a:srgbClr val="EAECF0"/>
                </a:solidFill>
                <a:ea typeface="+mn-lt"/>
                <a:cs typeface="+mn-lt"/>
              </a:rPr>
              <a:t>far</a:t>
            </a:r>
            <a:r>
              <a:rPr lang="de-DE" sz="1200" dirty="0">
                <a:solidFill>
                  <a:srgbClr val="EAECF0"/>
                </a:solidFill>
                <a:ea typeface="+mn-lt"/>
                <a:cs typeface="+mn-lt"/>
              </a:rPr>
              <a:t> </a:t>
            </a:r>
            <a:r>
              <a:rPr lang="de-DE" sz="1200" dirty="0" err="1">
                <a:solidFill>
                  <a:srgbClr val="EAECF0"/>
                </a:solidFill>
                <a:ea typeface="+mn-lt"/>
                <a:cs typeface="+mn-lt"/>
              </a:rPr>
              <a:t>more</a:t>
            </a:r>
            <a:r>
              <a:rPr lang="de-DE" sz="1200" dirty="0">
                <a:solidFill>
                  <a:srgbClr val="EAECF0"/>
                </a:solidFill>
                <a:ea typeface="+mn-lt"/>
                <a:cs typeface="+mn-lt"/>
              </a:rPr>
              <a:t> </a:t>
            </a:r>
            <a:r>
              <a:rPr lang="de-DE" sz="1200" dirty="0" err="1">
                <a:solidFill>
                  <a:srgbClr val="EAECF0"/>
                </a:solidFill>
                <a:ea typeface="+mn-lt"/>
                <a:cs typeface="+mn-lt"/>
              </a:rPr>
              <a:t>than</a:t>
            </a:r>
            <a:r>
              <a:rPr lang="de-DE" sz="1200" dirty="0">
                <a:solidFill>
                  <a:srgbClr val="EAECF0"/>
                </a:solidFill>
                <a:ea typeface="+mn-lt"/>
                <a:cs typeface="+mn-lt"/>
              </a:rPr>
              <a:t> </a:t>
            </a:r>
            <a:r>
              <a:rPr lang="de-DE" sz="1200" dirty="0">
                <a:solidFill>
                  <a:srgbClr val="88A3E8"/>
                </a:solidFill>
                <a:ea typeface="+mn-lt"/>
                <a:cs typeface="+mn-lt"/>
                <a:hlinkClick r:id="rId19"/>
              </a:rPr>
              <a:t>John Sheppard</a:t>
            </a:r>
            <a:r>
              <a:rPr lang="de-DE" sz="1200" dirty="0">
                <a:solidFill>
                  <a:srgbClr val="EAECF0"/>
                </a:solidFill>
                <a:ea typeface="+mn-lt"/>
                <a:cs typeface="+mn-lt"/>
              </a:rPr>
              <a:t> and White, </a:t>
            </a:r>
            <a:r>
              <a:rPr lang="de-DE" sz="1200" dirty="0" err="1">
                <a:solidFill>
                  <a:srgbClr val="EAECF0"/>
                </a:solidFill>
                <a:ea typeface="+mn-lt"/>
                <a:cs typeface="+mn-lt"/>
              </a:rPr>
              <a:t>deliberately</a:t>
            </a:r>
            <a:r>
              <a:rPr lang="de-DE" sz="1200" dirty="0">
                <a:solidFill>
                  <a:srgbClr val="EAECF0"/>
                </a:solidFill>
                <a:ea typeface="+mn-lt"/>
                <a:cs typeface="+mn-lt"/>
              </a:rPr>
              <a:t> </a:t>
            </a:r>
            <a:r>
              <a:rPr lang="de-DE" sz="1200" dirty="0" err="1">
                <a:solidFill>
                  <a:srgbClr val="EAECF0"/>
                </a:solidFill>
                <a:ea typeface="+mn-lt"/>
                <a:cs typeface="+mn-lt"/>
              </a:rPr>
              <a:t>aligning</a:t>
            </a:r>
            <a:r>
              <a:rPr lang="de-DE" sz="1200" dirty="0">
                <a:solidFill>
                  <a:srgbClr val="EAECF0"/>
                </a:solidFill>
                <a:ea typeface="+mn-lt"/>
                <a:cs typeface="+mn-lt"/>
              </a:rPr>
              <a:t> </a:t>
            </a:r>
            <a:r>
              <a:rPr lang="de-DE" sz="1200" dirty="0" err="1">
                <a:solidFill>
                  <a:srgbClr val="EAECF0"/>
                </a:solidFill>
                <a:ea typeface="+mn-lt"/>
                <a:cs typeface="+mn-lt"/>
              </a:rPr>
              <a:t>later</a:t>
            </a:r>
            <a:r>
              <a:rPr lang="de-DE" sz="1200" dirty="0">
                <a:solidFill>
                  <a:srgbClr val="EAECF0"/>
                </a:solidFill>
                <a:ea typeface="+mn-lt"/>
                <a:cs typeface="+mn-lt"/>
              </a:rPr>
              <a:t> </a:t>
            </a:r>
            <a:r>
              <a:rPr lang="de-DE" sz="1200" dirty="0" err="1">
                <a:solidFill>
                  <a:srgbClr val="EAECF0"/>
                </a:solidFill>
                <a:ea typeface="+mn-lt"/>
                <a:cs typeface="+mn-lt"/>
              </a:rPr>
              <a:t>copies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older</a:t>
            </a:r>
            <a:r>
              <a:rPr lang="de-DE" sz="1200" dirty="0">
                <a:solidFill>
                  <a:srgbClr val="EAECF0"/>
                </a:solidFill>
                <a:ea typeface="+mn-lt"/>
                <a:cs typeface="+mn-lt"/>
              </a:rPr>
              <a:t> </a:t>
            </a:r>
            <a:r>
              <a:rPr lang="de-DE" sz="1200" dirty="0" err="1">
                <a:solidFill>
                  <a:srgbClr val="EAECF0"/>
                </a:solidFill>
                <a:ea typeface="+mn-lt"/>
                <a:cs typeface="+mn-lt"/>
              </a:rPr>
              <a:t>works</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 </a:t>
            </a:r>
            <a:r>
              <a:rPr lang="de-DE" sz="1200" dirty="0" err="1">
                <a:solidFill>
                  <a:srgbClr val="EAECF0"/>
                </a:solidFill>
                <a:ea typeface="+mn-lt"/>
                <a:cs typeface="+mn-lt"/>
              </a:rPr>
              <a:t>newer</a:t>
            </a:r>
            <a:r>
              <a:rPr lang="de-DE" sz="1200" dirty="0">
                <a:solidFill>
                  <a:srgbClr val="EAECF0"/>
                </a:solidFill>
                <a:ea typeface="+mn-lt"/>
                <a:cs typeface="+mn-lt"/>
              </a:rPr>
              <a:t> </a:t>
            </a:r>
            <a:r>
              <a:rPr lang="de-DE" sz="1200" dirty="0" err="1">
                <a:solidFill>
                  <a:srgbClr val="EAECF0"/>
                </a:solidFill>
                <a:ea typeface="+mn-lt"/>
                <a:cs typeface="+mn-lt"/>
              </a:rPr>
              <a:t>continental</a:t>
            </a:r>
            <a:r>
              <a:rPr lang="de-DE" sz="1200" dirty="0">
                <a:solidFill>
                  <a:srgbClr val="EAECF0"/>
                </a:solidFill>
                <a:ea typeface="+mn-lt"/>
                <a:cs typeface="+mn-lt"/>
              </a:rPr>
              <a:t> </a:t>
            </a:r>
            <a:r>
              <a:rPr lang="de-DE" sz="1200" dirty="0" err="1">
                <a:solidFill>
                  <a:srgbClr val="EAECF0"/>
                </a:solidFill>
                <a:ea typeface="+mn-lt"/>
                <a:cs typeface="+mn-lt"/>
              </a:rPr>
              <a:t>technique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a:solidFill>
                  <a:srgbClr val="88A3E8"/>
                </a:solidFill>
                <a:ea typeface="+mn-lt"/>
                <a:cs typeface="+mn-lt"/>
                <a:hlinkClick r:id="rId29"/>
              </a:rPr>
              <a:t>imitative counterpoint</a:t>
            </a:r>
            <a:r>
              <a:rPr lang="de-DE" sz="1200" dirty="0">
                <a:solidFill>
                  <a:srgbClr val="EAECF0"/>
                </a:solidFill>
                <a:ea typeface="+mn-lt"/>
                <a:cs typeface="+mn-lt"/>
              </a:rPr>
              <a:t>.</a:t>
            </a:r>
            <a:r>
              <a:rPr lang="de-DE" sz="1000" baseline="30000" dirty="0">
                <a:solidFill>
                  <a:srgbClr val="88A3E8"/>
                </a:solidFill>
                <a:ea typeface="+mn-lt"/>
                <a:cs typeface="+mn-lt"/>
                <a:hlinkClick r:id="rId30"/>
              </a:rPr>
              <a:t>[96]</a:t>
            </a:r>
            <a:r>
              <a:rPr lang="de-DE" sz="1200" dirty="0">
                <a:solidFill>
                  <a:srgbClr val="EAECF0"/>
                </a:solidFill>
                <a:ea typeface="+mn-lt"/>
                <a:cs typeface="+mn-lt"/>
              </a:rPr>
              <a:t> David </a:t>
            </a:r>
            <a:r>
              <a:rPr lang="de-DE" sz="1200" dirty="0" err="1">
                <a:solidFill>
                  <a:srgbClr val="EAECF0"/>
                </a:solidFill>
                <a:ea typeface="+mn-lt"/>
                <a:cs typeface="+mn-lt"/>
              </a:rPr>
              <a:t>Allinson</a:t>
            </a:r>
            <a:r>
              <a:rPr lang="de-DE" sz="1200" dirty="0">
                <a:solidFill>
                  <a:srgbClr val="EAECF0"/>
                </a:solidFill>
                <a:ea typeface="+mn-lt"/>
                <a:cs typeface="+mn-lt"/>
              </a:rPr>
              <a:t>, </a:t>
            </a:r>
            <a:r>
              <a:rPr lang="de-DE" sz="1200" dirty="0" err="1">
                <a:solidFill>
                  <a:srgbClr val="EAECF0"/>
                </a:solidFill>
                <a:ea typeface="+mn-lt"/>
                <a:cs typeface="+mn-lt"/>
              </a:rPr>
              <a:t>musicologist</a:t>
            </a:r>
            <a:r>
              <a:rPr lang="de-DE" sz="1200" dirty="0">
                <a:solidFill>
                  <a:srgbClr val="EAECF0"/>
                </a:solidFill>
                <a:ea typeface="+mn-lt"/>
                <a:cs typeface="+mn-lt"/>
              </a:rPr>
              <a:t> and </a:t>
            </a:r>
            <a:r>
              <a:rPr lang="de-DE" sz="1200" dirty="0" err="1">
                <a:solidFill>
                  <a:srgbClr val="EAECF0"/>
                </a:solidFill>
                <a:ea typeface="+mn-lt"/>
                <a:cs typeface="+mn-lt"/>
              </a:rPr>
              <a:t>director</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music</a:t>
            </a:r>
            <a:r>
              <a:rPr lang="de-DE" sz="1200" dirty="0">
                <a:solidFill>
                  <a:srgbClr val="EAECF0"/>
                </a:solidFill>
                <a:ea typeface="+mn-lt"/>
                <a:cs typeface="+mn-lt"/>
              </a:rPr>
              <a:t> at </a:t>
            </a:r>
            <a:r>
              <a:rPr lang="de-DE" sz="1200" dirty="0">
                <a:solidFill>
                  <a:srgbClr val="88A3E8"/>
                </a:solidFill>
                <a:ea typeface="+mn-lt"/>
                <a:cs typeface="+mn-lt"/>
                <a:hlinkClick r:id="rId31"/>
              </a:rPr>
              <a:t>Canterbury Christ Church University</a:t>
            </a:r>
            <a:r>
              <a:rPr lang="de-DE" sz="1200" dirty="0">
                <a:solidFill>
                  <a:srgbClr val="EAECF0"/>
                </a:solidFill>
                <a:ea typeface="+mn-lt"/>
                <a:cs typeface="+mn-lt"/>
              </a:rPr>
              <a:t>, </a:t>
            </a:r>
            <a:r>
              <a:rPr lang="de-DE" sz="1200" dirty="0" err="1">
                <a:solidFill>
                  <a:srgbClr val="EAECF0"/>
                </a:solidFill>
                <a:ea typeface="+mn-lt"/>
                <a:cs typeface="+mn-lt"/>
              </a:rPr>
              <a:t>commented</a:t>
            </a:r>
            <a:r>
              <a:rPr lang="de-DE" sz="1200" dirty="0">
                <a:solidFill>
                  <a:srgbClr val="EAECF0"/>
                </a:solidFill>
                <a:ea typeface="+mn-lt"/>
                <a:cs typeface="+mn-lt"/>
              </a:rPr>
              <a:t> in a 2005 NPR </a:t>
            </a:r>
            <a:r>
              <a:rPr lang="de-DE" sz="1200" dirty="0" err="1">
                <a:solidFill>
                  <a:srgbClr val="EAECF0"/>
                </a:solidFill>
                <a:ea typeface="+mn-lt"/>
                <a:cs typeface="+mn-lt"/>
              </a:rPr>
              <a:t>segment</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Tallis' "</a:t>
            </a:r>
            <a:r>
              <a:rPr lang="de-DE" sz="1200" i="1" dirty="0" err="1">
                <a:solidFill>
                  <a:srgbClr val="EAECF0"/>
                </a:solidFill>
                <a:ea typeface="+mn-lt"/>
                <a:cs typeface="+mn-lt"/>
              </a:rPr>
              <a:t>Spem</a:t>
            </a:r>
            <a:r>
              <a:rPr lang="de-DE" sz="1200" i="1" dirty="0">
                <a:solidFill>
                  <a:srgbClr val="EAECF0"/>
                </a:solidFill>
                <a:ea typeface="+mn-lt"/>
                <a:cs typeface="+mn-lt"/>
              </a:rPr>
              <a:t> in </a:t>
            </a:r>
            <a:r>
              <a:rPr lang="de-DE" sz="1200" i="1" dirty="0" err="1">
                <a:solidFill>
                  <a:srgbClr val="EAECF0"/>
                </a:solidFill>
                <a:ea typeface="+mn-lt"/>
                <a:cs typeface="+mn-lt"/>
              </a:rPr>
              <a:t>alium</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about</a:t>
            </a:r>
            <a:r>
              <a:rPr lang="de-DE" sz="1200" dirty="0">
                <a:solidFill>
                  <a:srgbClr val="EAECF0"/>
                </a:solidFill>
                <a:ea typeface="+mn-lt"/>
                <a:cs typeface="+mn-lt"/>
              </a:rPr>
              <a:t> </a:t>
            </a:r>
            <a:r>
              <a:rPr lang="de-DE" sz="1200" dirty="0" err="1">
                <a:solidFill>
                  <a:srgbClr val="EAECF0"/>
                </a:solidFill>
                <a:ea typeface="+mn-lt"/>
                <a:cs typeface="+mn-lt"/>
              </a:rPr>
              <a:t>twenty</a:t>
            </a:r>
            <a:r>
              <a:rPr lang="de-DE" sz="1200" dirty="0">
                <a:solidFill>
                  <a:srgbClr val="EAECF0"/>
                </a:solidFill>
                <a:ea typeface="+mn-lt"/>
                <a:cs typeface="+mn-lt"/>
              </a:rPr>
              <a:t> </a:t>
            </a:r>
            <a:r>
              <a:rPr lang="de-DE" sz="1200" dirty="0" err="1">
                <a:solidFill>
                  <a:srgbClr val="EAECF0"/>
                </a:solidFill>
                <a:ea typeface="+mn-lt"/>
                <a:cs typeface="+mn-lt"/>
              </a:rPr>
              <a:t>times</a:t>
            </a:r>
            <a:r>
              <a:rPr lang="de-DE" sz="1200" dirty="0">
                <a:solidFill>
                  <a:srgbClr val="EAECF0"/>
                </a:solidFill>
                <a:ea typeface="+mn-lt"/>
                <a:cs typeface="+mn-lt"/>
              </a:rPr>
              <a:t> </a:t>
            </a:r>
            <a:r>
              <a:rPr lang="de-DE" sz="1200" dirty="0" err="1">
                <a:solidFill>
                  <a:srgbClr val="EAECF0"/>
                </a:solidFill>
                <a:ea typeface="+mn-lt"/>
                <a:cs typeface="+mn-lt"/>
              </a:rPr>
              <a:t>better</a:t>
            </a:r>
            <a:r>
              <a:rPr lang="de-DE" sz="1200" dirty="0">
                <a:solidFill>
                  <a:srgbClr val="EAECF0"/>
                </a:solidFill>
                <a:ea typeface="+mn-lt"/>
                <a:cs typeface="+mn-lt"/>
              </a:rPr>
              <a:t>'" </a:t>
            </a:r>
            <a:r>
              <a:rPr lang="de-DE" sz="1200" dirty="0" err="1">
                <a:solidFill>
                  <a:srgbClr val="EAECF0"/>
                </a:solidFill>
                <a:ea typeface="+mn-lt"/>
                <a:cs typeface="+mn-lt"/>
              </a:rPr>
              <a:t>than</a:t>
            </a:r>
            <a:r>
              <a:rPr lang="de-DE" sz="1200" dirty="0">
                <a:solidFill>
                  <a:srgbClr val="EAECF0"/>
                </a:solidFill>
                <a:ea typeface="+mn-lt"/>
                <a:cs typeface="+mn-lt"/>
              </a:rPr>
              <a:t> </a:t>
            </a:r>
            <a:r>
              <a:rPr lang="de-DE" sz="1200" dirty="0" err="1">
                <a:solidFill>
                  <a:srgbClr val="EAECF0"/>
                </a:solidFill>
                <a:ea typeface="+mn-lt"/>
                <a:cs typeface="+mn-lt"/>
              </a:rPr>
              <a:t>Striggio's</a:t>
            </a:r>
            <a:r>
              <a:rPr lang="de-DE" sz="1200" dirty="0">
                <a:solidFill>
                  <a:srgbClr val="EAECF0"/>
                </a:solidFill>
                <a:ea typeface="+mn-lt"/>
                <a:cs typeface="+mn-lt"/>
              </a:rPr>
              <a:t> 40-part </a:t>
            </a:r>
            <a:r>
              <a:rPr lang="de-DE" sz="1200" dirty="0" err="1">
                <a:solidFill>
                  <a:srgbClr val="EAECF0"/>
                </a:solidFill>
                <a:ea typeface="+mn-lt"/>
                <a:cs typeface="+mn-lt"/>
              </a:rPr>
              <a:t>motet</a:t>
            </a:r>
            <a:r>
              <a:rPr lang="de-DE" sz="1200" dirty="0">
                <a:solidFill>
                  <a:srgbClr val="EAECF0"/>
                </a:solidFill>
                <a:ea typeface="+mn-lt"/>
                <a:cs typeface="+mn-lt"/>
              </a:rPr>
              <a:t> </a:t>
            </a:r>
            <a:r>
              <a:rPr lang="de-DE" sz="1200" dirty="0" err="1">
                <a:solidFill>
                  <a:srgbClr val="EAECF0"/>
                </a:solidFill>
                <a:ea typeface="+mn-lt"/>
                <a:cs typeface="+mn-lt"/>
              </a:rPr>
              <a:t>because</a:t>
            </a:r>
            <a:r>
              <a:rPr lang="de-DE" sz="1200" dirty="0">
                <a:solidFill>
                  <a:srgbClr val="EAECF0"/>
                </a:solidFill>
                <a:ea typeface="+mn-lt"/>
                <a:cs typeface="+mn-lt"/>
              </a:rPr>
              <a:t> "</a:t>
            </a:r>
            <a:r>
              <a:rPr lang="de-DE" sz="1200" dirty="0" err="1">
                <a:solidFill>
                  <a:srgbClr val="EAECF0"/>
                </a:solidFill>
                <a:ea typeface="+mn-lt"/>
                <a:cs typeface="+mn-lt"/>
              </a:rPr>
              <a:t>where</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Striggio</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t>
            </a:r>
            <a:r>
              <a:rPr lang="de-DE" sz="1200" dirty="0" err="1">
                <a:solidFill>
                  <a:srgbClr val="EAECF0"/>
                </a:solidFill>
                <a:ea typeface="+mn-lt"/>
                <a:cs typeface="+mn-lt"/>
              </a:rPr>
              <a:t>content</a:t>
            </a:r>
            <a:r>
              <a:rPr lang="de-DE" sz="1200" dirty="0">
                <a:solidFill>
                  <a:srgbClr val="EAECF0"/>
                </a:solidFill>
                <a:ea typeface="+mn-lt"/>
                <a:cs typeface="+mn-lt"/>
              </a:rPr>
              <a:t> </a:t>
            </a:r>
            <a:r>
              <a:rPr lang="de-DE" sz="1200" dirty="0" err="1">
                <a:solidFill>
                  <a:srgbClr val="EAECF0"/>
                </a:solidFill>
                <a:ea typeface="+mn-lt"/>
                <a:cs typeface="+mn-lt"/>
              </a:rPr>
              <a:t>to</a:t>
            </a:r>
            <a:r>
              <a:rPr lang="de-DE" sz="1200" dirty="0">
                <a:solidFill>
                  <a:srgbClr val="EAECF0"/>
                </a:solidFill>
                <a:ea typeface="+mn-lt"/>
                <a:cs typeface="+mn-lt"/>
              </a:rPr>
              <a:t> </a:t>
            </a:r>
            <a:r>
              <a:rPr lang="de-DE" sz="1200" dirty="0" err="1">
                <a:solidFill>
                  <a:srgbClr val="EAECF0"/>
                </a:solidFill>
                <a:ea typeface="+mn-lt"/>
                <a:cs typeface="+mn-lt"/>
              </a:rPr>
              <a:t>rely</a:t>
            </a:r>
            <a:r>
              <a:rPr lang="de-DE" sz="1200" dirty="0">
                <a:solidFill>
                  <a:srgbClr val="EAECF0"/>
                </a:solidFill>
                <a:ea typeface="+mn-lt"/>
                <a:cs typeface="+mn-lt"/>
              </a:rPr>
              <a:t> on </a:t>
            </a:r>
            <a:r>
              <a:rPr lang="de-DE" sz="1200" dirty="0" err="1">
                <a:solidFill>
                  <a:srgbClr val="EAECF0"/>
                </a:solidFill>
                <a:ea typeface="+mn-lt"/>
                <a:cs typeface="+mn-lt"/>
              </a:rPr>
              <a:t>big</a:t>
            </a:r>
            <a:r>
              <a:rPr lang="de-DE" sz="1200" dirty="0">
                <a:solidFill>
                  <a:srgbClr val="EAECF0"/>
                </a:solidFill>
                <a:ea typeface="+mn-lt"/>
                <a:cs typeface="+mn-lt"/>
              </a:rPr>
              <a:t>, </a:t>
            </a:r>
            <a:r>
              <a:rPr lang="de-DE" sz="1200" dirty="0" err="1">
                <a:solidFill>
                  <a:srgbClr val="EAECF0"/>
                </a:solidFill>
                <a:ea typeface="+mn-lt"/>
                <a:cs typeface="+mn-lt"/>
              </a:rPr>
              <a:t>harmonic</a:t>
            </a:r>
            <a:r>
              <a:rPr lang="de-DE" sz="1200" dirty="0">
                <a:solidFill>
                  <a:srgbClr val="EAECF0"/>
                </a:solidFill>
                <a:ea typeface="+mn-lt"/>
                <a:cs typeface="+mn-lt"/>
              </a:rPr>
              <a:t> </a:t>
            </a:r>
            <a:r>
              <a:rPr lang="de-DE" sz="1200" dirty="0" err="1">
                <a:solidFill>
                  <a:srgbClr val="EAECF0"/>
                </a:solidFill>
                <a:ea typeface="+mn-lt"/>
                <a:cs typeface="+mn-lt"/>
              </a:rPr>
              <a:t>effects</a:t>
            </a:r>
            <a:r>
              <a:rPr lang="de-DE" sz="1200" dirty="0">
                <a:solidFill>
                  <a:srgbClr val="EAECF0"/>
                </a:solidFill>
                <a:ea typeface="+mn-lt"/>
                <a:cs typeface="+mn-lt"/>
              </a:rPr>
              <a:t> and </a:t>
            </a:r>
            <a:r>
              <a:rPr lang="de-DE" sz="1200" dirty="0" err="1">
                <a:solidFill>
                  <a:srgbClr val="EAECF0"/>
                </a:solidFill>
                <a:ea typeface="+mn-lt"/>
                <a:cs typeface="+mn-lt"/>
              </a:rPr>
              <a:t>contrasts</a:t>
            </a:r>
            <a:r>
              <a:rPr lang="de-DE" sz="1200" dirty="0">
                <a:solidFill>
                  <a:srgbClr val="EAECF0"/>
                </a:solidFill>
                <a:ea typeface="+mn-lt"/>
                <a:cs typeface="+mn-lt"/>
              </a:rPr>
              <a:t>, Tallis' </a:t>
            </a:r>
            <a:r>
              <a:rPr lang="de-DE" sz="1200" dirty="0" err="1">
                <a:solidFill>
                  <a:srgbClr val="EAECF0"/>
                </a:solidFill>
                <a:ea typeface="+mn-lt"/>
                <a:cs typeface="+mn-lt"/>
              </a:rPr>
              <a:t>piece</a:t>
            </a:r>
            <a:r>
              <a:rPr lang="de-DE" sz="1200" dirty="0">
                <a:solidFill>
                  <a:srgbClr val="EAECF0"/>
                </a:solidFill>
                <a:ea typeface="+mn-lt"/>
                <a:cs typeface="+mn-lt"/>
              </a:rPr>
              <a:t> </a:t>
            </a:r>
            <a:r>
              <a:rPr lang="de-DE" sz="1200" dirty="0" err="1">
                <a:solidFill>
                  <a:srgbClr val="EAECF0"/>
                </a:solidFill>
                <a:ea typeface="+mn-lt"/>
                <a:cs typeface="+mn-lt"/>
              </a:rPr>
              <a:t>is</a:t>
            </a:r>
            <a:r>
              <a:rPr lang="de-DE" sz="1200" dirty="0">
                <a:solidFill>
                  <a:srgbClr val="EAECF0"/>
                </a:solidFill>
                <a:ea typeface="+mn-lt"/>
                <a:cs typeface="+mn-lt"/>
              </a:rPr>
              <a:t> a </a:t>
            </a:r>
            <a:r>
              <a:rPr lang="de-DE" sz="1200" dirty="0" err="1">
                <a:solidFill>
                  <a:srgbClr val="EAECF0"/>
                </a:solidFill>
                <a:ea typeface="+mn-lt"/>
                <a:cs typeface="+mn-lt"/>
              </a:rPr>
              <a:t>truly</a:t>
            </a:r>
            <a:r>
              <a:rPr lang="de-DE" sz="1200" dirty="0">
                <a:solidFill>
                  <a:srgbClr val="EAECF0"/>
                </a:solidFill>
                <a:ea typeface="+mn-lt"/>
                <a:cs typeface="+mn-lt"/>
              </a:rPr>
              <a:t> </a:t>
            </a:r>
            <a:r>
              <a:rPr lang="de-DE" sz="1200" dirty="0" err="1">
                <a:solidFill>
                  <a:srgbClr val="EAECF0"/>
                </a:solidFill>
                <a:ea typeface="+mn-lt"/>
                <a:cs typeface="+mn-lt"/>
              </a:rPr>
              <a:t>woven</a:t>
            </a:r>
            <a:r>
              <a:rPr lang="de-DE" sz="1200" dirty="0">
                <a:solidFill>
                  <a:srgbClr val="EAECF0"/>
                </a:solidFill>
                <a:ea typeface="+mn-lt"/>
                <a:cs typeface="+mn-lt"/>
              </a:rPr>
              <a:t> </a:t>
            </a:r>
            <a:r>
              <a:rPr lang="de-DE" sz="1200" dirty="0" err="1">
                <a:solidFill>
                  <a:srgbClr val="EAECF0"/>
                </a:solidFill>
                <a:ea typeface="+mn-lt"/>
                <a:cs typeface="+mn-lt"/>
              </a:rPr>
              <a:t>polyphonic</a:t>
            </a:r>
            <a:r>
              <a:rPr lang="de-DE" sz="1200" dirty="0">
                <a:solidFill>
                  <a:srgbClr val="EAECF0"/>
                </a:solidFill>
                <a:ea typeface="+mn-lt"/>
                <a:cs typeface="+mn-lt"/>
              </a:rPr>
              <a:t> </a:t>
            </a:r>
            <a:r>
              <a:rPr lang="de-DE" sz="1200" dirty="0" err="1">
                <a:solidFill>
                  <a:srgbClr val="EAECF0"/>
                </a:solidFill>
                <a:ea typeface="+mn-lt"/>
                <a:cs typeface="+mn-lt"/>
              </a:rPr>
              <a:t>piece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music</a:t>
            </a:r>
            <a:r>
              <a:rPr lang="de-DE" sz="1200" dirty="0">
                <a:solidFill>
                  <a:srgbClr val="EAECF0"/>
                </a:solidFill>
                <a:ea typeface="+mn-lt"/>
                <a:cs typeface="+mn-lt"/>
              </a:rPr>
              <a:t>."</a:t>
            </a:r>
            <a:r>
              <a:rPr lang="de-DE" sz="1000" baseline="30000" dirty="0">
                <a:solidFill>
                  <a:srgbClr val="88A3E8"/>
                </a:solidFill>
                <a:ea typeface="+mn-lt"/>
                <a:cs typeface="+mn-lt"/>
                <a:hlinkClick r:id="rId32"/>
              </a:rPr>
              <a:t>[97]</a:t>
            </a:r>
            <a:r>
              <a:rPr lang="de-DE" sz="1200" dirty="0">
                <a:solidFill>
                  <a:srgbClr val="EAECF0"/>
                </a:solidFill>
                <a:ea typeface="+mn-lt"/>
                <a:cs typeface="+mn-lt"/>
              </a:rPr>
              <a:t> Also in 2005, Tess </a:t>
            </a:r>
            <a:r>
              <a:rPr lang="de-DE" sz="1200" dirty="0" err="1">
                <a:solidFill>
                  <a:srgbClr val="EAECF0"/>
                </a:solidFill>
                <a:ea typeface="+mn-lt"/>
                <a:cs typeface="+mn-lt"/>
              </a:rPr>
              <a:t>Knighton</a:t>
            </a:r>
            <a:r>
              <a:rPr lang="de-DE" sz="1200" dirty="0">
                <a:solidFill>
                  <a:srgbClr val="EAECF0"/>
                </a:solidFill>
                <a:ea typeface="+mn-lt"/>
                <a:cs typeface="+mn-lt"/>
              </a:rPr>
              <a:t>, </a:t>
            </a:r>
            <a:r>
              <a:rPr lang="de-DE" sz="1200" dirty="0" err="1">
                <a:solidFill>
                  <a:srgbClr val="EAECF0"/>
                </a:solidFill>
                <a:ea typeface="+mn-lt"/>
                <a:cs typeface="+mn-lt"/>
              </a:rPr>
              <a:t>musicologist</a:t>
            </a:r>
            <a:r>
              <a:rPr lang="de-DE" sz="1200" dirty="0">
                <a:solidFill>
                  <a:srgbClr val="EAECF0"/>
                </a:solidFill>
                <a:ea typeface="+mn-lt"/>
                <a:cs typeface="+mn-lt"/>
              </a:rPr>
              <a:t> and </a:t>
            </a:r>
            <a:r>
              <a:rPr lang="de-DE" sz="1200" dirty="0" err="1">
                <a:solidFill>
                  <a:srgbClr val="EAECF0"/>
                </a:solidFill>
                <a:ea typeface="+mn-lt"/>
                <a:cs typeface="+mn-lt"/>
              </a:rPr>
              <a:t>historian</a:t>
            </a:r>
            <a:r>
              <a:rPr lang="de-DE" sz="1200" dirty="0">
                <a:solidFill>
                  <a:srgbClr val="EAECF0"/>
                </a:solidFill>
                <a:ea typeface="+mn-lt"/>
                <a:cs typeface="+mn-lt"/>
              </a:rPr>
              <a:t>, </a:t>
            </a:r>
            <a:r>
              <a:rPr lang="de-DE" sz="1200" dirty="0" err="1">
                <a:solidFill>
                  <a:srgbClr val="EAECF0"/>
                </a:solidFill>
                <a:ea typeface="+mn-lt"/>
                <a:cs typeface="+mn-lt"/>
              </a:rPr>
              <a:t>wrote</a:t>
            </a:r>
            <a:r>
              <a:rPr lang="de-DE" sz="1200" dirty="0">
                <a:solidFill>
                  <a:srgbClr val="EAECF0"/>
                </a:solidFill>
                <a:ea typeface="+mn-lt"/>
                <a:cs typeface="+mn-lt"/>
              </a:rPr>
              <a:t> </a:t>
            </a:r>
            <a:r>
              <a:rPr lang="de-DE" sz="1200" dirty="0" err="1">
                <a:solidFill>
                  <a:srgbClr val="EAECF0"/>
                </a:solidFill>
                <a:ea typeface="+mn-lt"/>
                <a:cs typeface="+mn-lt"/>
              </a:rPr>
              <a:t>that</a:t>
            </a:r>
            <a:r>
              <a:rPr lang="de-DE" sz="1200" dirty="0">
                <a:solidFill>
                  <a:srgbClr val="EAECF0"/>
                </a:solidFill>
                <a:ea typeface="+mn-lt"/>
                <a:cs typeface="+mn-lt"/>
              </a:rPr>
              <a:t> Tallis was, "</a:t>
            </a:r>
            <a:r>
              <a:rPr lang="de-DE" sz="1200" dirty="0" err="1">
                <a:solidFill>
                  <a:srgbClr val="EAECF0"/>
                </a:solidFill>
                <a:ea typeface="+mn-lt"/>
                <a:cs typeface="+mn-lt"/>
              </a:rPr>
              <a:t>undoubtably</a:t>
            </a:r>
            <a:r>
              <a:rPr lang="de-DE" sz="1200" dirty="0">
                <a:solidFill>
                  <a:srgbClr val="EAECF0"/>
                </a:solidFill>
                <a:ea typeface="+mn-lt"/>
                <a:cs typeface="+mn-lt"/>
              </a:rPr>
              <a:t> a </a:t>
            </a:r>
            <a:r>
              <a:rPr lang="de-DE" sz="1200" dirty="0" err="1">
                <a:solidFill>
                  <a:srgbClr val="EAECF0"/>
                </a:solidFill>
                <a:ea typeface="+mn-lt"/>
                <a:cs typeface="+mn-lt"/>
              </a:rPr>
              <a:t>genius</a:t>
            </a:r>
            <a:r>
              <a:rPr lang="de-DE" sz="1200" dirty="0">
                <a:solidFill>
                  <a:srgbClr val="EAECF0"/>
                </a:solidFill>
                <a:ea typeface="+mn-lt"/>
                <a:cs typeface="+mn-lt"/>
              </a:rPr>
              <a:t>".</a:t>
            </a:r>
            <a:r>
              <a:rPr lang="de-DE" sz="1000" baseline="30000" dirty="0">
                <a:solidFill>
                  <a:srgbClr val="88A3E8"/>
                </a:solidFill>
                <a:ea typeface="+mn-lt"/>
                <a:cs typeface="+mn-lt"/>
                <a:hlinkClick r:id="rId33"/>
              </a:rPr>
              <a:t>[98]</a:t>
            </a:r>
            <a:endParaRPr lang="de-DE"/>
          </a:p>
          <a:p>
            <a:r>
              <a:rPr lang="de-DE" sz="1200" dirty="0">
                <a:solidFill>
                  <a:srgbClr val="EAECF0"/>
                </a:solidFill>
                <a:ea typeface="+mn-lt"/>
                <a:cs typeface="+mn-lt"/>
              </a:rPr>
              <a:t>In 1971,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34"/>
              </a:rPr>
              <a:t>Thomas Tallis School</a:t>
            </a:r>
            <a:r>
              <a:rPr lang="de-DE" sz="1200" dirty="0">
                <a:solidFill>
                  <a:srgbClr val="EAECF0"/>
                </a:solidFill>
                <a:ea typeface="+mn-lt"/>
                <a:cs typeface="+mn-lt"/>
              </a:rPr>
              <a:t> in </a:t>
            </a:r>
            <a:r>
              <a:rPr lang="de-DE" sz="1200" dirty="0">
                <a:solidFill>
                  <a:srgbClr val="88A3E8"/>
                </a:solidFill>
                <a:ea typeface="+mn-lt"/>
                <a:cs typeface="+mn-lt"/>
                <a:hlinkClick r:id="rId35"/>
              </a:rPr>
              <a:t>Kidbrooke</a:t>
            </a:r>
            <a:r>
              <a:rPr lang="de-DE" sz="1200" dirty="0">
                <a:solidFill>
                  <a:srgbClr val="EAECF0"/>
                </a:solidFill>
                <a:ea typeface="+mn-lt"/>
                <a:cs typeface="+mn-lt"/>
              </a:rPr>
              <a:t> </a:t>
            </a:r>
            <a:r>
              <a:rPr lang="de-DE" sz="1200" dirty="0" err="1">
                <a:solidFill>
                  <a:srgbClr val="EAECF0"/>
                </a:solidFill>
                <a:ea typeface="+mn-lt"/>
                <a:cs typeface="+mn-lt"/>
              </a:rPr>
              <a:t>opened</a:t>
            </a:r>
            <a:r>
              <a:rPr lang="de-DE" sz="1200" dirty="0">
                <a:solidFill>
                  <a:srgbClr val="EAECF0"/>
                </a:solidFill>
                <a:ea typeface="+mn-lt"/>
                <a:cs typeface="+mn-lt"/>
              </a:rPr>
              <a:t>, a </a:t>
            </a:r>
            <a:r>
              <a:rPr lang="de-DE" sz="1200" dirty="0" err="1">
                <a:solidFill>
                  <a:srgbClr val="EAECF0"/>
                </a:solidFill>
                <a:ea typeface="+mn-lt"/>
                <a:cs typeface="+mn-lt"/>
              </a:rPr>
              <a:t>mixed</a:t>
            </a:r>
            <a:r>
              <a:rPr lang="de-DE" sz="1200" dirty="0">
                <a:solidFill>
                  <a:srgbClr val="EAECF0"/>
                </a:solidFill>
                <a:ea typeface="+mn-lt"/>
                <a:cs typeface="+mn-lt"/>
              </a:rPr>
              <a:t> </a:t>
            </a:r>
            <a:r>
              <a:rPr lang="de-DE" sz="1200" dirty="0">
                <a:solidFill>
                  <a:srgbClr val="88A3E8"/>
                </a:solidFill>
                <a:ea typeface="+mn-lt"/>
                <a:cs typeface="+mn-lt"/>
                <a:hlinkClick r:id="rId36"/>
              </a:rPr>
              <a:t>comprehensive school</a:t>
            </a:r>
            <a:r>
              <a:rPr lang="de-DE" sz="1200" dirty="0">
                <a:solidFill>
                  <a:srgbClr val="EAECF0"/>
                </a:solidFill>
                <a:ea typeface="+mn-lt"/>
                <a:cs typeface="+mn-lt"/>
              </a:rPr>
              <a:t> </a:t>
            </a:r>
            <a:r>
              <a:rPr lang="de-DE" sz="1200" dirty="0" err="1">
                <a:solidFill>
                  <a:srgbClr val="EAECF0"/>
                </a:solidFill>
                <a:ea typeface="+mn-lt"/>
                <a:cs typeface="+mn-lt"/>
              </a:rPr>
              <a:t>named</a:t>
            </a:r>
            <a:r>
              <a:rPr lang="de-DE" sz="1200" dirty="0">
                <a:solidFill>
                  <a:srgbClr val="EAECF0"/>
                </a:solidFill>
                <a:ea typeface="+mn-lt"/>
                <a:cs typeface="+mn-lt"/>
              </a:rPr>
              <a:t> </a:t>
            </a:r>
            <a:r>
              <a:rPr lang="de-DE" sz="1200" dirty="0" err="1">
                <a:solidFill>
                  <a:srgbClr val="EAECF0"/>
                </a:solidFill>
                <a:ea typeface="+mn-lt"/>
                <a:cs typeface="+mn-lt"/>
              </a:rPr>
              <a:t>after</a:t>
            </a:r>
            <a:r>
              <a:rPr lang="de-DE" sz="1200" dirty="0">
                <a:solidFill>
                  <a:srgbClr val="EAECF0"/>
                </a:solidFill>
                <a:ea typeface="+mn-lt"/>
                <a:cs typeface="+mn-lt"/>
              </a:rPr>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err="1">
                <a:solidFill>
                  <a:srgbClr val="EAECF0"/>
                </a:solidFill>
                <a:ea typeface="+mn-lt"/>
                <a:cs typeface="+mn-lt"/>
              </a:rPr>
              <a:t>composer</a:t>
            </a:r>
            <a:r>
              <a:rPr lang="de-DE" sz="1200" dirty="0">
                <a:solidFill>
                  <a:srgbClr val="EAECF0"/>
                </a:solidFill>
                <a:ea typeface="+mn-lt"/>
                <a:cs typeface="+mn-lt"/>
              </a:rPr>
              <a:t>.</a:t>
            </a:r>
            <a:endParaRPr lang="de-DE" dirty="0"/>
          </a:p>
          <a:p>
            <a:endParaRPr lang="de-DE" dirty="0"/>
          </a:p>
        </p:txBody>
      </p:sp>
    </p:spTree>
    <p:extLst>
      <p:ext uri="{BB962C8B-B14F-4D97-AF65-F5344CB8AC3E}">
        <p14:creationId xmlns:p14="http://schemas.microsoft.com/office/powerpoint/2010/main" val="18093281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4FD42D-D07B-D85C-AC0A-D3885CAA5698}"/>
              </a:ext>
            </a:extLst>
          </p:cNvPr>
          <p:cNvSpPr>
            <a:spLocks noGrp="1"/>
          </p:cNvSpPr>
          <p:nvPr>
            <p:ph type="title"/>
          </p:nvPr>
        </p:nvSpPr>
        <p:spPr/>
        <p:txBody>
          <a:bodyPr>
            <a:normAutofit/>
          </a:bodyPr>
          <a:lstStyle/>
          <a:p>
            <a:r>
              <a:rPr lang="de-DE" sz="4000" dirty="0">
                <a:solidFill>
                  <a:srgbClr val="F8F9FA"/>
                </a:solidFill>
                <a:ea typeface="+mj-lt"/>
                <a:cs typeface="+mj-lt"/>
              </a:rPr>
              <a:t>Revival</a:t>
            </a:r>
            <a:endParaRPr lang="de-DE" sz="4000" dirty="0"/>
          </a:p>
        </p:txBody>
      </p:sp>
      <p:sp>
        <p:nvSpPr>
          <p:cNvPr id="3" name="Inhaltsplatzhalter 2">
            <a:extLst>
              <a:ext uri="{FF2B5EF4-FFF2-40B4-BE49-F238E27FC236}">
                <a16:creationId xmlns:a16="http://schemas.microsoft.com/office/drawing/2014/main" id="{963149EE-64D7-6287-49D7-C980DC451D43}"/>
              </a:ext>
            </a:extLst>
          </p:cNvPr>
          <p:cNvSpPr>
            <a:spLocks noGrp="1"/>
          </p:cNvSpPr>
          <p:nvPr>
            <p:ph idx="1"/>
          </p:nvPr>
        </p:nvSpPr>
        <p:spPr>
          <a:xfrm>
            <a:off x="1587710" y="1476458"/>
            <a:ext cx="9486690" cy="4609710"/>
          </a:xfrm>
        </p:spPr>
        <p:txBody>
          <a:bodyPr vert="horz" lIns="91440" tIns="45720" rIns="91440" bIns="45720" rtlCol="0" anchor="t">
            <a:normAutofit/>
          </a:bodyPr>
          <a:lstStyle/>
          <a:p>
            <a:r>
              <a:rPr lang="de-DE" sz="1600" dirty="0">
                <a:solidFill>
                  <a:srgbClr val="EAECF0"/>
                </a:solidFill>
                <a:ea typeface="+mn-lt"/>
                <a:cs typeface="+mn-lt"/>
              </a:rPr>
              <a:t>Most </a:t>
            </a:r>
            <a:r>
              <a:rPr lang="de-DE" sz="1600" err="1">
                <a:solidFill>
                  <a:srgbClr val="EAECF0"/>
                </a:solidFill>
                <a:ea typeface="+mn-lt"/>
                <a:cs typeface="+mn-lt"/>
              </a:rPr>
              <a:t>of</a:t>
            </a:r>
            <a:r>
              <a:rPr lang="de-DE" sz="1600" dirty="0">
                <a:solidFill>
                  <a:srgbClr val="EAECF0"/>
                </a:solidFill>
                <a:ea typeface="+mn-lt"/>
                <a:cs typeface="+mn-lt"/>
              </a:rPr>
              <a:t> Tallis' </a:t>
            </a:r>
            <a:r>
              <a:rPr lang="de-DE" sz="1600" err="1">
                <a:solidFill>
                  <a:srgbClr val="EAECF0"/>
                </a:solidFill>
                <a:ea typeface="+mn-lt"/>
                <a:cs typeface="+mn-lt"/>
              </a:rPr>
              <a:t>music</a:t>
            </a:r>
            <a:r>
              <a:rPr lang="de-DE" sz="1600" dirty="0">
                <a:solidFill>
                  <a:srgbClr val="EAECF0"/>
                </a:solidFill>
                <a:ea typeface="+mn-lt"/>
                <a:cs typeface="+mn-lt"/>
              </a:rPr>
              <a:t> </a:t>
            </a:r>
            <a:r>
              <a:rPr lang="de-DE" sz="1600" err="1">
                <a:solidFill>
                  <a:srgbClr val="EAECF0"/>
                </a:solidFill>
                <a:ea typeface="+mn-lt"/>
                <a:cs typeface="+mn-lt"/>
              </a:rPr>
              <a:t>that</a:t>
            </a:r>
            <a:r>
              <a:rPr lang="de-DE" sz="1600" dirty="0">
                <a:solidFill>
                  <a:srgbClr val="EAECF0"/>
                </a:solidFill>
                <a:ea typeface="+mn-lt"/>
                <a:cs typeface="+mn-lt"/>
              </a:rPr>
              <a:t> </a:t>
            </a:r>
            <a:r>
              <a:rPr lang="de-DE" sz="1600" err="1">
                <a:solidFill>
                  <a:srgbClr val="EAECF0"/>
                </a:solidFill>
                <a:ea typeface="+mn-lt"/>
                <a:cs typeface="+mn-lt"/>
              </a:rPr>
              <a:t>remained</a:t>
            </a:r>
            <a:r>
              <a:rPr lang="de-DE" sz="1600" dirty="0">
                <a:solidFill>
                  <a:srgbClr val="EAECF0"/>
                </a:solidFill>
                <a:ea typeface="+mn-lt"/>
                <a:cs typeface="+mn-lt"/>
              </a:rPr>
              <a:t> in </a:t>
            </a:r>
            <a:r>
              <a:rPr lang="de-DE" sz="1600" err="1">
                <a:solidFill>
                  <a:srgbClr val="EAECF0"/>
                </a:solidFill>
                <a:ea typeface="+mn-lt"/>
                <a:cs typeface="+mn-lt"/>
              </a:rPr>
              <a:t>continuous</a:t>
            </a:r>
            <a:r>
              <a:rPr lang="de-DE" sz="1600" dirty="0">
                <a:solidFill>
                  <a:srgbClr val="EAECF0"/>
                </a:solidFill>
                <a:ea typeface="+mn-lt"/>
                <a:cs typeface="+mn-lt"/>
              </a:rPr>
              <a:t> </a:t>
            </a:r>
            <a:r>
              <a:rPr lang="de-DE" sz="1600" err="1">
                <a:solidFill>
                  <a:srgbClr val="EAECF0"/>
                </a:solidFill>
                <a:ea typeface="+mn-lt"/>
                <a:cs typeface="+mn-lt"/>
              </a:rPr>
              <a:t>use</a:t>
            </a:r>
            <a:r>
              <a:rPr lang="de-DE" sz="1600" dirty="0">
                <a:solidFill>
                  <a:srgbClr val="EAECF0"/>
                </a:solidFill>
                <a:ea typeface="+mn-lt"/>
                <a:cs typeface="+mn-lt"/>
              </a:rPr>
              <a:t> </a:t>
            </a:r>
            <a:r>
              <a:rPr lang="de-DE" sz="1600" err="1">
                <a:solidFill>
                  <a:srgbClr val="EAECF0"/>
                </a:solidFill>
                <a:ea typeface="+mn-lt"/>
                <a:cs typeface="+mn-lt"/>
              </a:rPr>
              <a:t>following</a:t>
            </a:r>
            <a:r>
              <a:rPr lang="de-DE" sz="1600" dirty="0">
                <a:solidFill>
                  <a:srgbClr val="EAECF0"/>
                </a:solidFill>
                <a:ea typeface="+mn-lt"/>
                <a:cs typeface="+mn-lt"/>
              </a:rPr>
              <a:t> </a:t>
            </a:r>
            <a:r>
              <a:rPr lang="de-DE" sz="1600" err="1">
                <a:solidFill>
                  <a:srgbClr val="EAECF0"/>
                </a:solidFill>
                <a:ea typeface="+mn-lt"/>
                <a:cs typeface="+mn-lt"/>
              </a:rPr>
              <a:t>his</a:t>
            </a:r>
            <a:r>
              <a:rPr lang="de-DE" sz="1600" dirty="0">
                <a:solidFill>
                  <a:srgbClr val="EAECF0"/>
                </a:solidFill>
                <a:ea typeface="+mn-lt"/>
                <a:cs typeface="+mn-lt"/>
              </a:rPr>
              <a:t> </a:t>
            </a:r>
            <a:r>
              <a:rPr lang="de-DE" sz="1600" err="1">
                <a:solidFill>
                  <a:srgbClr val="EAECF0"/>
                </a:solidFill>
                <a:ea typeface="+mn-lt"/>
                <a:cs typeface="+mn-lt"/>
              </a:rPr>
              <a:t>death</a:t>
            </a:r>
            <a:r>
              <a:rPr lang="de-DE" sz="1600" dirty="0">
                <a:solidFill>
                  <a:srgbClr val="EAECF0"/>
                </a:solidFill>
                <a:ea typeface="+mn-lt"/>
                <a:cs typeface="+mn-lt"/>
              </a:rPr>
              <a:t> was </a:t>
            </a:r>
            <a:r>
              <a:rPr lang="de-DE" sz="1600" err="1">
                <a:solidFill>
                  <a:srgbClr val="EAECF0"/>
                </a:solidFill>
                <a:ea typeface="+mn-lt"/>
                <a:cs typeface="+mn-lt"/>
              </a:rPr>
              <a:t>his</a:t>
            </a:r>
            <a:r>
              <a:rPr lang="de-DE" sz="1600" dirty="0">
                <a:solidFill>
                  <a:srgbClr val="EAECF0"/>
                </a:solidFill>
                <a:ea typeface="+mn-lt"/>
                <a:cs typeface="+mn-lt"/>
              </a:rPr>
              <a:t> </a:t>
            </a:r>
            <a:r>
              <a:rPr lang="de-DE" sz="1600" err="1">
                <a:solidFill>
                  <a:srgbClr val="EAECF0"/>
                </a:solidFill>
                <a:ea typeface="+mn-lt"/>
                <a:cs typeface="+mn-lt"/>
              </a:rPr>
              <a:t>music</a:t>
            </a:r>
            <a:r>
              <a:rPr lang="de-DE" sz="1600" dirty="0">
                <a:solidFill>
                  <a:srgbClr val="EAECF0"/>
                </a:solidFill>
                <a:ea typeface="+mn-lt"/>
                <a:cs typeface="+mn-lt"/>
              </a:rPr>
              <a:t> in </a:t>
            </a:r>
            <a:r>
              <a:rPr lang="de-DE" sz="1600" err="1">
                <a:solidFill>
                  <a:srgbClr val="EAECF0"/>
                </a:solidFill>
                <a:ea typeface="+mn-lt"/>
                <a:cs typeface="+mn-lt"/>
              </a:rPr>
              <a:t>the</a:t>
            </a:r>
            <a:r>
              <a:rPr lang="de-DE" sz="1600" dirty="0">
                <a:solidFill>
                  <a:srgbClr val="EAECF0"/>
                </a:solidFill>
                <a:ea typeface="+mn-lt"/>
                <a:cs typeface="+mn-lt"/>
              </a:rPr>
              <a:t> English </a:t>
            </a:r>
            <a:r>
              <a:rPr lang="de-DE" sz="1600" err="1">
                <a:solidFill>
                  <a:srgbClr val="EAECF0"/>
                </a:solidFill>
                <a:ea typeface="+mn-lt"/>
                <a:cs typeface="+mn-lt"/>
              </a:rPr>
              <a:t>language</a:t>
            </a:r>
            <a:r>
              <a:rPr lang="de-DE" sz="1600" dirty="0">
                <a:solidFill>
                  <a:srgbClr val="EAECF0"/>
                </a:solidFill>
                <a:ea typeface="+mn-lt"/>
                <a:cs typeface="+mn-lt"/>
              </a:rPr>
              <a:t>,</a:t>
            </a:r>
            <a:r>
              <a:rPr lang="de-DE" sz="1100" baseline="30000" dirty="0">
                <a:solidFill>
                  <a:srgbClr val="88A3E8"/>
                </a:solidFill>
                <a:ea typeface="+mn-lt"/>
                <a:cs typeface="+mn-lt"/>
                <a:hlinkClick r:id="rId2"/>
              </a:rPr>
              <a:t>[99]</a:t>
            </a:r>
            <a:r>
              <a:rPr lang="de-DE" sz="1600" dirty="0">
                <a:solidFill>
                  <a:srgbClr val="EAECF0"/>
                </a:solidFill>
                <a:ea typeface="+mn-lt"/>
                <a:cs typeface="+mn-lt"/>
              </a:rPr>
              <a:t> </a:t>
            </a:r>
            <a:r>
              <a:rPr lang="de-DE" sz="1600" err="1">
                <a:solidFill>
                  <a:srgbClr val="EAECF0"/>
                </a:solidFill>
                <a:ea typeface="+mn-lt"/>
                <a:cs typeface="+mn-lt"/>
              </a:rPr>
              <a:t>mostly</a:t>
            </a:r>
            <a:r>
              <a:rPr lang="de-DE" sz="1600" dirty="0">
                <a:solidFill>
                  <a:srgbClr val="EAECF0"/>
                </a:solidFill>
                <a:ea typeface="+mn-lt"/>
                <a:cs typeface="+mn-lt"/>
              </a:rPr>
              <a:t> </a:t>
            </a:r>
            <a:r>
              <a:rPr lang="de-DE" sz="1600" err="1">
                <a:solidFill>
                  <a:srgbClr val="EAECF0"/>
                </a:solidFill>
                <a:ea typeface="+mn-lt"/>
                <a:cs typeface="+mn-lt"/>
              </a:rPr>
              <a:t>notably</a:t>
            </a:r>
            <a:r>
              <a:rPr lang="de-DE" sz="1600" dirty="0">
                <a:solidFill>
                  <a:srgbClr val="EAECF0"/>
                </a:solidFill>
                <a:ea typeface="+mn-lt"/>
                <a:cs typeface="+mn-lt"/>
              </a:rPr>
              <a:t> </a:t>
            </a:r>
            <a:r>
              <a:rPr lang="de-DE" sz="1600" err="1">
                <a:solidFill>
                  <a:srgbClr val="EAECF0"/>
                </a:solidFill>
                <a:ea typeface="+mn-lt"/>
                <a:cs typeface="+mn-lt"/>
              </a:rPr>
              <a:t>his</a:t>
            </a:r>
            <a:r>
              <a:rPr lang="de-DE" sz="1600" dirty="0">
                <a:solidFill>
                  <a:srgbClr val="EAECF0"/>
                </a:solidFill>
                <a:ea typeface="+mn-lt"/>
                <a:cs typeface="+mn-lt"/>
              </a:rPr>
              <a:t> Dorian Service, individual </a:t>
            </a:r>
            <a:r>
              <a:rPr lang="de-DE" sz="1600" err="1">
                <a:solidFill>
                  <a:srgbClr val="EAECF0"/>
                </a:solidFill>
                <a:ea typeface="+mn-lt"/>
                <a:cs typeface="+mn-lt"/>
              </a:rPr>
              <a:t>movement</a:t>
            </a:r>
            <a:r>
              <a:rPr lang="de-DE" sz="1600" dirty="0">
                <a:solidFill>
                  <a:srgbClr val="EAECF0"/>
                </a:solidFill>
                <a:ea typeface="+mn-lt"/>
                <a:cs typeface="+mn-lt"/>
              </a:rPr>
              <a:t> </a:t>
            </a:r>
            <a:r>
              <a:rPr lang="de-DE" sz="1600" err="1">
                <a:solidFill>
                  <a:srgbClr val="EAECF0"/>
                </a:solidFill>
                <a:ea typeface="+mn-lt"/>
                <a:cs typeface="+mn-lt"/>
              </a:rPr>
              <a:t>settings</a:t>
            </a:r>
            <a:r>
              <a:rPr lang="de-DE" sz="1600" dirty="0">
                <a:solidFill>
                  <a:srgbClr val="EAECF0"/>
                </a:solidFill>
                <a:ea typeface="+mn-lt"/>
                <a:cs typeface="+mn-lt"/>
              </a:rPr>
              <a:t> such </a:t>
            </a:r>
            <a:r>
              <a:rPr lang="de-DE" sz="1600" err="1">
                <a:solidFill>
                  <a:srgbClr val="EAECF0"/>
                </a:solidFill>
                <a:ea typeface="+mn-lt"/>
                <a:cs typeface="+mn-lt"/>
              </a:rPr>
              <a:t>as</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i="1" dirty="0">
                <a:solidFill>
                  <a:srgbClr val="EAECF0"/>
                </a:solidFill>
                <a:ea typeface="+mn-lt"/>
                <a:cs typeface="+mn-lt"/>
              </a:rPr>
              <a:t>Benedictus</a:t>
            </a:r>
            <a:r>
              <a:rPr lang="de-DE" sz="1600" dirty="0">
                <a:solidFill>
                  <a:srgbClr val="EAECF0"/>
                </a:solidFill>
                <a:ea typeface="+mn-lt"/>
                <a:cs typeface="+mn-lt"/>
              </a:rPr>
              <a:t> and </a:t>
            </a:r>
            <a:r>
              <a:rPr lang="de-DE" sz="1600" i="1" dirty="0">
                <a:solidFill>
                  <a:srgbClr val="EAECF0"/>
                </a:solidFill>
                <a:ea typeface="+mn-lt"/>
                <a:cs typeface="+mn-lt"/>
              </a:rPr>
              <a:t>Te </a:t>
            </a:r>
            <a:r>
              <a:rPr lang="de-DE" sz="1600" i="1" err="1">
                <a:solidFill>
                  <a:srgbClr val="EAECF0"/>
                </a:solidFill>
                <a:ea typeface="+mn-lt"/>
                <a:cs typeface="+mn-lt"/>
              </a:rPr>
              <a:t>Deum</a:t>
            </a:r>
            <a:r>
              <a:rPr lang="de-DE" sz="1600" i="1" dirty="0">
                <a:solidFill>
                  <a:srgbClr val="EAECF0"/>
                </a:solidFill>
                <a:ea typeface="+mn-lt"/>
                <a:cs typeface="+mn-lt"/>
              </a:rPr>
              <a:t> </a:t>
            </a:r>
            <a:r>
              <a:rPr lang="de-DE" sz="1600" i="1" err="1">
                <a:solidFill>
                  <a:srgbClr val="EAECF0"/>
                </a:solidFill>
                <a:ea typeface="+mn-lt"/>
                <a:cs typeface="+mn-lt"/>
              </a:rPr>
              <a:t>for</a:t>
            </a:r>
            <a:r>
              <a:rPr lang="de-DE" sz="1600" i="1" dirty="0">
                <a:solidFill>
                  <a:srgbClr val="EAECF0"/>
                </a:solidFill>
                <a:ea typeface="+mn-lt"/>
                <a:cs typeface="+mn-lt"/>
              </a:rPr>
              <a:t> </a:t>
            </a:r>
            <a:r>
              <a:rPr lang="de-DE" sz="1600" i="1" err="1">
                <a:solidFill>
                  <a:srgbClr val="EAECF0"/>
                </a:solidFill>
                <a:ea typeface="+mn-lt"/>
                <a:cs typeface="+mn-lt"/>
              </a:rPr>
              <a:t>means</a:t>
            </a:r>
            <a:r>
              <a:rPr lang="de-DE" sz="1600" dirty="0">
                <a:solidFill>
                  <a:srgbClr val="EAECF0"/>
                </a:solidFill>
                <a:ea typeface="+mn-lt"/>
                <a:cs typeface="+mn-lt"/>
              </a:rPr>
              <a:t>, </a:t>
            </a:r>
            <a:r>
              <a:rPr lang="de-DE" sz="1600" err="1">
                <a:solidFill>
                  <a:srgbClr val="EAECF0"/>
                </a:solidFill>
                <a:ea typeface="+mn-lt"/>
                <a:cs typeface="+mn-lt"/>
              </a:rPr>
              <a:t>two</a:t>
            </a:r>
            <a:r>
              <a:rPr lang="de-DE" sz="1600" dirty="0">
                <a:solidFill>
                  <a:srgbClr val="EAECF0"/>
                </a:solidFill>
                <a:ea typeface="+mn-lt"/>
                <a:cs typeface="+mn-lt"/>
              </a:rPr>
              <a:t> </a:t>
            </a:r>
            <a:r>
              <a:rPr lang="de-DE" sz="1600" err="1">
                <a:solidFill>
                  <a:srgbClr val="EAECF0"/>
                </a:solidFill>
                <a:ea typeface="+mn-lt"/>
                <a:cs typeface="+mn-lt"/>
              </a:rPr>
              <a:t>sets</a:t>
            </a:r>
            <a:r>
              <a:rPr lang="de-DE" sz="1600" dirty="0">
                <a:solidFill>
                  <a:srgbClr val="EAECF0"/>
                </a:solidFill>
                <a:ea typeface="+mn-lt"/>
                <a:cs typeface="+mn-lt"/>
              </a:rPr>
              <a:t> </a:t>
            </a:r>
            <a:r>
              <a:rPr lang="de-DE" sz="1600" err="1">
                <a:solidFill>
                  <a:srgbClr val="EAECF0"/>
                </a:solidFill>
                <a:ea typeface="+mn-lt"/>
                <a:cs typeface="+mn-lt"/>
              </a:rPr>
              <a:t>of</a:t>
            </a:r>
            <a:r>
              <a:rPr lang="de-DE" sz="1600" dirty="0">
                <a:solidFill>
                  <a:srgbClr val="EAECF0"/>
                </a:solidFill>
                <a:ea typeface="+mn-lt"/>
                <a:cs typeface="+mn-lt"/>
              </a:rPr>
              <a:t> </a:t>
            </a:r>
            <a:r>
              <a:rPr lang="de-DE" sz="1600" err="1">
                <a:solidFill>
                  <a:srgbClr val="EAECF0"/>
                </a:solidFill>
                <a:ea typeface="+mn-lt"/>
                <a:cs typeface="+mn-lt"/>
              </a:rPr>
              <a:t>responses</a:t>
            </a:r>
            <a:r>
              <a:rPr lang="de-DE" sz="1600" dirty="0">
                <a:solidFill>
                  <a:srgbClr val="EAECF0"/>
                </a:solidFill>
                <a:ea typeface="+mn-lt"/>
                <a:cs typeface="+mn-lt"/>
              </a:rPr>
              <a:t>, </a:t>
            </a:r>
            <a:r>
              <a:rPr lang="de-DE" sz="1600" err="1">
                <a:solidFill>
                  <a:srgbClr val="EAECF0"/>
                </a:solidFill>
                <a:ea typeface="+mn-lt"/>
                <a:cs typeface="+mn-lt"/>
              </a:rPr>
              <a:t>two</a:t>
            </a:r>
            <a:r>
              <a:rPr lang="de-DE" sz="1600" dirty="0">
                <a:solidFill>
                  <a:srgbClr val="EAECF0"/>
                </a:solidFill>
                <a:ea typeface="+mn-lt"/>
                <a:cs typeface="+mn-lt"/>
              </a:rPr>
              <a:t> double-</a:t>
            </a:r>
            <a:r>
              <a:rPr lang="de-DE" sz="1600" err="1">
                <a:solidFill>
                  <a:srgbClr val="EAECF0"/>
                </a:solidFill>
                <a:ea typeface="+mn-lt"/>
                <a:cs typeface="+mn-lt"/>
              </a:rPr>
              <a:t>chants</a:t>
            </a:r>
            <a:r>
              <a:rPr lang="de-DE" sz="1600" dirty="0">
                <a:solidFill>
                  <a:srgbClr val="EAECF0"/>
                </a:solidFill>
                <a:ea typeface="+mn-lt"/>
                <a:cs typeface="+mn-lt"/>
              </a:rPr>
              <a:t> and </a:t>
            </a:r>
            <a:r>
              <a:rPr lang="de-DE" sz="1600" err="1">
                <a:solidFill>
                  <a:srgbClr val="EAECF0"/>
                </a:solidFill>
                <a:ea typeface="+mn-lt"/>
                <a:cs typeface="+mn-lt"/>
              </a:rPr>
              <a:t>various</a:t>
            </a:r>
            <a:r>
              <a:rPr lang="de-DE" sz="1600" dirty="0">
                <a:solidFill>
                  <a:srgbClr val="EAECF0"/>
                </a:solidFill>
                <a:ea typeface="+mn-lt"/>
                <a:cs typeface="+mn-lt"/>
              </a:rPr>
              <a:t> </a:t>
            </a:r>
            <a:r>
              <a:rPr lang="de-DE" sz="1600" err="1">
                <a:solidFill>
                  <a:srgbClr val="EAECF0"/>
                </a:solidFill>
                <a:ea typeface="+mn-lt"/>
                <a:cs typeface="+mn-lt"/>
              </a:rPr>
              <a:t>other</a:t>
            </a:r>
            <a:r>
              <a:rPr lang="de-DE" sz="1600" dirty="0">
                <a:solidFill>
                  <a:srgbClr val="EAECF0"/>
                </a:solidFill>
                <a:ea typeface="+mn-lt"/>
                <a:cs typeface="+mn-lt"/>
              </a:rPr>
              <a:t> </a:t>
            </a:r>
            <a:r>
              <a:rPr lang="de-DE" sz="1600" err="1">
                <a:solidFill>
                  <a:srgbClr val="EAECF0"/>
                </a:solidFill>
                <a:ea typeface="+mn-lt"/>
                <a:cs typeface="+mn-lt"/>
              </a:rPr>
              <a:t>hymns</a:t>
            </a:r>
            <a:r>
              <a:rPr lang="de-DE" sz="1600" dirty="0">
                <a:solidFill>
                  <a:srgbClr val="EAECF0"/>
                </a:solidFill>
                <a:ea typeface="+mn-lt"/>
                <a:cs typeface="+mn-lt"/>
              </a:rPr>
              <a:t>, </a:t>
            </a:r>
            <a:r>
              <a:rPr lang="de-DE" sz="1600" err="1">
                <a:solidFill>
                  <a:srgbClr val="EAECF0"/>
                </a:solidFill>
                <a:ea typeface="+mn-lt"/>
                <a:cs typeface="+mn-lt"/>
              </a:rPr>
              <a:t>psalms</a:t>
            </a:r>
            <a:r>
              <a:rPr lang="de-DE" sz="1600" dirty="0">
                <a:solidFill>
                  <a:srgbClr val="EAECF0"/>
                </a:solidFill>
                <a:ea typeface="+mn-lt"/>
                <a:cs typeface="+mn-lt"/>
              </a:rPr>
              <a:t> and </a:t>
            </a:r>
            <a:r>
              <a:rPr lang="de-DE" sz="1600" err="1">
                <a:solidFill>
                  <a:srgbClr val="EAECF0"/>
                </a:solidFill>
                <a:ea typeface="+mn-lt"/>
                <a:cs typeface="+mn-lt"/>
              </a:rPr>
              <a:t>anthems</a:t>
            </a:r>
            <a:r>
              <a:rPr lang="de-DE" sz="1600" dirty="0">
                <a:solidFill>
                  <a:srgbClr val="EAECF0"/>
                </a:solidFill>
                <a:ea typeface="+mn-lt"/>
                <a:cs typeface="+mn-lt"/>
              </a:rPr>
              <a:t> </a:t>
            </a:r>
            <a:r>
              <a:rPr lang="de-DE" sz="1600" err="1">
                <a:solidFill>
                  <a:srgbClr val="EAECF0"/>
                </a:solidFill>
                <a:ea typeface="+mn-lt"/>
                <a:cs typeface="+mn-lt"/>
              </a:rPr>
              <a:t>for</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dirty="0">
                <a:solidFill>
                  <a:srgbClr val="88A3E8"/>
                </a:solidFill>
                <a:ea typeface="+mn-lt"/>
                <a:cs typeface="+mn-lt"/>
                <a:hlinkClick r:id="rId3"/>
              </a:rPr>
              <a:t>Book of Common Prayer</a:t>
            </a:r>
            <a:r>
              <a:rPr lang="de-DE" sz="1600" dirty="0">
                <a:solidFill>
                  <a:srgbClr val="EAECF0"/>
                </a:solidFill>
                <a:ea typeface="+mn-lt"/>
                <a:cs typeface="+mn-lt"/>
              </a:rPr>
              <a:t>. </a:t>
            </a:r>
            <a:r>
              <a:rPr lang="de-DE" sz="1600" err="1">
                <a:solidFill>
                  <a:srgbClr val="EAECF0"/>
                </a:solidFill>
                <a:ea typeface="+mn-lt"/>
                <a:cs typeface="+mn-lt"/>
              </a:rPr>
              <a:t>It</a:t>
            </a:r>
            <a:r>
              <a:rPr lang="de-DE" sz="1600" dirty="0">
                <a:solidFill>
                  <a:srgbClr val="EAECF0"/>
                </a:solidFill>
                <a:ea typeface="+mn-lt"/>
                <a:cs typeface="+mn-lt"/>
              </a:rPr>
              <a:t> was </a:t>
            </a:r>
            <a:r>
              <a:rPr lang="de-DE" sz="1600" err="1">
                <a:solidFill>
                  <a:srgbClr val="EAECF0"/>
                </a:solidFill>
                <a:ea typeface="+mn-lt"/>
                <a:cs typeface="+mn-lt"/>
              </a:rPr>
              <a:t>only</a:t>
            </a:r>
            <a:r>
              <a:rPr lang="de-DE" sz="1600" dirty="0">
                <a:solidFill>
                  <a:srgbClr val="EAECF0"/>
                </a:solidFill>
                <a:ea typeface="+mn-lt"/>
                <a:cs typeface="+mn-lt"/>
              </a:rPr>
              <a:t> in </a:t>
            </a:r>
            <a:r>
              <a:rPr lang="de-DE" sz="1600" err="1">
                <a:solidFill>
                  <a:srgbClr val="EAECF0"/>
                </a:solidFill>
                <a:ea typeface="+mn-lt"/>
                <a:cs typeface="+mn-lt"/>
              </a:rPr>
              <a:t>the</a:t>
            </a:r>
            <a:r>
              <a:rPr lang="de-DE" sz="1600" dirty="0">
                <a:solidFill>
                  <a:srgbClr val="EAECF0"/>
                </a:solidFill>
                <a:ea typeface="+mn-lt"/>
                <a:cs typeface="+mn-lt"/>
              </a:rPr>
              <a:t> </a:t>
            </a:r>
            <a:r>
              <a:rPr lang="de-DE" sz="1600" dirty="0">
                <a:solidFill>
                  <a:srgbClr val="88A3E8"/>
                </a:solidFill>
                <a:ea typeface="+mn-lt"/>
                <a:cs typeface="+mn-lt"/>
                <a:hlinkClick r:id="rId4"/>
              </a:rPr>
              <a:t>Victorian period</a:t>
            </a:r>
            <a:r>
              <a:rPr lang="de-DE" sz="1600" dirty="0">
                <a:solidFill>
                  <a:srgbClr val="EAECF0"/>
                </a:solidFill>
                <a:ea typeface="+mn-lt"/>
                <a:cs typeface="+mn-lt"/>
              </a:rPr>
              <a:t>, </a:t>
            </a:r>
            <a:r>
              <a:rPr lang="de-DE" sz="1600" err="1">
                <a:solidFill>
                  <a:srgbClr val="EAECF0"/>
                </a:solidFill>
                <a:ea typeface="+mn-lt"/>
                <a:cs typeface="+mn-lt"/>
              </a:rPr>
              <a:t>when</a:t>
            </a:r>
            <a:r>
              <a:rPr lang="de-DE" sz="1600" dirty="0">
                <a:solidFill>
                  <a:srgbClr val="EAECF0"/>
                </a:solidFill>
                <a:ea typeface="+mn-lt"/>
                <a:cs typeface="+mn-lt"/>
              </a:rPr>
              <a:t> </a:t>
            </a:r>
            <a:r>
              <a:rPr lang="de-DE" sz="1600" err="1">
                <a:solidFill>
                  <a:srgbClr val="EAECF0"/>
                </a:solidFill>
                <a:ea typeface="+mn-lt"/>
                <a:cs typeface="+mn-lt"/>
              </a:rPr>
              <a:t>interest</a:t>
            </a:r>
            <a:r>
              <a:rPr lang="de-DE" sz="1600" dirty="0">
                <a:solidFill>
                  <a:srgbClr val="EAECF0"/>
                </a:solidFill>
                <a:ea typeface="+mn-lt"/>
                <a:cs typeface="+mn-lt"/>
              </a:rPr>
              <a:t> in </a:t>
            </a:r>
            <a:r>
              <a:rPr lang="de-DE" sz="1600" dirty="0">
                <a:solidFill>
                  <a:srgbClr val="88A3E8"/>
                </a:solidFill>
                <a:ea typeface="+mn-lt"/>
                <a:cs typeface="+mn-lt"/>
                <a:hlinkClick r:id="rId5"/>
              </a:rPr>
              <a:t>early music</a:t>
            </a:r>
            <a:r>
              <a:rPr lang="de-DE" sz="1600" dirty="0">
                <a:solidFill>
                  <a:srgbClr val="EAECF0"/>
                </a:solidFill>
                <a:ea typeface="+mn-lt"/>
                <a:cs typeface="+mn-lt"/>
              </a:rPr>
              <a:t> </a:t>
            </a:r>
            <a:r>
              <a:rPr lang="de-DE" sz="1600" err="1">
                <a:solidFill>
                  <a:srgbClr val="EAECF0"/>
                </a:solidFill>
                <a:ea typeface="+mn-lt"/>
                <a:cs typeface="+mn-lt"/>
              </a:rPr>
              <a:t>began</a:t>
            </a:r>
            <a:r>
              <a:rPr lang="de-DE" sz="1600" dirty="0">
                <a:solidFill>
                  <a:srgbClr val="EAECF0"/>
                </a:solidFill>
                <a:ea typeface="+mn-lt"/>
                <a:cs typeface="+mn-lt"/>
              </a:rPr>
              <a:t> </a:t>
            </a:r>
            <a:r>
              <a:rPr lang="de-DE" sz="1600" err="1">
                <a:solidFill>
                  <a:srgbClr val="EAECF0"/>
                </a:solidFill>
                <a:ea typeface="+mn-lt"/>
                <a:cs typeface="+mn-lt"/>
              </a:rPr>
              <a:t>to</a:t>
            </a:r>
            <a:r>
              <a:rPr lang="de-DE" sz="1600" dirty="0">
                <a:solidFill>
                  <a:srgbClr val="EAECF0"/>
                </a:solidFill>
                <a:ea typeface="+mn-lt"/>
                <a:cs typeface="+mn-lt"/>
              </a:rPr>
              <a:t> </a:t>
            </a:r>
            <a:r>
              <a:rPr lang="de-DE" sz="1600" err="1">
                <a:solidFill>
                  <a:srgbClr val="EAECF0"/>
                </a:solidFill>
                <a:ea typeface="+mn-lt"/>
                <a:cs typeface="+mn-lt"/>
              </a:rPr>
              <a:t>increase</a:t>
            </a:r>
            <a:r>
              <a:rPr lang="de-DE" sz="1600" dirty="0">
                <a:solidFill>
                  <a:srgbClr val="EAECF0"/>
                </a:solidFill>
                <a:ea typeface="+mn-lt"/>
                <a:cs typeface="+mn-lt"/>
              </a:rPr>
              <a:t>, </a:t>
            </a:r>
            <a:r>
              <a:rPr lang="de-DE" sz="1600" err="1">
                <a:solidFill>
                  <a:srgbClr val="EAECF0"/>
                </a:solidFill>
                <a:ea typeface="+mn-lt"/>
                <a:cs typeface="+mn-lt"/>
              </a:rPr>
              <a:t>that</a:t>
            </a:r>
            <a:r>
              <a:rPr lang="de-DE" sz="1600" dirty="0">
                <a:solidFill>
                  <a:srgbClr val="EAECF0"/>
                </a:solidFill>
                <a:ea typeface="+mn-lt"/>
                <a:cs typeface="+mn-lt"/>
              </a:rPr>
              <a:t> </a:t>
            </a:r>
            <a:r>
              <a:rPr lang="de-DE" sz="1600" i="1" err="1">
                <a:solidFill>
                  <a:srgbClr val="EAECF0"/>
                </a:solidFill>
                <a:ea typeface="+mn-lt"/>
                <a:cs typeface="+mn-lt"/>
              </a:rPr>
              <a:t>Spem</a:t>
            </a:r>
            <a:r>
              <a:rPr lang="de-DE" sz="1600" i="1" dirty="0">
                <a:solidFill>
                  <a:srgbClr val="EAECF0"/>
                </a:solidFill>
                <a:ea typeface="+mn-lt"/>
                <a:cs typeface="+mn-lt"/>
              </a:rPr>
              <a:t> in </a:t>
            </a:r>
            <a:r>
              <a:rPr lang="de-DE" sz="1600" i="1" err="1">
                <a:solidFill>
                  <a:srgbClr val="EAECF0"/>
                </a:solidFill>
                <a:ea typeface="+mn-lt"/>
                <a:cs typeface="+mn-lt"/>
              </a:rPr>
              <a:t>alium</a:t>
            </a:r>
            <a:r>
              <a:rPr lang="de-DE" sz="1600" dirty="0">
                <a:solidFill>
                  <a:srgbClr val="EAECF0"/>
                </a:solidFill>
                <a:ea typeface="+mn-lt"/>
                <a:cs typeface="+mn-lt"/>
              </a:rPr>
              <a:t> was </a:t>
            </a:r>
            <a:r>
              <a:rPr lang="de-DE" sz="1600" err="1">
                <a:solidFill>
                  <a:srgbClr val="EAECF0"/>
                </a:solidFill>
                <a:ea typeface="+mn-lt"/>
                <a:cs typeface="+mn-lt"/>
              </a:rPr>
              <a:t>rediscovered</a:t>
            </a:r>
            <a:r>
              <a:rPr lang="de-DE" sz="1600" dirty="0">
                <a:solidFill>
                  <a:srgbClr val="EAECF0"/>
                </a:solidFill>
                <a:ea typeface="+mn-lt"/>
                <a:cs typeface="+mn-lt"/>
              </a:rPr>
              <a:t> and </a:t>
            </a:r>
            <a:r>
              <a:rPr lang="de-DE" sz="1600" err="1">
                <a:solidFill>
                  <a:srgbClr val="EAECF0"/>
                </a:solidFill>
                <a:ea typeface="+mn-lt"/>
                <a:cs typeface="+mn-lt"/>
              </a:rPr>
              <a:t>began</a:t>
            </a:r>
            <a:r>
              <a:rPr lang="de-DE" sz="1600" dirty="0">
                <a:solidFill>
                  <a:srgbClr val="EAECF0"/>
                </a:solidFill>
                <a:ea typeface="+mn-lt"/>
                <a:cs typeface="+mn-lt"/>
              </a:rPr>
              <a:t> </a:t>
            </a:r>
            <a:r>
              <a:rPr lang="de-DE" sz="1600" err="1">
                <a:solidFill>
                  <a:srgbClr val="EAECF0"/>
                </a:solidFill>
                <a:ea typeface="+mn-lt"/>
                <a:cs typeface="+mn-lt"/>
              </a:rPr>
              <a:t>to</a:t>
            </a:r>
            <a:r>
              <a:rPr lang="de-DE" sz="1600" dirty="0">
                <a:solidFill>
                  <a:srgbClr val="EAECF0"/>
                </a:solidFill>
                <a:ea typeface="+mn-lt"/>
                <a:cs typeface="+mn-lt"/>
              </a:rPr>
              <a:t> </a:t>
            </a:r>
            <a:r>
              <a:rPr lang="de-DE" sz="1600" err="1">
                <a:solidFill>
                  <a:srgbClr val="EAECF0"/>
                </a:solidFill>
                <a:ea typeface="+mn-lt"/>
                <a:cs typeface="+mn-lt"/>
              </a:rPr>
              <a:t>be</a:t>
            </a:r>
            <a:r>
              <a:rPr lang="de-DE" sz="1600" dirty="0">
                <a:solidFill>
                  <a:srgbClr val="EAECF0"/>
                </a:solidFill>
                <a:ea typeface="+mn-lt"/>
                <a:cs typeface="+mn-lt"/>
              </a:rPr>
              <a:t> </a:t>
            </a:r>
            <a:r>
              <a:rPr lang="de-DE" sz="1600" err="1">
                <a:solidFill>
                  <a:srgbClr val="EAECF0"/>
                </a:solidFill>
                <a:ea typeface="+mn-lt"/>
                <a:cs typeface="+mn-lt"/>
              </a:rPr>
              <a:t>experimented</a:t>
            </a:r>
            <a:r>
              <a:rPr lang="de-DE" sz="1600" dirty="0">
                <a:solidFill>
                  <a:srgbClr val="EAECF0"/>
                </a:solidFill>
                <a:ea typeface="+mn-lt"/>
                <a:cs typeface="+mn-lt"/>
              </a:rPr>
              <a:t> </a:t>
            </a:r>
            <a:r>
              <a:rPr lang="de-DE" sz="1600" err="1">
                <a:solidFill>
                  <a:srgbClr val="EAECF0"/>
                </a:solidFill>
                <a:ea typeface="+mn-lt"/>
                <a:cs typeface="+mn-lt"/>
              </a:rPr>
              <a:t>with</a:t>
            </a:r>
            <a:r>
              <a:rPr lang="de-DE" sz="1600" dirty="0">
                <a:solidFill>
                  <a:srgbClr val="EAECF0"/>
                </a:solidFill>
                <a:ea typeface="+mn-lt"/>
                <a:cs typeface="+mn-lt"/>
              </a:rPr>
              <a:t> </a:t>
            </a:r>
            <a:r>
              <a:rPr lang="de-DE" sz="1600" err="1">
                <a:solidFill>
                  <a:srgbClr val="EAECF0"/>
                </a:solidFill>
                <a:ea typeface="+mn-lt"/>
                <a:cs typeface="+mn-lt"/>
              </a:rPr>
              <a:t>immediately</a:t>
            </a:r>
            <a:r>
              <a:rPr lang="de-DE" sz="1600" dirty="0">
                <a:solidFill>
                  <a:srgbClr val="EAECF0"/>
                </a:solidFill>
                <a:ea typeface="+mn-lt"/>
                <a:cs typeface="+mn-lt"/>
              </a:rPr>
              <a:t>.</a:t>
            </a:r>
            <a:r>
              <a:rPr lang="de-DE" sz="1100" baseline="30000" dirty="0">
                <a:solidFill>
                  <a:srgbClr val="88A3E8"/>
                </a:solidFill>
                <a:ea typeface="+mn-lt"/>
                <a:cs typeface="+mn-lt"/>
                <a:hlinkClick r:id="rId2"/>
              </a:rPr>
              <a:t>[99]</a:t>
            </a:r>
            <a:r>
              <a:rPr lang="de-DE" sz="1600" dirty="0">
                <a:solidFill>
                  <a:srgbClr val="EAECF0"/>
                </a:solidFill>
                <a:ea typeface="+mn-lt"/>
                <a:cs typeface="+mn-lt"/>
              </a:rPr>
              <a:t> 20th </a:t>
            </a:r>
            <a:r>
              <a:rPr lang="de-DE" sz="1600" err="1">
                <a:solidFill>
                  <a:srgbClr val="EAECF0"/>
                </a:solidFill>
                <a:ea typeface="+mn-lt"/>
                <a:cs typeface="+mn-lt"/>
              </a:rPr>
              <a:t>century</a:t>
            </a:r>
            <a:r>
              <a:rPr lang="de-DE" sz="1600" dirty="0">
                <a:solidFill>
                  <a:srgbClr val="EAECF0"/>
                </a:solidFill>
                <a:ea typeface="+mn-lt"/>
                <a:cs typeface="+mn-lt"/>
              </a:rPr>
              <a:t> </a:t>
            </a:r>
            <a:r>
              <a:rPr lang="de-DE" sz="1600" err="1">
                <a:solidFill>
                  <a:srgbClr val="EAECF0"/>
                </a:solidFill>
                <a:ea typeface="+mn-lt"/>
                <a:cs typeface="+mn-lt"/>
              </a:rPr>
              <a:t>composers</a:t>
            </a:r>
            <a:r>
              <a:rPr lang="de-DE" sz="1600" dirty="0">
                <a:solidFill>
                  <a:srgbClr val="EAECF0"/>
                </a:solidFill>
                <a:ea typeface="+mn-lt"/>
                <a:cs typeface="+mn-lt"/>
              </a:rPr>
              <a:t>, such </a:t>
            </a:r>
            <a:r>
              <a:rPr lang="de-DE" sz="1600" err="1">
                <a:solidFill>
                  <a:srgbClr val="EAECF0"/>
                </a:solidFill>
                <a:ea typeface="+mn-lt"/>
                <a:cs typeface="+mn-lt"/>
              </a:rPr>
              <a:t>as</a:t>
            </a:r>
            <a:r>
              <a:rPr lang="de-DE" sz="1600" dirty="0">
                <a:solidFill>
                  <a:srgbClr val="EAECF0"/>
                </a:solidFill>
                <a:ea typeface="+mn-lt"/>
                <a:cs typeface="+mn-lt"/>
              </a:rPr>
              <a:t> </a:t>
            </a:r>
            <a:r>
              <a:rPr lang="de-DE" sz="1600" dirty="0">
                <a:solidFill>
                  <a:srgbClr val="88A3E8"/>
                </a:solidFill>
                <a:ea typeface="+mn-lt"/>
                <a:cs typeface="+mn-lt"/>
                <a:hlinkClick r:id="rId6"/>
              </a:rPr>
              <a:t>Ralph Vaughan Williams</a:t>
            </a:r>
            <a:r>
              <a:rPr lang="de-DE" sz="1600" dirty="0">
                <a:solidFill>
                  <a:srgbClr val="EAECF0"/>
                </a:solidFill>
                <a:ea typeface="+mn-lt"/>
                <a:cs typeface="+mn-lt"/>
              </a:rPr>
              <a:t> and </a:t>
            </a:r>
            <a:r>
              <a:rPr lang="de-DE" sz="1600" dirty="0">
                <a:solidFill>
                  <a:srgbClr val="88A3E8"/>
                </a:solidFill>
                <a:ea typeface="+mn-lt"/>
                <a:cs typeface="+mn-lt"/>
                <a:hlinkClick r:id="rId7"/>
              </a:rPr>
              <a:t>Herbert Howells</a:t>
            </a:r>
            <a:r>
              <a:rPr lang="de-DE" sz="1600" dirty="0">
                <a:solidFill>
                  <a:srgbClr val="EAECF0"/>
                </a:solidFill>
                <a:ea typeface="+mn-lt"/>
                <a:cs typeface="+mn-lt"/>
              </a:rPr>
              <a:t>, </a:t>
            </a:r>
            <a:r>
              <a:rPr lang="de-DE" sz="1600" err="1">
                <a:solidFill>
                  <a:srgbClr val="EAECF0"/>
                </a:solidFill>
                <a:ea typeface="+mn-lt"/>
                <a:cs typeface="+mn-lt"/>
              </a:rPr>
              <a:t>borrowed</a:t>
            </a:r>
            <a:r>
              <a:rPr lang="de-DE" sz="1600" dirty="0">
                <a:solidFill>
                  <a:srgbClr val="EAECF0"/>
                </a:solidFill>
                <a:ea typeface="+mn-lt"/>
                <a:cs typeface="+mn-lt"/>
              </a:rPr>
              <a:t> Tallis' </a:t>
            </a:r>
            <a:r>
              <a:rPr lang="de-DE" sz="1600" err="1">
                <a:solidFill>
                  <a:srgbClr val="EAECF0"/>
                </a:solidFill>
                <a:ea typeface="+mn-lt"/>
                <a:cs typeface="+mn-lt"/>
              </a:rPr>
              <a:t>themes</a:t>
            </a:r>
            <a:r>
              <a:rPr lang="de-DE" sz="1600" dirty="0">
                <a:solidFill>
                  <a:srgbClr val="EAECF0"/>
                </a:solidFill>
                <a:ea typeface="+mn-lt"/>
                <a:cs typeface="+mn-lt"/>
              </a:rPr>
              <a:t> </a:t>
            </a:r>
            <a:r>
              <a:rPr lang="de-DE" sz="1600" err="1">
                <a:solidFill>
                  <a:srgbClr val="EAECF0"/>
                </a:solidFill>
                <a:ea typeface="+mn-lt"/>
                <a:cs typeface="+mn-lt"/>
              </a:rPr>
              <a:t>for</a:t>
            </a:r>
            <a:r>
              <a:rPr lang="de-DE" sz="1600" dirty="0">
                <a:solidFill>
                  <a:srgbClr val="EAECF0"/>
                </a:solidFill>
                <a:ea typeface="+mn-lt"/>
                <a:cs typeface="+mn-lt"/>
              </a:rPr>
              <a:t> </a:t>
            </a:r>
            <a:r>
              <a:rPr lang="de-DE" sz="1600" err="1">
                <a:solidFill>
                  <a:srgbClr val="EAECF0"/>
                </a:solidFill>
                <a:ea typeface="+mn-lt"/>
                <a:cs typeface="+mn-lt"/>
              </a:rPr>
              <a:t>use</a:t>
            </a:r>
            <a:r>
              <a:rPr lang="de-DE" sz="1600" dirty="0">
                <a:solidFill>
                  <a:srgbClr val="EAECF0"/>
                </a:solidFill>
                <a:ea typeface="+mn-lt"/>
                <a:cs typeface="+mn-lt"/>
              </a:rPr>
              <a:t> in </a:t>
            </a:r>
            <a:r>
              <a:rPr lang="de-DE" sz="1600" err="1">
                <a:solidFill>
                  <a:srgbClr val="EAECF0"/>
                </a:solidFill>
                <a:ea typeface="+mn-lt"/>
                <a:cs typeface="+mn-lt"/>
              </a:rPr>
              <a:t>their</a:t>
            </a:r>
            <a:r>
              <a:rPr lang="de-DE" sz="1600" dirty="0">
                <a:solidFill>
                  <a:srgbClr val="EAECF0"/>
                </a:solidFill>
                <a:ea typeface="+mn-lt"/>
                <a:cs typeface="+mn-lt"/>
              </a:rPr>
              <a:t> own </a:t>
            </a:r>
            <a:r>
              <a:rPr lang="de-DE" sz="1600" err="1">
                <a:solidFill>
                  <a:srgbClr val="EAECF0"/>
                </a:solidFill>
                <a:ea typeface="+mn-lt"/>
                <a:cs typeface="+mn-lt"/>
              </a:rPr>
              <a:t>music</a:t>
            </a:r>
            <a:r>
              <a:rPr lang="de-DE" sz="1600" dirty="0">
                <a:solidFill>
                  <a:srgbClr val="EAECF0"/>
                </a:solidFill>
                <a:ea typeface="+mn-lt"/>
                <a:cs typeface="+mn-lt"/>
              </a:rPr>
              <a:t>. In </a:t>
            </a:r>
            <a:r>
              <a:rPr lang="de-DE" sz="1600" err="1">
                <a:solidFill>
                  <a:srgbClr val="EAECF0"/>
                </a:solidFill>
                <a:ea typeface="+mn-lt"/>
                <a:cs typeface="+mn-lt"/>
              </a:rPr>
              <a:t>the</a:t>
            </a:r>
            <a:r>
              <a:rPr lang="de-DE" sz="1600" dirty="0">
                <a:solidFill>
                  <a:srgbClr val="EAECF0"/>
                </a:solidFill>
                <a:ea typeface="+mn-lt"/>
                <a:cs typeface="+mn-lt"/>
              </a:rPr>
              <a:t> 1920s, </a:t>
            </a:r>
            <a:r>
              <a:rPr lang="de-DE" sz="1600" err="1">
                <a:solidFill>
                  <a:srgbClr val="EAECF0"/>
                </a:solidFill>
                <a:ea typeface="+mn-lt"/>
                <a:cs typeface="+mn-lt"/>
              </a:rPr>
              <a:t>the</a:t>
            </a:r>
            <a:r>
              <a:rPr lang="de-DE" sz="1600" dirty="0">
                <a:solidFill>
                  <a:srgbClr val="EAECF0"/>
                </a:solidFill>
                <a:ea typeface="+mn-lt"/>
                <a:cs typeface="+mn-lt"/>
              </a:rPr>
              <a:t> monumental </a:t>
            </a:r>
            <a:r>
              <a:rPr lang="de-DE" sz="1600" err="1">
                <a:solidFill>
                  <a:srgbClr val="EAECF0"/>
                </a:solidFill>
                <a:ea typeface="+mn-lt"/>
                <a:cs typeface="+mn-lt"/>
              </a:rPr>
              <a:t>series</a:t>
            </a:r>
            <a:r>
              <a:rPr lang="de-DE" sz="1600" dirty="0">
                <a:solidFill>
                  <a:srgbClr val="EAECF0"/>
                </a:solidFill>
                <a:ea typeface="+mn-lt"/>
                <a:cs typeface="+mn-lt"/>
              </a:rPr>
              <a:t> </a:t>
            </a:r>
            <a:r>
              <a:rPr lang="de-DE" sz="1600" i="1" dirty="0">
                <a:solidFill>
                  <a:srgbClr val="EAECF0"/>
                </a:solidFill>
                <a:ea typeface="+mn-lt"/>
                <a:cs typeface="+mn-lt"/>
              </a:rPr>
              <a:t>Tudor Church Music</a:t>
            </a:r>
            <a:r>
              <a:rPr lang="de-DE" sz="1600" dirty="0">
                <a:solidFill>
                  <a:srgbClr val="EAECF0"/>
                </a:solidFill>
                <a:ea typeface="+mn-lt"/>
                <a:cs typeface="+mn-lt"/>
              </a:rPr>
              <a:t>, </a:t>
            </a:r>
            <a:r>
              <a:rPr lang="de-DE" sz="1600" err="1">
                <a:solidFill>
                  <a:srgbClr val="EAECF0"/>
                </a:solidFill>
                <a:ea typeface="+mn-lt"/>
                <a:cs typeface="+mn-lt"/>
              </a:rPr>
              <a:t>produced</a:t>
            </a:r>
            <a:r>
              <a:rPr lang="de-DE" sz="1600" dirty="0">
                <a:solidFill>
                  <a:srgbClr val="EAECF0"/>
                </a:solidFill>
                <a:ea typeface="+mn-lt"/>
                <a:cs typeface="+mn-lt"/>
              </a:rPr>
              <a:t> </a:t>
            </a:r>
            <a:r>
              <a:rPr lang="de-DE" sz="1600" err="1">
                <a:solidFill>
                  <a:srgbClr val="EAECF0"/>
                </a:solidFill>
                <a:ea typeface="+mn-lt"/>
                <a:cs typeface="+mn-lt"/>
              </a:rPr>
              <a:t>with</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support </a:t>
            </a:r>
            <a:r>
              <a:rPr lang="de-DE" sz="1600" err="1">
                <a:solidFill>
                  <a:srgbClr val="EAECF0"/>
                </a:solidFill>
                <a:ea typeface="+mn-lt"/>
                <a:cs typeface="+mn-lt"/>
              </a:rPr>
              <a:t>of</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dirty="0">
                <a:solidFill>
                  <a:srgbClr val="88A3E8"/>
                </a:solidFill>
                <a:ea typeface="+mn-lt"/>
                <a:cs typeface="+mn-lt"/>
                <a:hlinkClick r:id="rId8"/>
              </a:rPr>
              <a:t>Carnegie Trust</a:t>
            </a:r>
            <a:r>
              <a:rPr lang="de-DE" sz="1600" dirty="0">
                <a:solidFill>
                  <a:srgbClr val="EAECF0"/>
                </a:solidFill>
                <a:ea typeface="+mn-lt"/>
                <a:cs typeface="+mn-lt"/>
              </a:rPr>
              <a:t>, </a:t>
            </a:r>
            <a:r>
              <a:rPr lang="de-DE" sz="1600" err="1">
                <a:solidFill>
                  <a:srgbClr val="EAECF0"/>
                </a:solidFill>
                <a:ea typeface="+mn-lt"/>
                <a:cs typeface="+mn-lt"/>
              </a:rPr>
              <a:t>revived</a:t>
            </a:r>
            <a:r>
              <a:rPr lang="de-DE" sz="1600" dirty="0">
                <a:solidFill>
                  <a:srgbClr val="EAECF0"/>
                </a:solidFill>
                <a:ea typeface="+mn-lt"/>
                <a:cs typeface="+mn-lt"/>
              </a:rPr>
              <a:t> Tallis' </a:t>
            </a:r>
            <a:r>
              <a:rPr lang="de-DE" sz="1600" err="1">
                <a:solidFill>
                  <a:srgbClr val="EAECF0"/>
                </a:solidFill>
                <a:ea typeface="+mn-lt"/>
                <a:cs typeface="+mn-lt"/>
              </a:rPr>
              <a:t>Latin</a:t>
            </a:r>
            <a:r>
              <a:rPr lang="de-DE" sz="1600" dirty="0">
                <a:solidFill>
                  <a:srgbClr val="EAECF0"/>
                </a:solidFill>
                <a:ea typeface="+mn-lt"/>
                <a:cs typeface="+mn-lt"/>
              </a:rPr>
              <a:t> </a:t>
            </a:r>
            <a:r>
              <a:rPr lang="de-DE" sz="1600" err="1">
                <a:solidFill>
                  <a:srgbClr val="EAECF0"/>
                </a:solidFill>
                <a:ea typeface="+mn-lt"/>
                <a:cs typeface="+mn-lt"/>
              </a:rPr>
              <a:t>music</a:t>
            </a:r>
            <a:r>
              <a:rPr lang="de-DE" sz="1600" dirty="0">
                <a:solidFill>
                  <a:srgbClr val="EAECF0"/>
                </a:solidFill>
                <a:ea typeface="+mn-lt"/>
                <a:cs typeface="+mn-lt"/>
              </a:rPr>
              <a:t> </a:t>
            </a:r>
            <a:r>
              <a:rPr lang="de-DE" sz="1600" err="1">
                <a:solidFill>
                  <a:srgbClr val="EAECF0"/>
                </a:solidFill>
                <a:ea typeface="+mn-lt"/>
                <a:cs typeface="+mn-lt"/>
              </a:rPr>
              <a:t>from</a:t>
            </a:r>
            <a:r>
              <a:rPr lang="de-DE" sz="1600" dirty="0">
                <a:solidFill>
                  <a:srgbClr val="EAECF0"/>
                </a:solidFill>
                <a:ea typeface="+mn-lt"/>
                <a:cs typeface="+mn-lt"/>
              </a:rPr>
              <a:t> </a:t>
            </a:r>
            <a:r>
              <a:rPr lang="de-DE" sz="1600" err="1">
                <a:solidFill>
                  <a:srgbClr val="EAECF0"/>
                </a:solidFill>
                <a:ea typeface="+mn-lt"/>
                <a:cs typeface="+mn-lt"/>
              </a:rPr>
              <a:t>across</a:t>
            </a:r>
            <a:r>
              <a:rPr lang="de-DE" sz="1600" dirty="0">
                <a:solidFill>
                  <a:srgbClr val="EAECF0"/>
                </a:solidFill>
                <a:ea typeface="+mn-lt"/>
                <a:cs typeface="+mn-lt"/>
              </a:rPr>
              <a:t> </a:t>
            </a:r>
            <a:r>
              <a:rPr lang="de-DE" sz="1600" err="1">
                <a:solidFill>
                  <a:srgbClr val="EAECF0"/>
                </a:solidFill>
                <a:ea typeface="+mn-lt"/>
                <a:cs typeface="+mn-lt"/>
              </a:rPr>
              <a:t>his</a:t>
            </a:r>
            <a:r>
              <a:rPr lang="de-DE" sz="1600" dirty="0">
                <a:solidFill>
                  <a:srgbClr val="EAECF0"/>
                </a:solidFill>
                <a:ea typeface="+mn-lt"/>
                <a:cs typeface="+mn-lt"/>
              </a:rPr>
              <a:t> </a:t>
            </a:r>
            <a:r>
              <a:rPr lang="de-DE" sz="1600" err="1">
                <a:solidFill>
                  <a:srgbClr val="EAECF0"/>
                </a:solidFill>
                <a:ea typeface="+mn-lt"/>
                <a:cs typeface="+mn-lt"/>
              </a:rPr>
              <a:t>career</a:t>
            </a:r>
            <a:r>
              <a:rPr lang="de-DE" sz="1600" dirty="0">
                <a:solidFill>
                  <a:srgbClr val="EAECF0"/>
                </a:solidFill>
                <a:ea typeface="+mn-lt"/>
                <a:cs typeface="+mn-lt"/>
              </a:rPr>
              <a:t>. </a:t>
            </a:r>
            <a:r>
              <a:rPr lang="de-DE" sz="1600" dirty="0">
                <a:solidFill>
                  <a:srgbClr val="88A3E8"/>
                </a:solidFill>
                <a:ea typeface="+mn-lt"/>
                <a:cs typeface="+mn-lt"/>
                <a:hlinkClick r:id="rId9"/>
              </a:rPr>
              <a:t>R. R. Terry</a:t>
            </a:r>
            <a:r>
              <a:rPr lang="de-DE" sz="1600" dirty="0">
                <a:solidFill>
                  <a:srgbClr val="EAECF0"/>
                </a:solidFill>
                <a:ea typeface="+mn-lt"/>
                <a:cs typeface="+mn-lt"/>
              </a:rPr>
              <a:t>, </a:t>
            </a:r>
            <a:r>
              <a:rPr lang="de-DE" sz="1600" err="1">
                <a:solidFill>
                  <a:srgbClr val="EAECF0"/>
                </a:solidFill>
                <a:ea typeface="+mn-lt"/>
                <a:cs typeface="+mn-lt"/>
              </a:rPr>
              <a:t>chairman</a:t>
            </a:r>
            <a:r>
              <a:rPr lang="de-DE" sz="1600" dirty="0">
                <a:solidFill>
                  <a:srgbClr val="EAECF0"/>
                </a:solidFill>
                <a:ea typeface="+mn-lt"/>
                <a:cs typeface="+mn-lt"/>
              </a:rPr>
              <a:t> </a:t>
            </a:r>
            <a:r>
              <a:rPr lang="de-DE" sz="1600" err="1">
                <a:solidFill>
                  <a:srgbClr val="EAECF0"/>
                </a:solidFill>
                <a:ea typeface="+mn-lt"/>
                <a:cs typeface="+mn-lt"/>
              </a:rPr>
              <a:t>of</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Carnegie </a:t>
            </a:r>
            <a:r>
              <a:rPr lang="de-DE" sz="1600" err="1">
                <a:solidFill>
                  <a:srgbClr val="EAECF0"/>
                </a:solidFill>
                <a:ea typeface="+mn-lt"/>
                <a:cs typeface="+mn-lt"/>
              </a:rPr>
              <a:t>trust</a:t>
            </a:r>
            <a:r>
              <a:rPr lang="de-DE" sz="1600" dirty="0">
                <a:solidFill>
                  <a:srgbClr val="EAECF0"/>
                </a:solidFill>
                <a:ea typeface="+mn-lt"/>
                <a:cs typeface="+mn-lt"/>
              </a:rPr>
              <a:t> at </a:t>
            </a:r>
            <a:r>
              <a:rPr lang="de-DE" sz="1600" err="1">
                <a:solidFill>
                  <a:srgbClr val="EAECF0"/>
                </a:solidFill>
                <a:ea typeface="+mn-lt"/>
                <a:cs typeface="+mn-lt"/>
              </a:rPr>
              <a:t>the</a:t>
            </a:r>
            <a:r>
              <a:rPr lang="de-DE" sz="1600" dirty="0">
                <a:solidFill>
                  <a:srgbClr val="EAECF0"/>
                </a:solidFill>
                <a:ea typeface="+mn-lt"/>
                <a:cs typeface="+mn-lt"/>
              </a:rPr>
              <a:t> time, </a:t>
            </a:r>
            <a:r>
              <a:rPr lang="de-DE" sz="1600" err="1">
                <a:solidFill>
                  <a:srgbClr val="EAECF0"/>
                </a:solidFill>
                <a:ea typeface="+mn-lt"/>
                <a:cs typeface="+mn-lt"/>
              </a:rPr>
              <a:t>pushed</a:t>
            </a:r>
            <a:r>
              <a:rPr lang="de-DE" sz="1600" dirty="0">
                <a:solidFill>
                  <a:srgbClr val="EAECF0"/>
                </a:solidFill>
                <a:ea typeface="+mn-lt"/>
                <a:cs typeface="+mn-lt"/>
              </a:rPr>
              <a:t> </a:t>
            </a:r>
            <a:r>
              <a:rPr lang="de-DE" sz="1600" err="1">
                <a:solidFill>
                  <a:srgbClr val="EAECF0"/>
                </a:solidFill>
                <a:ea typeface="+mn-lt"/>
                <a:cs typeface="+mn-lt"/>
              </a:rPr>
              <a:t>for</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err="1">
                <a:solidFill>
                  <a:srgbClr val="EAECF0"/>
                </a:solidFill>
                <a:ea typeface="+mn-lt"/>
                <a:cs typeface="+mn-lt"/>
              </a:rPr>
              <a:t>revival</a:t>
            </a:r>
            <a:r>
              <a:rPr lang="de-DE" sz="1600" dirty="0">
                <a:solidFill>
                  <a:srgbClr val="EAECF0"/>
                </a:solidFill>
                <a:ea typeface="+mn-lt"/>
                <a:cs typeface="+mn-lt"/>
              </a:rPr>
              <a:t> </a:t>
            </a:r>
            <a:r>
              <a:rPr lang="de-DE" sz="1600" err="1">
                <a:solidFill>
                  <a:srgbClr val="EAECF0"/>
                </a:solidFill>
                <a:ea typeface="+mn-lt"/>
                <a:cs typeface="+mn-lt"/>
              </a:rPr>
              <a:t>of</a:t>
            </a:r>
            <a:r>
              <a:rPr lang="de-DE" sz="1600" dirty="0">
                <a:solidFill>
                  <a:srgbClr val="EAECF0"/>
                </a:solidFill>
                <a:ea typeface="+mn-lt"/>
                <a:cs typeface="+mn-lt"/>
              </a:rPr>
              <a:t> Tudor </a:t>
            </a:r>
            <a:r>
              <a:rPr lang="de-DE" sz="1600" err="1">
                <a:solidFill>
                  <a:srgbClr val="EAECF0"/>
                </a:solidFill>
                <a:ea typeface="+mn-lt"/>
                <a:cs typeface="+mn-lt"/>
              </a:rPr>
              <a:t>church</a:t>
            </a:r>
            <a:r>
              <a:rPr lang="de-DE" sz="1600" dirty="0">
                <a:solidFill>
                  <a:srgbClr val="EAECF0"/>
                </a:solidFill>
                <a:ea typeface="+mn-lt"/>
                <a:cs typeface="+mn-lt"/>
              </a:rPr>
              <a:t> </a:t>
            </a:r>
            <a:r>
              <a:rPr lang="de-DE" sz="1600" err="1">
                <a:solidFill>
                  <a:srgbClr val="EAECF0"/>
                </a:solidFill>
                <a:ea typeface="+mn-lt"/>
                <a:cs typeface="+mn-lt"/>
              </a:rPr>
              <a:t>music</a:t>
            </a:r>
            <a:r>
              <a:rPr lang="de-DE" sz="1600" dirty="0">
                <a:solidFill>
                  <a:srgbClr val="EAECF0"/>
                </a:solidFill>
                <a:ea typeface="+mn-lt"/>
                <a:cs typeface="+mn-lt"/>
              </a:rPr>
              <a:t> in </a:t>
            </a:r>
            <a:r>
              <a:rPr lang="de-DE" sz="1600" err="1">
                <a:solidFill>
                  <a:srgbClr val="EAECF0"/>
                </a:solidFill>
                <a:ea typeface="+mn-lt"/>
                <a:cs typeface="+mn-lt"/>
              </a:rPr>
              <a:t>order</a:t>
            </a:r>
            <a:r>
              <a:rPr lang="de-DE" sz="1600" dirty="0">
                <a:solidFill>
                  <a:srgbClr val="EAECF0"/>
                </a:solidFill>
                <a:ea typeface="+mn-lt"/>
                <a:cs typeface="+mn-lt"/>
              </a:rPr>
              <a:t> </a:t>
            </a:r>
            <a:r>
              <a:rPr lang="de-DE" sz="1600" err="1">
                <a:solidFill>
                  <a:srgbClr val="EAECF0"/>
                </a:solidFill>
                <a:ea typeface="+mn-lt"/>
                <a:cs typeface="+mn-lt"/>
              </a:rPr>
              <a:t>to</a:t>
            </a:r>
            <a:r>
              <a:rPr lang="de-DE" sz="1600" dirty="0">
                <a:solidFill>
                  <a:srgbClr val="EAECF0"/>
                </a:solidFill>
                <a:ea typeface="+mn-lt"/>
                <a:cs typeface="+mn-lt"/>
              </a:rPr>
              <a:t> </a:t>
            </a:r>
            <a:r>
              <a:rPr lang="de-DE" sz="1600" err="1">
                <a:solidFill>
                  <a:srgbClr val="EAECF0"/>
                </a:solidFill>
                <a:ea typeface="+mn-lt"/>
                <a:cs typeface="+mn-lt"/>
              </a:rPr>
              <a:t>increase</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err="1">
                <a:solidFill>
                  <a:srgbClr val="EAECF0"/>
                </a:solidFill>
                <a:ea typeface="+mn-lt"/>
                <a:cs typeface="+mn-lt"/>
              </a:rPr>
              <a:t>choral</a:t>
            </a:r>
            <a:r>
              <a:rPr lang="de-DE" sz="1600" dirty="0">
                <a:solidFill>
                  <a:srgbClr val="EAECF0"/>
                </a:solidFill>
                <a:ea typeface="+mn-lt"/>
                <a:cs typeface="+mn-lt"/>
              </a:rPr>
              <a:t> </a:t>
            </a:r>
            <a:r>
              <a:rPr lang="de-DE" sz="1600" err="1">
                <a:solidFill>
                  <a:srgbClr val="EAECF0"/>
                </a:solidFill>
                <a:ea typeface="+mn-lt"/>
                <a:cs typeface="+mn-lt"/>
              </a:rPr>
              <a:t>repertoire</a:t>
            </a:r>
            <a:r>
              <a:rPr lang="de-DE" sz="1600" dirty="0">
                <a:solidFill>
                  <a:srgbClr val="EAECF0"/>
                </a:solidFill>
                <a:ea typeface="+mn-lt"/>
                <a:cs typeface="+mn-lt"/>
              </a:rPr>
              <a:t> </a:t>
            </a:r>
            <a:r>
              <a:rPr lang="de-DE" sz="1600" err="1">
                <a:solidFill>
                  <a:srgbClr val="EAECF0"/>
                </a:solidFill>
                <a:ea typeface="+mn-lt"/>
                <a:cs typeface="+mn-lt"/>
              </a:rPr>
              <a:t>for</a:t>
            </a:r>
            <a:r>
              <a:rPr lang="de-DE" sz="1600" dirty="0">
                <a:solidFill>
                  <a:srgbClr val="EAECF0"/>
                </a:solidFill>
                <a:ea typeface="+mn-lt"/>
                <a:cs typeface="+mn-lt"/>
              </a:rPr>
              <a:t> </a:t>
            </a:r>
            <a:r>
              <a:rPr lang="de-DE" sz="1600" err="1">
                <a:solidFill>
                  <a:srgbClr val="EAECF0"/>
                </a:solidFill>
                <a:ea typeface="+mn-lt"/>
                <a:cs typeface="+mn-lt"/>
              </a:rPr>
              <a:t>use</a:t>
            </a:r>
            <a:r>
              <a:rPr lang="de-DE" sz="1600" dirty="0">
                <a:solidFill>
                  <a:srgbClr val="EAECF0"/>
                </a:solidFill>
                <a:ea typeface="+mn-lt"/>
                <a:cs typeface="+mn-lt"/>
              </a:rPr>
              <a:t> at </a:t>
            </a:r>
            <a:r>
              <a:rPr lang="de-DE" sz="1600" dirty="0">
                <a:solidFill>
                  <a:srgbClr val="88A3E8"/>
                </a:solidFill>
                <a:ea typeface="+mn-lt"/>
                <a:cs typeface="+mn-lt"/>
                <a:hlinkClick r:id="rId10"/>
              </a:rPr>
              <a:t>Westminster Cathedral</a:t>
            </a:r>
            <a:r>
              <a:rPr lang="de-DE" sz="1600" dirty="0">
                <a:solidFill>
                  <a:srgbClr val="EAECF0"/>
                </a:solidFill>
                <a:ea typeface="+mn-lt"/>
                <a:cs typeface="+mn-lt"/>
              </a:rPr>
              <a:t>.</a:t>
            </a:r>
            <a:r>
              <a:rPr lang="de-DE" sz="1100" baseline="30000" dirty="0">
                <a:solidFill>
                  <a:srgbClr val="88A3E8"/>
                </a:solidFill>
                <a:ea typeface="+mn-lt"/>
                <a:cs typeface="+mn-lt"/>
                <a:hlinkClick r:id="rId11"/>
              </a:rPr>
              <a:t>[23]</a:t>
            </a:r>
            <a:endParaRPr lang="de-DE" sz="1100"/>
          </a:p>
          <a:p>
            <a:r>
              <a:rPr lang="de-DE" sz="1600" dirty="0">
                <a:solidFill>
                  <a:srgbClr val="EAECF0"/>
                </a:solidFill>
                <a:ea typeface="+mn-lt"/>
                <a:cs typeface="+mn-lt"/>
              </a:rPr>
              <a:t>Early </a:t>
            </a:r>
            <a:r>
              <a:rPr lang="de-DE" sz="1600" err="1">
                <a:solidFill>
                  <a:srgbClr val="EAECF0"/>
                </a:solidFill>
                <a:ea typeface="+mn-lt"/>
                <a:cs typeface="+mn-lt"/>
              </a:rPr>
              <a:t>music</a:t>
            </a:r>
            <a:r>
              <a:rPr lang="de-DE" sz="1600" dirty="0">
                <a:solidFill>
                  <a:srgbClr val="EAECF0"/>
                </a:solidFill>
                <a:ea typeface="+mn-lt"/>
                <a:cs typeface="+mn-lt"/>
              </a:rPr>
              <a:t> </a:t>
            </a:r>
            <a:r>
              <a:rPr lang="de-DE" sz="1600" err="1">
                <a:solidFill>
                  <a:srgbClr val="EAECF0"/>
                </a:solidFill>
                <a:ea typeface="+mn-lt"/>
                <a:cs typeface="+mn-lt"/>
              </a:rPr>
              <a:t>groups</a:t>
            </a:r>
            <a:r>
              <a:rPr lang="de-DE" sz="1600" dirty="0">
                <a:solidFill>
                  <a:srgbClr val="EAECF0"/>
                </a:solidFill>
                <a:ea typeface="+mn-lt"/>
                <a:cs typeface="+mn-lt"/>
              </a:rPr>
              <a:t>, such </a:t>
            </a:r>
            <a:r>
              <a:rPr lang="de-DE" sz="1600" err="1">
                <a:solidFill>
                  <a:srgbClr val="EAECF0"/>
                </a:solidFill>
                <a:ea typeface="+mn-lt"/>
                <a:cs typeface="+mn-lt"/>
              </a:rPr>
              <a:t>as</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dirty="0">
                <a:solidFill>
                  <a:srgbClr val="FD7865"/>
                </a:solidFill>
                <a:ea typeface="+mn-lt"/>
                <a:cs typeface="+mn-lt"/>
                <a:hlinkClick r:id="rId12"/>
              </a:rPr>
              <a:t>Clerkes of Oxenford</a:t>
            </a:r>
            <a:r>
              <a:rPr lang="de-DE" sz="1600" dirty="0">
                <a:solidFill>
                  <a:srgbClr val="EAECF0"/>
                </a:solidFill>
                <a:ea typeface="+mn-lt"/>
                <a:cs typeface="+mn-lt"/>
              </a:rPr>
              <a:t> and </a:t>
            </a:r>
            <a:r>
              <a:rPr lang="de-DE" sz="1600" dirty="0">
                <a:solidFill>
                  <a:srgbClr val="88A3E8"/>
                </a:solidFill>
                <a:ea typeface="+mn-lt"/>
                <a:cs typeface="+mn-lt"/>
                <a:hlinkClick r:id="rId13"/>
              </a:rPr>
              <a:t>The Tallis Scholars</a:t>
            </a:r>
            <a:r>
              <a:rPr lang="de-DE" sz="1600" dirty="0">
                <a:solidFill>
                  <a:srgbClr val="EAECF0"/>
                </a:solidFill>
                <a:ea typeface="+mn-lt"/>
                <a:cs typeface="+mn-lt"/>
              </a:rPr>
              <a:t>, </a:t>
            </a:r>
            <a:r>
              <a:rPr lang="de-DE" sz="1600" err="1">
                <a:solidFill>
                  <a:srgbClr val="EAECF0"/>
                </a:solidFill>
                <a:ea typeface="+mn-lt"/>
                <a:cs typeface="+mn-lt"/>
              </a:rPr>
              <a:t>further</a:t>
            </a:r>
            <a:r>
              <a:rPr lang="de-DE" sz="1600" dirty="0">
                <a:solidFill>
                  <a:srgbClr val="EAECF0"/>
                </a:solidFill>
                <a:ea typeface="+mn-lt"/>
                <a:cs typeface="+mn-lt"/>
              </a:rPr>
              <a:t> </a:t>
            </a:r>
            <a:r>
              <a:rPr lang="de-DE" sz="1600" err="1">
                <a:solidFill>
                  <a:srgbClr val="EAECF0"/>
                </a:solidFill>
                <a:ea typeface="+mn-lt"/>
                <a:cs typeface="+mn-lt"/>
              </a:rPr>
              <a:t>contributed</a:t>
            </a:r>
            <a:r>
              <a:rPr lang="de-DE" sz="1600" dirty="0">
                <a:solidFill>
                  <a:srgbClr val="EAECF0"/>
                </a:solidFill>
                <a:ea typeface="+mn-lt"/>
                <a:cs typeface="+mn-lt"/>
              </a:rPr>
              <a:t> </a:t>
            </a:r>
            <a:r>
              <a:rPr lang="de-DE" sz="1600" err="1">
                <a:solidFill>
                  <a:srgbClr val="EAECF0"/>
                </a:solidFill>
                <a:ea typeface="+mn-lt"/>
                <a:cs typeface="+mn-lt"/>
              </a:rPr>
              <a:t>to</a:t>
            </a:r>
            <a:r>
              <a:rPr lang="de-DE" sz="1600" dirty="0">
                <a:solidFill>
                  <a:srgbClr val="EAECF0"/>
                </a:solidFill>
                <a:ea typeface="+mn-lt"/>
                <a:cs typeface="+mn-lt"/>
              </a:rPr>
              <a:t> </a:t>
            </a:r>
            <a:r>
              <a:rPr lang="de-DE" sz="1600" err="1">
                <a:solidFill>
                  <a:srgbClr val="EAECF0"/>
                </a:solidFill>
                <a:ea typeface="+mn-lt"/>
                <a:cs typeface="+mn-lt"/>
              </a:rPr>
              <a:t>interest</a:t>
            </a:r>
            <a:r>
              <a:rPr lang="de-DE" sz="1600" dirty="0">
                <a:solidFill>
                  <a:srgbClr val="EAECF0"/>
                </a:solidFill>
                <a:ea typeface="+mn-lt"/>
                <a:cs typeface="+mn-lt"/>
              </a:rPr>
              <a:t> in Tallis' </a:t>
            </a:r>
            <a:r>
              <a:rPr lang="de-DE" sz="1600" err="1">
                <a:solidFill>
                  <a:srgbClr val="EAECF0"/>
                </a:solidFill>
                <a:ea typeface="+mn-lt"/>
                <a:cs typeface="+mn-lt"/>
              </a:rPr>
              <a:t>Latin</a:t>
            </a:r>
            <a:r>
              <a:rPr lang="de-DE" sz="1600" dirty="0">
                <a:solidFill>
                  <a:srgbClr val="EAECF0"/>
                </a:solidFill>
                <a:ea typeface="+mn-lt"/>
                <a:cs typeface="+mn-lt"/>
              </a:rPr>
              <a:t> </a:t>
            </a:r>
            <a:r>
              <a:rPr lang="de-DE" sz="1600" err="1">
                <a:solidFill>
                  <a:srgbClr val="EAECF0"/>
                </a:solidFill>
                <a:ea typeface="+mn-lt"/>
                <a:cs typeface="+mn-lt"/>
              </a:rPr>
              <a:t>music</a:t>
            </a:r>
            <a:r>
              <a:rPr lang="de-DE" sz="1600" dirty="0">
                <a:solidFill>
                  <a:srgbClr val="EAECF0"/>
                </a:solidFill>
                <a:ea typeface="+mn-lt"/>
                <a:cs typeface="+mn-lt"/>
              </a:rPr>
              <a:t>. Chapelle du Roi </a:t>
            </a:r>
            <a:r>
              <a:rPr lang="de-DE" sz="1600" err="1">
                <a:solidFill>
                  <a:srgbClr val="EAECF0"/>
                </a:solidFill>
                <a:ea typeface="+mn-lt"/>
                <a:cs typeface="+mn-lt"/>
              </a:rPr>
              <a:t>recorded</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err="1">
                <a:solidFill>
                  <a:srgbClr val="EAECF0"/>
                </a:solidFill>
                <a:ea typeface="+mn-lt"/>
                <a:cs typeface="+mn-lt"/>
              </a:rPr>
              <a:t>complete</a:t>
            </a:r>
            <a:r>
              <a:rPr lang="de-DE" sz="1600" dirty="0">
                <a:solidFill>
                  <a:srgbClr val="EAECF0"/>
                </a:solidFill>
                <a:ea typeface="+mn-lt"/>
                <a:cs typeface="+mn-lt"/>
              </a:rPr>
              <a:t> </a:t>
            </a:r>
            <a:r>
              <a:rPr lang="de-DE" sz="1600" err="1">
                <a:solidFill>
                  <a:srgbClr val="EAECF0"/>
                </a:solidFill>
                <a:ea typeface="+mn-lt"/>
                <a:cs typeface="+mn-lt"/>
              </a:rPr>
              <a:t>works</a:t>
            </a:r>
            <a:r>
              <a:rPr lang="de-DE" sz="1600" dirty="0">
                <a:solidFill>
                  <a:srgbClr val="EAECF0"/>
                </a:solidFill>
                <a:ea typeface="+mn-lt"/>
                <a:cs typeface="+mn-lt"/>
              </a:rPr>
              <a:t> </a:t>
            </a:r>
            <a:r>
              <a:rPr lang="de-DE" sz="1600" err="1">
                <a:solidFill>
                  <a:srgbClr val="EAECF0"/>
                </a:solidFill>
                <a:ea typeface="+mn-lt"/>
                <a:cs typeface="+mn-lt"/>
              </a:rPr>
              <a:t>of</a:t>
            </a:r>
            <a:r>
              <a:rPr lang="de-DE" sz="1600" dirty="0">
                <a:solidFill>
                  <a:srgbClr val="EAECF0"/>
                </a:solidFill>
                <a:ea typeface="+mn-lt"/>
                <a:cs typeface="+mn-lt"/>
              </a:rPr>
              <a:t> Tallis in 2005 </a:t>
            </a:r>
            <a:r>
              <a:rPr lang="de-DE" sz="1600" err="1">
                <a:solidFill>
                  <a:srgbClr val="EAECF0"/>
                </a:solidFill>
                <a:ea typeface="+mn-lt"/>
                <a:cs typeface="+mn-lt"/>
              </a:rPr>
              <a:t>to</a:t>
            </a:r>
            <a:r>
              <a:rPr lang="de-DE" sz="1600" dirty="0">
                <a:solidFill>
                  <a:srgbClr val="EAECF0"/>
                </a:solidFill>
                <a:ea typeface="+mn-lt"/>
                <a:cs typeface="+mn-lt"/>
              </a:rPr>
              <a:t> </a:t>
            </a:r>
            <a:r>
              <a:rPr lang="de-DE" sz="1600" err="1">
                <a:solidFill>
                  <a:srgbClr val="EAECF0"/>
                </a:solidFill>
                <a:ea typeface="+mn-lt"/>
                <a:cs typeface="+mn-lt"/>
              </a:rPr>
              <a:t>celebrate</a:t>
            </a:r>
            <a:r>
              <a:rPr lang="de-DE" sz="1600" dirty="0">
                <a:solidFill>
                  <a:srgbClr val="EAECF0"/>
                </a:solidFill>
                <a:ea typeface="+mn-lt"/>
                <a:cs typeface="+mn-lt"/>
              </a:rPr>
              <a:t> 500 </a:t>
            </a:r>
            <a:r>
              <a:rPr lang="de-DE" sz="1600" err="1">
                <a:solidFill>
                  <a:srgbClr val="EAECF0"/>
                </a:solidFill>
                <a:ea typeface="+mn-lt"/>
                <a:cs typeface="+mn-lt"/>
              </a:rPr>
              <a:t>years</a:t>
            </a:r>
            <a:r>
              <a:rPr lang="de-DE" sz="1600" dirty="0">
                <a:solidFill>
                  <a:srgbClr val="EAECF0"/>
                </a:solidFill>
                <a:ea typeface="+mn-lt"/>
                <a:cs typeface="+mn-lt"/>
              </a:rPr>
              <a:t> </a:t>
            </a:r>
            <a:r>
              <a:rPr lang="de-DE" sz="1600" err="1">
                <a:solidFill>
                  <a:srgbClr val="EAECF0"/>
                </a:solidFill>
                <a:ea typeface="+mn-lt"/>
                <a:cs typeface="+mn-lt"/>
              </a:rPr>
              <a:t>since</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err="1">
                <a:solidFill>
                  <a:srgbClr val="EAECF0"/>
                </a:solidFill>
                <a:ea typeface="+mn-lt"/>
                <a:cs typeface="+mn-lt"/>
              </a:rPr>
              <a:t>estimated</a:t>
            </a:r>
            <a:r>
              <a:rPr lang="de-DE" sz="1600" dirty="0">
                <a:solidFill>
                  <a:srgbClr val="EAECF0"/>
                </a:solidFill>
                <a:ea typeface="+mn-lt"/>
                <a:cs typeface="+mn-lt"/>
              </a:rPr>
              <a:t> </a:t>
            </a:r>
            <a:r>
              <a:rPr lang="de-DE" sz="1600" err="1">
                <a:solidFill>
                  <a:srgbClr val="EAECF0"/>
                </a:solidFill>
                <a:ea typeface="+mn-lt"/>
                <a:cs typeface="+mn-lt"/>
              </a:rPr>
              <a:t>birth</a:t>
            </a:r>
            <a:r>
              <a:rPr lang="de-DE" sz="1600" dirty="0">
                <a:solidFill>
                  <a:srgbClr val="EAECF0"/>
                </a:solidFill>
                <a:ea typeface="+mn-lt"/>
                <a:cs typeface="+mn-lt"/>
              </a:rPr>
              <a:t> </a:t>
            </a:r>
            <a:r>
              <a:rPr lang="de-DE" sz="1600" err="1">
                <a:solidFill>
                  <a:srgbClr val="EAECF0"/>
                </a:solidFill>
                <a:ea typeface="+mn-lt"/>
                <a:cs typeface="+mn-lt"/>
              </a:rPr>
              <a:t>of</a:t>
            </a:r>
            <a:r>
              <a:rPr lang="de-DE" sz="1600" dirty="0">
                <a:solidFill>
                  <a:srgbClr val="EAECF0"/>
                </a:solidFill>
                <a:ea typeface="+mn-lt"/>
                <a:cs typeface="+mn-lt"/>
              </a:rPr>
              <a:t> Thomas Tallis.</a:t>
            </a:r>
            <a:r>
              <a:rPr lang="de-DE" sz="1100" baseline="30000" dirty="0">
                <a:solidFill>
                  <a:srgbClr val="88A3E8"/>
                </a:solidFill>
                <a:ea typeface="+mn-lt"/>
                <a:cs typeface="+mn-lt"/>
                <a:hlinkClick r:id="rId14"/>
              </a:rPr>
              <a:t>[100]</a:t>
            </a:r>
            <a:r>
              <a:rPr lang="de-DE" sz="1600" dirty="0">
                <a:solidFill>
                  <a:srgbClr val="EAECF0"/>
                </a:solidFill>
                <a:ea typeface="+mn-lt"/>
                <a:cs typeface="+mn-lt"/>
              </a:rPr>
              <a:t> </a:t>
            </a:r>
            <a:r>
              <a:rPr lang="de-DE" sz="1600" err="1">
                <a:solidFill>
                  <a:srgbClr val="EAECF0"/>
                </a:solidFill>
                <a:ea typeface="+mn-lt"/>
                <a:cs typeface="+mn-lt"/>
              </a:rPr>
              <a:t>Alamire</a:t>
            </a:r>
            <a:r>
              <a:rPr lang="de-DE" sz="1600" dirty="0">
                <a:solidFill>
                  <a:srgbClr val="EAECF0"/>
                </a:solidFill>
                <a:ea typeface="+mn-lt"/>
                <a:cs typeface="+mn-lt"/>
              </a:rPr>
              <a:t> also </a:t>
            </a:r>
            <a:r>
              <a:rPr lang="de-DE" sz="1600" err="1">
                <a:solidFill>
                  <a:srgbClr val="EAECF0"/>
                </a:solidFill>
                <a:ea typeface="+mn-lt"/>
                <a:cs typeface="+mn-lt"/>
              </a:rPr>
              <a:t>recorded</a:t>
            </a:r>
            <a:r>
              <a:rPr lang="de-DE" sz="1600" dirty="0">
                <a:solidFill>
                  <a:srgbClr val="EAECF0"/>
                </a:solidFill>
                <a:ea typeface="+mn-lt"/>
                <a:cs typeface="+mn-lt"/>
              </a:rPr>
              <a:t> </a:t>
            </a:r>
            <a:r>
              <a:rPr lang="de-DE" sz="1600" i="1" dirty="0">
                <a:solidFill>
                  <a:srgbClr val="EAECF0"/>
                </a:solidFill>
                <a:ea typeface="+mn-lt"/>
                <a:cs typeface="+mn-lt"/>
              </a:rPr>
              <a:t>Se Lord and </a:t>
            </a:r>
            <a:r>
              <a:rPr lang="de-DE" sz="1600" i="1" err="1">
                <a:solidFill>
                  <a:srgbClr val="EAECF0"/>
                </a:solidFill>
                <a:ea typeface="+mn-lt"/>
                <a:cs typeface="+mn-lt"/>
              </a:rPr>
              <a:t>behold</a:t>
            </a:r>
            <a:r>
              <a:rPr lang="de-DE" sz="1600" dirty="0">
                <a:solidFill>
                  <a:srgbClr val="EAECF0"/>
                </a:solidFill>
                <a:ea typeface="+mn-lt"/>
                <a:cs typeface="+mn-lt"/>
              </a:rPr>
              <a:t> </a:t>
            </a:r>
            <a:r>
              <a:rPr lang="de-DE" sz="1600" err="1">
                <a:solidFill>
                  <a:srgbClr val="EAECF0"/>
                </a:solidFill>
                <a:ea typeface="+mn-lt"/>
                <a:cs typeface="+mn-lt"/>
              </a:rPr>
              <a:t>for</a:t>
            </a:r>
            <a:r>
              <a:rPr lang="de-DE" sz="1600" dirty="0">
                <a:solidFill>
                  <a:srgbClr val="EAECF0"/>
                </a:solidFill>
                <a:ea typeface="+mn-lt"/>
                <a:cs typeface="+mn-lt"/>
              </a:rPr>
              <a:t> </a:t>
            </a:r>
            <a:r>
              <a:rPr lang="de-DE" sz="1600" err="1">
                <a:solidFill>
                  <a:srgbClr val="EAECF0"/>
                </a:solidFill>
                <a:ea typeface="+mn-lt"/>
                <a:cs typeface="+mn-lt"/>
              </a:rPr>
              <a:t>their</a:t>
            </a:r>
            <a:r>
              <a:rPr lang="de-DE" sz="1600" dirty="0">
                <a:solidFill>
                  <a:srgbClr val="EAECF0"/>
                </a:solidFill>
                <a:ea typeface="+mn-lt"/>
                <a:cs typeface="+mn-lt"/>
              </a:rPr>
              <a:t> 2017 </a:t>
            </a:r>
            <a:r>
              <a:rPr lang="de-DE" sz="1600" err="1">
                <a:solidFill>
                  <a:srgbClr val="EAECF0"/>
                </a:solidFill>
                <a:ea typeface="+mn-lt"/>
                <a:cs typeface="+mn-lt"/>
              </a:rPr>
              <a:t>album</a:t>
            </a:r>
            <a:r>
              <a:rPr lang="de-DE" sz="1600" dirty="0">
                <a:solidFill>
                  <a:srgbClr val="EAECF0"/>
                </a:solidFill>
                <a:ea typeface="+mn-lt"/>
                <a:cs typeface="+mn-lt"/>
              </a:rPr>
              <a:t> Queen Katherine Parr and Songs </a:t>
            </a:r>
            <a:r>
              <a:rPr lang="de-DE" sz="1600" err="1">
                <a:solidFill>
                  <a:srgbClr val="EAECF0"/>
                </a:solidFill>
                <a:ea typeface="+mn-lt"/>
                <a:cs typeface="+mn-lt"/>
              </a:rPr>
              <a:t>of</a:t>
            </a:r>
            <a:r>
              <a:rPr lang="de-DE" sz="1600" dirty="0">
                <a:solidFill>
                  <a:srgbClr val="EAECF0"/>
                </a:solidFill>
                <a:ea typeface="+mn-lt"/>
                <a:cs typeface="+mn-lt"/>
              </a:rPr>
              <a:t> Reformation </a:t>
            </a:r>
            <a:r>
              <a:rPr lang="de-DE" sz="1600" err="1">
                <a:solidFill>
                  <a:srgbClr val="EAECF0"/>
                </a:solidFill>
                <a:ea typeface="+mn-lt"/>
                <a:cs typeface="+mn-lt"/>
              </a:rPr>
              <a:t>under</a:t>
            </a:r>
            <a:r>
              <a:rPr lang="de-DE" sz="1600" dirty="0">
                <a:solidFill>
                  <a:srgbClr val="EAECF0"/>
                </a:solidFill>
                <a:ea typeface="+mn-lt"/>
                <a:cs typeface="+mn-lt"/>
              </a:rPr>
              <a:t> </a:t>
            </a:r>
            <a:r>
              <a:rPr lang="de-DE" sz="1600" err="1">
                <a:solidFill>
                  <a:srgbClr val="EAECF0"/>
                </a:solidFill>
                <a:ea typeface="+mn-lt"/>
                <a:cs typeface="+mn-lt"/>
              </a:rPr>
              <a:t>the</a:t>
            </a:r>
            <a:r>
              <a:rPr lang="de-DE" sz="1600" dirty="0">
                <a:solidFill>
                  <a:srgbClr val="EAECF0"/>
                </a:solidFill>
                <a:ea typeface="+mn-lt"/>
                <a:cs typeface="+mn-lt"/>
              </a:rPr>
              <a:t> </a:t>
            </a:r>
            <a:r>
              <a:rPr lang="de-DE" sz="1600" err="1">
                <a:solidFill>
                  <a:srgbClr val="EAECF0"/>
                </a:solidFill>
                <a:ea typeface="+mn-lt"/>
                <a:cs typeface="+mn-lt"/>
              </a:rPr>
              <a:t>label</a:t>
            </a:r>
            <a:r>
              <a:rPr lang="de-DE" sz="1600" dirty="0">
                <a:solidFill>
                  <a:srgbClr val="EAECF0"/>
                </a:solidFill>
                <a:ea typeface="+mn-lt"/>
                <a:cs typeface="+mn-lt"/>
              </a:rPr>
              <a:t> Obsidian.</a:t>
            </a:r>
            <a:r>
              <a:rPr lang="de-DE" sz="1100" baseline="30000" dirty="0">
                <a:solidFill>
                  <a:srgbClr val="88A3E8"/>
                </a:solidFill>
                <a:ea typeface="+mn-lt"/>
                <a:cs typeface="+mn-lt"/>
                <a:hlinkClick r:id="rId15"/>
              </a:rPr>
              <a:t>[54]</a:t>
            </a:r>
            <a:endParaRPr lang="de-DE" sz="1100"/>
          </a:p>
          <a:p>
            <a:endParaRPr lang="de-DE" dirty="0"/>
          </a:p>
        </p:txBody>
      </p:sp>
    </p:spTree>
    <p:extLst>
      <p:ext uri="{BB962C8B-B14F-4D97-AF65-F5344CB8AC3E}">
        <p14:creationId xmlns:p14="http://schemas.microsoft.com/office/powerpoint/2010/main" val="5491278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ABD6E0-BF10-184B-50A7-3626B14258FA}"/>
              </a:ext>
            </a:extLst>
          </p:cNvPr>
          <p:cNvSpPr>
            <a:spLocks noGrp="1"/>
          </p:cNvSpPr>
          <p:nvPr>
            <p:ph type="title"/>
          </p:nvPr>
        </p:nvSpPr>
        <p:spPr/>
        <p:txBody>
          <a:bodyPr>
            <a:normAutofit/>
          </a:bodyPr>
          <a:lstStyle/>
          <a:p>
            <a:r>
              <a:rPr lang="de-DE" dirty="0" err="1">
                <a:ea typeface="+mj-lt"/>
                <a:cs typeface="+mj-lt"/>
              </a:rPr>
              <a:t>Appearance</a:t>
            </a:r>
          </a:p>
        </p:txBody>
      </p:sp>
      <p:sp>
        <p:nvSpPr>
          <p:cNvPr id="3" name="Inhaltsplatzhalter 2">
            <a:extLst>
              <a:ext uri="{FF2B5EF4-FFF2-40B4-BE49-F238E27FC236}">
                <a16:creationId xmlns:a16="http://schemas.microsoft.com/office/drawing/2014/main" id="{D77D5A08-8FCE-6FCB-5114-7C56EBA8CA0E}"/>
              </a:ext>
            </a:extLst>
          </p:cNvPr>
          <p:cNvSpPr>
            <a:spLocks noGrp="1"/>
          </p:cNvSpPr>
          <p:nvPr>
            <p:ph idx="1"/>
          </p:nvPr>
        </p:nvSpPr>
        <p:spPr/>
        <p:txBody>
          <a:bodyPr vert="horz" lIns="91440" tIns="45720" rIns="91440" bIns="45720" rtlCol="0" anchor="t">
            <a:normAutofit/>
          </a:bodyPr>
          <a:lstStyle/>
          <a:p>
            <a:r>
              <a:rPr lang="de-DE" dirty="0" err="1">
                <a:ea typeface="+mn-lt"/>
                <a:cs typeface="+mn-lt"/>
              </a:rPr>
              <a:t>No</a:t>
            </a:r>
            <a:r>
              <a:rPr lang="de-DE" dirty="0">
                <a:ea typeface="+mn-lt"/>
                <a:cs typeface="+mn-lt"/>
              </a:rPr>
              <a:t> </a:t>
            </a:r>
            <a:r>
              <a:rPr lang="de-DE" dirty="0" err="1">
                <a:ea typeface="+mn-lt"/>
                <a:cs typeface="+mn-lt"/>
              </a:rPr>
              <a:t>contemporaneous</a:t>
            </a:r>
            <a:r>
              <a:rPr lang="de-DE" dirty="0">
                <a:ea typeface="+mn-lt"/>
                <a:cs typeface="+mn-lt"/>
              </a:rPr>
              <a:t> </a:t>
            </a:r>
            <a:r>
              <a:rPr lang="de-DE" dirty="0" err="1">
                <a:ea typeface="+mn-lt"/>
                <a:cs typeface="+mn-lt"/>
              </a:rPr>
              <a:t>portrait</a:t>
            </a:r>
            <a:r>
              <a:rPr lang="de-DE" dirty="0">
                <a:ea typeface="+mn-lt"/>
                <a:cs typeface="+mn-lt"/>
              </a:rPr>
              <a:t> </a:t>
            </a:r>
            <a:r>
              <a:rPr lang="de-DE" dirty="0" err="1">
                <a:ea typeface="+mn-lt"/>
                <a:cs typeface="+mn-lt"/>
              </a:rPr>
              <a:t>of</a:t>
            </a:r>
            <a:r>
              <a:rPr lang="de-DE" dirty="0">
                <a:ea typeface="+mn-lt"/>
                <a:cs typeface="+mn-lt"/>
              </a:rPr>
              <a:t> Tallis </a:t>
            </a:r>
            <a:r>
              <a:rPr lang="de-DE" dirty="0" err="1">
                <a:ea typeface="+mn-lt"/>
                <a:cs typeface="+mn-lt"/>
              </a:rPr>
              <a:t>survives</a:t>
            </a:r>
            <a:r>
              <a:rPr lang="de-DE" dirty="0">
                <a:ea typeface="+mn-lt"/>
                <a:cs typeface="+mn-lt"/>
              </a:rPr>
              <a:t>; </a:t>
            </a:r>
            <a:r>
              <a:rPr lang="de-DE" dirty="0" err="1">
                <a:ea typeface="+mn-lt"/>
                <a:cs typeface="+mn-lt"/>
              </a:rPr>
              <a:t>the</a:t>
            </a:r>
            <a:r>
              <a:rPr lang="de-DE" dirty="0">
                <a:ea typeface="+mn-lt"/>
                <a:cs typeface="+mn-lt"/>
              </a:rPr>
              <a:t> </a:t>
            </a:r>
            <a:r>
              <a:rPr lang="de-DE" dirty="0" err="1">
                <a:ea typeface="+mn-lt"/>
                <a:cs typeface="+mn-lt"/>
              </a:rPr>
              <a:t>one</a:t>
            </a:r>
            <a:r>
              <a:rPr lang="de-DE" dirty="0">
                <a:ea typeface="+mn-lt"/>
                <a:cs typeface="+mn-lt"/>
              </a:rPr>
              <a:t> </a:t>
            </a:r>
            <a:r>
              <a:rPr lang="de-DE" dirty="0" err="1">
                <a:ea typeface="+mn-lt"/>
                <a:cs typeface="+mn-lt"/>
              </a:rPr>
              <a:t>painted</a:t>
            </a:r>
            <a:r>
              <a:rPr lang="de-DE" dirty="0">
                <a:ea typeface="+mn-lt"/>
                <a:cs typeface="+mn-lt"/>
              </a:rPr>
              <a:t> </a:t>
            </a:r>
            <a:r>
              <a:rPr lang="de-DE" dirty="0" err="1">
                <a:ea typeface="+mn-lt"/>
                <a:cs typeface="+mn-lt"/>
              </a:rPr>
              <a:t>by</a:t>
            </a:r>
            <a:r>
              <a:rPr lang="de-DE" dirty="0">
                <a:ea typeface="+mn-lt"/>
                <a:cs typeface="+mn-lt"/>
              </a:rPr>
              <a:t> </a:t>
            </a:r>
            <a:r>
              <a:rPr lang="de-DE" dirty="0">
                <a:ea typeface="+mn-lt"/>
                <a:cs typeface="+mn-lt"/>
                <a:hlinkClick r:id="rId2"/>
              </a:rPr>
              <a:t>Gerard Vandergucht</a:t>
            </a:r>
            <a:r>
              <a:rPr lang="de-DE" dirty="0">
                <a:ea typeface="+mn-lt"/>
                <a:cs typeface="+mn-lt"/>
              </a:rPr>
              <a:t> </a:t>
            </a:r>
            <a:r>
              <a:rPr lang="de-DE" dirty="0" err="1">
                <a:ea typeface="+mn-lt"/>
                <a:cs typeface="+mn-lt"/>
              </a:rPr>
              <a:t>dates</a:t>
            </a:r>
            <a:r>
              <a:rPr lang="de-DE" dirty="0">
                <a:ea typeface="+mn-lt"/>
                <a:cs typeface="+mn-lt"/>
              </a:rPr>
              <a:t> </a:t>
            </a:r>
            <a:r>
              <a:rPr lang="de-DE" dirty="0" err="1">
                <a:ea typeface="+mn-lt"/>
                <a:cs typeface="+mn-lt"/>
              </a:rPr>
              <a:t>from</a:t>
            </a:r>
            <a:r>
              <a:rPr lang="de-DE" dirty="0">
                <a:ea typeface="+mn-lt"/>
                <a:cs typeface="+mn-lt"/>
              </a:rPr>
              <a:t> 150 </a:t>
            </a:r>
            <a:r>
              <a:rPr lang="de-DE" dirty="0" err="1">
                <a:ea typeface="+mn-lt"/>
                <a:cs typeface="+mn-lt"/>
              </a:rPr>
              <a:t>years</a:t>
            </a:r>
            <a:r>
              <a:rPr lang="de-DE" dirty="0">
                <a:ea typeface="+mn-lt"/>
                <a:cs typeface="+mn-lt"/>
              </a:rPr>
              <a:t> </a:t>
            </a:r>
            <a:r>
              <a:rPr lang="de-DE" dirty="0" err="1">
                <a:ea typeface="+mn-lt"/>
                <a:cs typeface="+mn-lt"/>
              </a:rPr>
              <a:t>after</a:t>
            </a:r>
            <a:r>
              <a:rPr lang="de-DE" dirty="0">
                <a:ea typeface="+mn-lt"/>
                <a:cs typeface="+mn-lt"/>
              </a:rPr>
              <a:t> </a:t>
            </a:r>
            <a:r>
              <a:rPr lang="de-DE" dirty="0" err="1">
                <a:ea typeface="+mn-lt"/>
                <a:cs typeface="+mn-lt"/>
              </a:rPr>
              <a:t>the</a:t>
            </a:r>
            <a:r>
              <a:rPr lang="de-DE" dirty="0">
                <a:ea typeface="+mn-lt"/>
                <a:cs typeface="+mn-lt"/>
              </a:rPr>
              <a:t> </a:t>
            </a:r>
            <a:r>
              <a:rPr lang="de-DE" dirty="0" err="1">
                <a:ea typeface="+mn-lt"/>
                <a:cs typeface="+mn-lt"/>
              </a:rPr>
              <a:t>composer's</a:t>
            </a:r>
            <a:r>
              <a:rPr lang="de-DE" dirty="0">
                <a:ea typeface="+mn-lt"/>
                <a:cs typeface="+mn-lt"/>
              </a:rPr>
              <a:t> </a:t>
            </a:r>
            <a:r>
              <a:rPr lang="de-DE" dirty="0" err="1">
                <a:ea typeface="+mn-lt"/>
                <a:cs typeface="+mn-lt"/>
              </a:rPr>
              <a:t>death</a:t>
            </a:r>
            <a:r>
              <a:rPr lang="de-DE" dirty="0">
                <a:ea typeface="+mn-lt"/>
                <a:cs typeface="+mn-lt"/>
              </a:rPr>
              <a:t>, and </a:t>
            </a:r>
            <a:r>
              <a:rPr lang="de-DE" dirty="0" err="1">
                <a:ea typeface="+mn-lt"/>
                <a:cs typeface="+mn-lt"/>
              </a:rPr>
              <a:t>there</a:t>
            </a:r>
            <a:r>
              <a:rPr lang="de-DE" dirty="0">
                <a:ea typeface="+mn-lt"/>
                <a:cs typeface="+mn-lt"/>
              </a:rPr>
              <a:t> </a:t>
            </a:r>
            <a:r>
              <a:rPr lang="de-DE" dirty="0" err="1">
                <a:ea typeface="+mn-lt"/>
                <a:cs typeface="+mn-lt"/>
              </a:rPr>
              <a:t>is</a:t>
            </a:r>
            <a:r>
              <a:rPr lang="de-DE" dirty="0">
                <a:ea typeface="+mn-lt"/>
                <a:cs typeface="+mn-lt"/>
              </a:rPr>
              <a:t> </a:t>
            </a:r>
            <a:r>
              <a:rPr lang="de-DE" dirty="0" err="1">
                <a:ea typeface="+mn-lt"/>
                <a:cs typeface="+mn-lt"/>
              </a:rPr>
              <a:t>no</a:t>
            </a:r>
            <a:r>
              <a:rPr lang="de-DE" dirty="0">
                <a:ea typeface="+mn-lt"/>
                <a:cs typeface="+mn-lt"/>
              </a:rPr>
              <a:t> </a:t>
            </a:r>
            <a:r>
              <a:rPr lang="de-DE" dirty="0" err="1">
                <a:ea typeface="+mn-lt"/>
                <a:cs typeface="+mn-lt"/>
              </a:rPr>
              <a:t>reason</a:t>
            </a:r>
            <a:r>
              <a:rPr lang="de-DE" dirty="0">
                <a:ea typeface="+mn-lt"/>
                <a:cs typeface="+mn-lt"/>
              </a:rPr>
              <a:t> </a:t>
            </a:r>
            <a:r>
              <a:rPr lang="de-DE" dirty="0" err="1">
                <a:ea typeface="+mn-lt"/>
                <a:cs typeface="+mn-lt"/>
              </a:rPr>
              <a:t>to</a:t>
            </a:r>
            <a:r>
              <a:rPr lang="de-DE" dirty="0">
                <a:ea typeface="+mn-lt"/>
                <a:cs typeface="+mn-lt"/>
              </a:rPr>
              <a:t> </a:t>
            </a:r>
            <a:r>
              <a:rPr lang="de-DE" dirty="0" err="1">
                <a:ea typeface="+mn-lt"/>
                <a:cs typeface="+mn-lt"/>
              </a:rPr>
              <a:t>suppose</a:t>
            </a:r>
            <a:r>
              <a:rPr lang="de-DE" dirty="0">
                <a:ea typeface="+mn-lt"/>
                <a:cs typeface="+mn-lt"/>
              </a:rPr>
              <a:t> </a:t>
            </a:r>
            <a:r>
              <a:rPr lang="de-DE" dirty="0" err="1">
                <a:ea typeface="+mn-lt"/>
                <a:cs typeface="+mn-lt"/>
              </a:rPr>
              <a:t>that</a:t>
            </a:r>
            <a:r>
              <a:rPr lang="de-DE" dirty="0">
                <a:ea typeface="+mn-lt"/>
                <a:cs typeface="+mn-lt"/>
              </a:rPr>
              <a:t> </a:t>
            </a:r>
            <a:r>
              <a:rPr lang="de-DE" dirty="0" err="1">
                <a:ea typeface="+mn-lt"/>
                <a:cs typeface="+mn-lt"/>
              </a:rPr>
              <a:t>it</a:t>
            </a:r>
            <a:r>
              <a:rPr lang="de-DE" dirty="0">
                <a:ea typeface="+mn-lt"/>
                <a:cs typeface="+mn-lt"/>
              </a:rPr>
              <a:t> </a:t>
            </a:r>
            <a:r>
              <a:rPr lang="de-DE" dirty="0" err="1">
                <a:ea typeface="+mn-lt"/>
                <a:cs typeface="+mn-lt"/>
              </a:rPr>
              <a:t>is</a:t>
            </a:r>
            <a:r>
              <a:rPr lang="de-DE" dirty="0">
                <a:ea typeface="+mn-lt"/>
                <a:cs typeface="+mn-lt"/>
              </a:rPr>
              <a:t> a fair </a:t>
            </a:r>
            <a:r>
              <a:rPr lang="de-DE" dirty="0" err="1">
                <a:ea typeface="+mn-lt"/>
                <a:cs typeface="+mn-lt"/>
              </a:rPr>
              <a:t>likeness</a:t>
            </a:r>
            <a:r>
              <a:rPr lang="de-DE" dirty="0">
                <a:ea typeface="+mn-lt"/>
                <a:cs typeface="+mn-lt"/>
              </a:rPr>
              <a:t>. In a rare </a:t>
            </a:r>
            <a:r>
              <a:rPr lang="de-DE" dirty="0" err="1">
                <a:ea typeface="+mn-lt"/>
                <a:cs typeface="+mn-lt"/>
              </a:rPr>
              <a:t>existing</a:t>
            </a:r>
            <a:r>
              <a:rPr lang="de-DE" dirty="0">
                <a:ea typeface="+mn-lt"/>
                <a:cs typeface="+mn-lt"/>
              </a:rPr>
              <a:t> </a:t>
            </a:r>
            <a:r>
              <a:rPr lang="de-DE" dirty="0" err="1">
                <a:ea typeface="+mn-lt"/>
                <a:cs typeface="+mn-lt"/>
              </a:rPr>
              <a:t>copy</a:t>
            </a:r>
            <a:r>
              <a:rPr lang="de-DE" dirty="0">
                <a:ea typeface="+mn-lt"/>
                <a:cs typeface="+mn-lt"/>
              </a:rPr>
              <a:t> </a:t>
            </a:r>
            <a:r>
              <a:rPr lang="de-DE" dirty="0" err="1">
                <a:ea typeface="+mn-lt"/>
                <a:cs typeface="+mn-lt"/>
              </a:rPr>
              <a:t>of</a:t>
            </a:r>
            <a:r>
              <a:rPr lang="de-DE" dirty="0">
                <a:ea typeface="+mn-lt"/>
                <a:cs typeface="+mn-lt"/>
              </a:rPr>
              <a:t> </a:t>
            </a:r>
            <a:r>
              <a:rPr lang="de-DE" dirty="0" err="1">
                <a:ea typeface="+mn-lt"/>
                <a:cs typeface="+mn-lt"/>
              </a:rPr>
              <a:t>his</a:t>
            </a:r>
            <a:r>
              <a:rPr lang="de-DE" dirty="0">
                <a:ea typeface="+mn-lt"/>
                <a:cs typeface="+mn-lt"/>
              </a:rPr>
              <a:t> </a:t>
            </a:r>
            <a:r>
              <a:rPr lang="de-DE" dirty="0">
                <a:ea typeface="+mn-lt"/>
                <a:cs typeface="+mn-lt"/>
                <a:hlinkClick r:id="rId3"/>
              </a:rPr>
              <a:t>blackletter</a:t>
            </a:r>
            <a:r>
              <a:rPr lang="de-DE" dirty="0">
                <a:ea typeface="+mn-lt"/>
                <a:cs typeface="+mn-lt"/>
              </a:rPr>
              <a:t> </a:t>
            </a:r>
            <a:r>
              <a:rPr lang="de-DE" dirty="0" err="1">
                <a:ea typeface="+mn-lt"/>
                <a:cs typeface="+mn-lt"/>
              </a:rPr>
              <a:t>signature</a:t>
            </a:r>
            <a:r>
              <a:rPr lang="de-DE" dirty="0">
                <a:ea typeface="+mn-lt"/>
                <a:cs typeface="+mn-lt"/>
              </a:rPr>
              <a:t>, he </a:t>
            </a:r>
            <a:r>
              <a:rPr lang="de-DE" dirty="0" err="1">
                <a:ea typeface="+mn-lt"/>
                <a:cs typeface="+mn-lt"/>
              </a:rPr>
              <a:t>spelled</a:t>
            </a:r>
            <a:r>
              <a:rPr lang="de-DE" dirty="0">
                <a:ea typeface="+mn-lt"/>
                <a:cs typeface="+mn-lt"/>
              </a:rPr>
              <a:t> </a:t>
            </a:r>
            <a:r>
              <a:rPr lang="de-DE" dirty="0" err="1">
                <a:ea typeface="+mn-lt"/>
                <a:cs typeface="+mn-lt"/>
              </a:rPr>
              <a:t>his</a:t>
            </a:r>
            <a:r>
              <a:rPr lang="de-DE" dirty="0">
                <a:ea typeface="+mn-lt"/>
                <a:cs typeface="+mn-lt"/>
              </a:rPr>
              <a:t> </a:t>
            </a:r>
            <a:r>
              <a:rPr lang="de-DE" dirty="0" err="1">
                <a:ea typeface="+mn-lt"/>
                <a:cs typeface="+mn-lt"/>
              </a:rPr>
              <a:t>name</a:t>
            </a:r>
            <a:r>
              <a:rPr lang="de-DE" dirty="0">
                <a:ea typeface="+mn-lt"/>
                <a:cs typeface="+mn-lt"/>
              </a:rPr>
              <a:t> "</a:t>
            </a:r>
            <a:r>
              <a:rPr lang="de-DE" dirty="0" err="1">
                <a:ea typeface="+mn-lt"/>
                <a:cs typeface="+mn-lt"/>
              </a:rPr>
              <a:t>Tallys</a:t>
            </a:r>
            <a:r>
              <a:rPr lang="de-DE" dirty="0">
                <a:ea typeface="+mn-lt"/>
                <a:cs typeface="+mn-lt"/>
              </a:rPr>
              <a:t>".</a:t>
            </a:r>
            <a:r>
              <a:rPr lang="de-DE" baseline="30000" dirty="0">
                <a:ea typeface="+mn-lt"/>
                <a:cs typeface="+mn-lt"/>
                <a:hlinkClick r:id="rId4"/>
              </a:rPr>
              <a:t>[101]</a:t>
            </a:r>
            <a:endParaRPr lang="de-DE">
              <a:ea typeface="+mn-lt"/>
              <a:cs typeface="+mn-lt"/>
            </a:endParaRPr>
          </a:p>
        </p:txBody>
      </p:sp>
    </p:spTree>
    <p:extLst>
      <p:ext uri="{BB962C8B-B14F-4D97-AF65-F5344CB8AC3E}">
        <p14:creationId xmlns:p14="http://schemas.microsoft.com/office/powerpoint/2010/main" val="27851032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89E5F8-6B95-DB7E-19AF-7631B1B6E8DB}"/>
              </a:ext>
            </a:extLst>
          </p:cNvPr>
          <p:cNvSpPr>
            <a:spLocks noGrp="1"/>
          </p:cNvSpPr>
          <p:nvPr>
            <p:ph type="title"/>
          </p:nvPr>
        </p:nvSpPr>
        <p:spPr/>
        <p:txBody>
          <a:bodyPr/>
          <a:lstStyle/>
          <a:p>
            <a:r>
              <a:rPr lang="de-DE" sz="4000" dirty="0">
                <a:solidFill>
                  <a:srgbClr val="F8F9FA"/>
                </a:solidFill>
                <a:ea typeface="+mj-lt"/>
                <a:cs typeface="+mj-lt"/>
              </a:rPr>
              <a:t>In </a:t>
            </a:r>
            <a:r>
              <a:rPr lang="de-DE" sz="4000" dirty="0" err="1">
                <a:solidFill>
                  <a:srgbClr val="F8F9FA"/>
                </a:solidFill>
                <a:ea typeface="+mj-lt"/>
                <a:cs typeface="+mj-lt"/>
              </a:rPr>
              <a:t>popular</a:t>
            </a:r>
            <a:r>
              <a:rPr lang="de-DE" sz="4000" dirty="0">
                <a:solidFill>
                  <a:srgbClr val="F8F9FA"/>
                </a:solidFill>
                <a:ea typeface="+mj-lt"/>
                <a:cs typeface="+mj-lt"/>
              </a:rPr>
              <a:t> </a:t>
            </a:r>
            <a:r>
              <a:rPr lang="de-DE" sz="4000" dirty="0" err="1">
                <a:solidFill>
                  <a:srgbClr val="F8F9FA"/>
                </a:solidFill>
                <a:ea typeface="+mj-lt"/>
                <a:cs typeface="+mj-lt"/>
              </a:rPr>
              <a:t>culture</a:t>
            </a:r>
            <a:endParaRPr lang="de-DE" sz="4000"/>
          </a:p>
        </p:txBody>
      </p:sp>
      <p:sp>
        <p:nvSpPr>
          <p:cNvPr id="3" name="Inhaltsplatzhalter 2">
            <a:extLst>
              <a:ext uri="{FF2B5EF4-FFF2-40B4-BE49-F238E27FC236}">
                <a16:creationId xmlns:a16="http://schemas.microsoft.com/office/drawing/2014/main" id="{2ED0CF1A-1391-B10B-8F2E-E4DBF77BFB4F}"/>
              </a:ext>
            </a:extLst>
          </p:cNvPr>
          <p:cNvSpPr>
            <a:spLocks noGrp="1"/>
          </p:cNvSpPr>
          <p:nvPr>
            <p:ph idx="1"/>
          </p:nvPr>
        </p:nvSpPr>
        <p:spPr/>
        <p:txBody>
          <a:bodyPr vert="horz" lIns="91440" tIns="45720" rIns="91440" bIns="45720" rtlCol="0" anchor="t">
            <a:normAutofit fontScale="85000" lnSpcReduction="20000"/>
          </a:bodyPr>
          <a:lstStyle/>
          <a:p>
            <a:r>
              <a:rPr lang="de-DE" dirty="0">
                <a:ea typeface="+mn-lt"/>
                <a:cs typeface="+mn-lt"/>
              </a:rPr>
              <a:t>A </a:t>
            </a:r>
            <a:r>
              <a:rPr lang="de-DE" dirty="0" err="1">
                <a:ea typeface="+mn-lt"/>
                <a:cs typeface="+mn-lt"/>
              </a:rPr>
              <a:t>fictionalised</a:t>
            </a:r>
            <a:r>
              <a:rPr lang="de-DE" dirty="0">
                <a:ea typeface="+mn-lt"/>
                <a:cs typeface="+mn-lt"/>
              </a:rPr>
              <a:t> </a:t>
            </a:r>
            <a:r>
              <a:rPr lang="de-DE" dirty="0" err="1">
                <a:ea typeface="+mn-lt"/>
                <a:cs typeface="+mn-lt"/>
              </a:rPr>
              <a:t>version</a:t>
            </a:r>
            <a:r>
              <a:rPr lang="de-DE" dirty="0">
                <a:ea typeface="+mn-lt"/>
                <a:cs typeface="+mn-lt"/>
              </a:rPr>
              <a:t> </a:t>
            </a:r>
            <a:r>
              <a:rPr lang="de-DE" dirty="0" err="1">
                <a:ea typeface="+mn-lt"/>
                <a:cs typeface="+mn-lt"/>
              </a:rPr>
              <a:t>of</a:t>
            </a:r>
            <a:r>
              <a:rPr lang="de-DE" dirty="0">
                <a:ea typeface="+mn-lt"/>
                <a:cs typeface="+mn-lt"/>
              </a:rPr>
              <a:t> </a:t>
            </a:r>
            <a:r>
              <a:rPr lang="de-DE" dirty="0">
                <a:ea typeface="+mn-lt"/>
                <a:cs typeface="+mn-lt"/>
                <a:hlinkClick r:id="rId2"/>
              </a:rPr>
              <a:t>Thomas Tallis</a:t>
            </a:r>
            <a:r>
              <a:rPr lang="de-DE" dirty="0">
                <a:ea typeface="+mn-lt"/>
                <a:cs typeface="+mn-lt"/>
              </a:rPr>
              <a:t> was </a:t>
            </a:r>
            <a:r>
              <a:rPr lang="de-DE" dirty="0" err="1">
                <a:ea typeface="+mn-lt"/>
                <a:cs typeface="+mn-lt"/>
              </a:rPr>
              <a:t>portrayed</a:t>
            </a:r>
            <a:r>
              <a:rPr lang="de-DE" dirty="0">
                <a:ea typeface="+mn-lt"/>
                <a:cs typeface="+mn-lt"/>
              </a:rPr>
              <a:t> </a:t>
            </a:r>
            <a:r>
              <a:rPr lang="de-DE" dirty="0" err="1">
                <a:ea typeface="+mn-lt"/>
                <a:cs typeface="+mn-lt"/>
              </a:rPr>
              <a:t>by</a:t>
            </a:r>
            <a:r>
              <a:rPr lang="de-DE" dirty="0">
                <a:ea typeface="+mn-lt"/>
                <a:cs typeface="+mn-lt"/>
              </a:rPr>
              <a:t> </a:t>
            </a:r>
            <a:r>
              <a:rPr lang="de-DE" dirty="0">
                <a:ea typeface="+mn-lt"/>
                <a:cs typeface="+mn-lt"/>
                <a:hlinkClick r:id="rId3"/>
              </a:rPr>
              <a:t>Joe Van Moyland</a:t>
            </a:r>
            <a:r>
              <a:rPr lang="de-DE" dirty="0">
                <a:ea typeface="+mn-lt"/>
                <a:cs typeface="+mn-lt"/>
              </a:rPr>
              <a:t> in </a:t>
            </a:r>
            <a:r>
              <a:rPr lang="de-DE" dirty="0" err="1">
                <a:ea typeface="+mn-lt"/>
                <a:cs typeface="+mn-lt"/>
              </a:rPr>
              <a:t>the</a:t>
            </a:r>
            <a:r>
              <a:rPr lang="de-DE" dirty="0">
                <a:ea typeface="+mn-lt"/>
                <a:cs typeface="+mn-lt"/>
              </a:rPr>
              <a:t> 2007 </a:t>
            </a:r>
            <a:r>
              <a:rPr lang="de-DE" dirty="0">
                <a:ea typeface="+mn-lt"/>
                <a:cs typeface="+mn-lt"/>
                <a:hlinkClick r:id="rId4"/>
              </a:rPr>
              <a:t>Showtime</a:t>
            </a:r>
            <a:r>
              <a:rPr lang="de-DE" dirty="0">
                <a:ea typeface="+mn-lt"/>
                <a:cs typeface="+mn-lt"/>
              </a:rPr>
              <a:t> </a:t>
            </a:r>
            <a:r>
              <a:rPr lang="de-DE" dirty="0" err="1">
                <a:ea typeface="+mn-lt"/>
                <a:cs typeface="+mn-lt"/>
              </a:rPr>
              <a:t>television</a:t>
            </a:r>
            <a:r>
              <a:rPr lang="de-DE" dirty="0">
                <a:ea typeface="+mn-lt"/>
                <a:cs typeface="+mn-lt"/>
              </a:rPr>
              <a:t> </a:t>
            </a:r>
            <a:r>
              <a:rPr lang="de-DE" dirty="0" err="1">
                <a:ea typeface="+mn-lt"/>
                <a:cs typeface="+mn-lt"/>
              </a:rPr>
              <a:t>series</a:t>
            </a:r>
            <a:r>
              <a:rPr lang="de-DE" dirty="0">
                <a:ea typeface="+mn-lt"/>
                <a:cs typeface="+mn-lt"/>
              </a:rPr>
              <a:t> </a:t>
            </a:r>
            <a:r>
              <a:rPr lang="de-DE" i="1" dirty="0">
                <a:ea typeface="+mn-lt"/>
                <a:cs typeface="+mn-lt"/>
                <a:hlinkClick r:id="rId5"/>
              </a:rPr>
              <a:t>The Tudors</a:t>
            </a:r>
            <a:r>
              <a:rPr lang="de-DE" dirty="0">
                <a:ea typeface="+mn-lt"/>
                <a:cs typeface="+mn-lt"/>
              </a:rPr>
              <a:t>.</a:t>
            </a:r>
            <a:r>
              <a:rPr lang="de-DE" baseline="30000" dirty="0">
                <a:ea typeface="+mn-lt"/>
                <a:cs typeface="+mn-lt"/>
                <a:hlinkClick r:id="rId6"/>
              </a:rPr>
              <a:t>[100]</a:t>
            </a:r>
            <a:r>
              <a:rPr lang="de-DE" dirty="0">
                <a:ea typeface="+mn-lt"/>
                <a:cs typeface="+mn-lt"/>
              </a:rPr>
              <a:t> In 2018, </a:t>
            </a:r>
            <a:r>
              <a:rPr lang="de-DE" i="1" dirty="0" err="1">
                <a:ea typeface="+mn-lt"/>
                <a:cs typeface="+mn-lt"/>
              </a:rPr>
              <a:t>If</a:t>
            </a:r>
            <a:r>
              <a:rPr lang="de-DE" i="1" dirty="0">
                <a:ea typeface="+mn-lt"/>
                <a:cs typeface="+mn-lt"/>
              </a:rPr>
              <a:t> </a:t>
            </a:r>
            <a:r>
              <a:rPr lang="de-DE" i="1" dirty="0" err="1">
                <a:ea typeface="+mn-lt"/>
                <a:cs typeface="+mn-lt"/>
              </a:rPr>
              <a:t>ye</a:t>
            </a:r>
            <a:r>
              <a:rPr lang="de-DE" i="1" dirty="0">
                <a:ea typeface="+mn-lt"/>
                <a:cs typeface="+mn-lt"/>
              </a:rPr>
              <a:t> </a:t>
            </a:r>
            <a:r>
              <a:rPr lang="de-DE" i="1" dirty="0" err="1">
                <a:ea typeface="+mn-lt"/>
                <a:cs typeface="+mn-lt"/>
              </a:rPr>
              <a:t>love</a:t>
            </a:r>
            <a:r>
              <a:rPr lang="de-DE" i="1" dirty="0">
                <a:ea typeface="+mn-lt"/>
                <a:cs typeface="+mn-lt"/>
              </a:rPr>
              <a:t> </a:t>
            </a:r>
            <a:r>
              <a:rPr lang="de-DE" i="1" dirty="0" err="1">
                <a:ea typeface="+mn-lt"/>
                <a:cs typeface="+mn-lt"/>
              </a:rPr>
              <a:t>me</a:t>
            </a:r>
            <a:r>
              <a:rPr lang="de-DE" dirty="0">
                <a:ea typeface="+mn-lt"/>
                <a:cs typeface="+mn-lt"/>
              </a:rPr>
              <a:t> was </a:t>
            </a:r>
            <a:r>
              <a:rPr lang="de-DE" dirty="0" err="1">
                <a:ea typeface="+mn-lt"/>
                <a:cs typeface="+mn-lt"/>
              </a:rPr>
              <a:t>sung</a:t>
            </a:r>
            <a:r>
              <a:rPr lang="de-DE" dirty="0">
                <a:ea typeface="+mn-lt"/>
                <a:cs typeface="+mn-lt"/>
              </a:rPr>
              <a:t> at </a:t>
            </a:r>
            <a:r>
              <a:rPr lang="de-DE" dirty="0" err="1">
                <a:ea typeface="+mn-lt"/>
                <a:cs typeface="+mn-lt"/>
              </a:rPr>
              <a:t>the</a:t>
            </a:r>
            <a:r>
              <a:rPr lang="de-DE" dirty="0">
                <a:ea typeface="+mn-lt"/>
                <a:cs typeface="+mn-lt"/>
              </a:rPr>
              <a:t> </a:t>
            </a:r>
            <a:r>
              <a:rPr lang="de-DE" dirty="0">
                <a:ea typeface="+mn-lt"/>
                <a:cs typeface="+mn-lt"/>
                <a:hlinkClick r:id="rId7"/>
              </a:rPr>
              <a:t>wedding</a:t>
            </a:r>
            <a:r>
              <a:rPr lang="de-DE" dirty="0">
                <a:ea typeface="+mn-lt"/>
                <a:cs typeface="+mn-lt"/>
              </a:rPr>
              <a:t> </a:t>
            </a:r>
            <a:r>
              <a:rPr lang="de-DE" dirty="0" err="1">
                <a:ea typeface="+mn-lt"/>
                <a:cs typeface="+mn-lt"/>
              </a:rPr>
              <a:t>of</a:t>
            </a:r>
            <a:r>
              <a:rPr lang="de-DE" dirty="0">
                <a:ea typeface="+mn-lt"/>
                <a:cs typeface="+mn-lt"/>
              </a:rPr>
              <a:t> </a:t>
            </a:r>
            <a:r>
              <a:rPr lang="de-DE" dirty="0">
                <a:ea typeface="+mn-lt"/>
                <a:cs typeface="+mn-lt"/>
                <a:hlinkClick r:id="rId8"/>
              </a:rPr>
              <a:t>Prince Harry</a:t>
            </a:r>
            <a:r>
              <a:rPr lang="de-DE" dirty="0">
                <a:ea typeface="+mn-lt"/>
                <a:cs typeface="+mn-lt"/>
              </a:rPr>
              <a:t> and </a:t>
            </a:r>
            <a:r>
              <a:rPr lang="de-DE" u="sng" dirty="0">
                <a:ea typeface="+mn-lt"/>
                <a:cs typeface="+mn-lt"/>
                <a:hlinkClick r:id="rId9"/>
              </a:rPr>
              <a:t>Meghan, Duchess of Sussex</a:t>
            </a:r>
            <a:r>
              <a:rPr lang="de-DE" dirty="0">
                <a:ea typeface="+mn-lt"/>
                <a:cs typeface="+mn-lt"/>
              </a:rPr>
              <a:t>.</a:t>
            </a:r>
            <a:r>
              <a:rPr lang="de-DE" baseline="30000" dirty="0">
                <a:ea typeface="+mn-lt"/>
                <a:cs typeface="+mn-lt"/>
                <a:hlinkClick r:id="rId10"/>
              </a:rPr>
              <a:t>[102]</a:t>
            </a:r>
            <a:endParaRPr lang="de-DE"/>
          </a:p>
          <a:p>
            <a:r>
              <a:rPr lang="de-DE" dirty="0">
                <a:ea typeface="+mn-lt"/>
                <a:cs typeface="+mn-lt"/>
              </a:rPr>
              <a:t>The </a:t>
            </a:r>
            <a:r>
              <a:rPr lang="de-DE" dirty="0">
                <a:ea typeface="+mn-lt"/>
                <a:cs typeface="+mn-lt"/>
                <a:hlinkClick r:id="rId11"/>
              </a:rPr>
              <a:t>Gloria</a:t>
            </a:r>
            <a:r>
              <a:rPr lang="de-DE" dirty="0">
                <a:ea typeface="+mn-lt"/>
                <a:cs typeface="+mn-lt"/>
              </a:rPr>
              <a:t> </a:t>
            </a:r>
            <a:r>
              <a:rPr lang="de-DE" dirty="0" err="1">
                <a:ea typeface="+mn-lt"/>
                <a:cs typeface="+mn-lt"/>
              </a:rPr>
              <a:t>of</a:t>
            </a:r>
            <a:r>
              <a:rPr lang="de-DE" dirty="0">
                <a:ea typeface="+mn-lt"/>
                <a:cs typeface="+mn-lt"/>
              </a:rPr>
              <a:t> </a:t>
            </a:r>
            <a:r>
              <a:rPr lang="de-DE" i="1" dirty="0">
                <a:ea typeface="+mn-lt"/>
                <a:cs typeface="+mn-lt"/>
              </a:rPr>
              <a:t>Missa Puer </a:t>
            </a:r>
            <a:r>
              <a:rPr lang="de-DE" i="1" dirty="0" err="1">
                <a:ea typeface="+mn-lt"/>
                <a:cs typeface="+mn-lt"/>
              </a:rPr>
              <a:t>natus</a:t>
            </a:r>
            <a:r>
              <a:rPr lang="de-DE" i="1" dirty="0">
                <a:ea typeface="+mn-lt"/>
                <a:cs typeface="+mn-lt"/>
              </a:rPr>
              <a:t> </a:t>
            </a:r>
            <a:r>
              <a:rPr lang="de-DE" i="1" dirty="0" err="1">
                <a:ea typeface="+mn-lt"/>
                <a:cs typeface="+mn-lt"/>
              </a:rPr>
              <a:t>est</a:t>
            </a:r>
            <a:r>
              <a:rPr lang="de-DE" i="1" dirty="0">
                <a:ea typeface="+mn-lt"/>
                <a:cs typeface="+mn-lt"/>
              </a:rPr>
              <a:t> nobis</a:t>
            </a:r>
            <a:r>
              <a:rPr lang="de-DE" dirty="0">
                <a:ea typeface="+mn-lt"/>
                <a:cs typeface="+mn-lt"/>
              </a:rPr>
              <a:t> was </a:t>
            </a:r>
            <a:r>
              <a:rPr lang="de-DE" dirty="0" err="1">
                <a:ea typeface="+mn-lt"/>
                <a:cs typeface="+mn-lt"/>
              </a:rPr>
              <a:t>rearranged</a:t>
            </a:r>
            <a:r>
              <a:rPr lang="de-DE" dirty="0">
                <a:ea typeface="+mn-lt"/>
                <a:cs typeface="+mn-lt"/>
              </a:rPr>
              <a:t> </a:t>
            </a:r>
            <a:r>
              <a:rPr lang="de-DE" dirty="0" err="1">
                <a:ea typeface="+mn-lt"/>
                <a:cs typeface="+mn-lt"/>
              </a:rPr>
              <a:t>by</a:t>
            </a:r>
            <a:r>
              <a:rPr lang="de-DE" dirty="0">
                <a:ea typeface="+mn-lt"/>
                <a:cs typeface="+mn-lt"/>
              </a:rPr>
              <a:t> Tangerine Dream and </a:t>
            </a:r>
            <a:r>
              <a:rPr lang="de-DE" dirty="0" err="1">
                <a:ea typeface="+mn-lt"/>
                <a:cs typeface="+mn-lt"/>
              </a:rPr>
              <a:t>used</a:t>
            </a:r>
            <a:r>
              <a:rPr lang="de-DE" dirty="0">
                <a:ea typeface="+mn-lt"/>
                <a:cs typeface="+mn-lt"/>
              </a:rPr>
              <a:t> in </a:t>
            </a:r>
            <a:r>
              <a:rPr lang="de-DE" dirty="0" err="1">
                <a:ea typeface="+mn-lt"/>
                <a:cs typeface="+mn-lt"/>
              </a:rPr>
              <a:t>their</a:t>
            </a:r>
            <a:r>
              <a:rPr lang="de-DE" dirty="0">
                <a:ea typeface="+mn-lt"/>
                <a:cs typeface="+mn-lt"/>
              </a:rPr>
              <a:t> </a:t>
            </a:r>
            <a:r>
              <a:rPr lang="de-DE" dirty="0" err="1">
                <a:ea typeface="+mn-lt"/>
                <a:cs typeface="+mn-lt"/>
              </a:rPr>
              <a:t>soundtrack</a:t>
            </a:r>
            <a:r>
              <a:rPr lang="de-DE" dirty="0">
                <a:ea typeface="+mn-lt"/>
                <a:cs typeface="+mn-lt"/>
              </a:rPr>
              <a:t> </a:t>
            </a:r>
            <a:r>
              <a:rPr lang="de-DE" dirty="0" err="1">
                <a:ea typeface="+mn-lt"/>
                <a:cs typeface="+mn-lt"/>
              </a:rPr>
              <a:t>for</a:t>
            </a:r>
            <a:r>
              <a:rPr lang="de-DE" dirty="0">
                <a:ea typeface="+mn-lt"/>
                <a:cs typeface="+mn-lt"/>
              </a:rPr>
              <a:t> </a:t>
            </a:r>
            <a:r>
              <a:rPr lang="de-DE" dirty="0">
                <a:ea typeface="+mn-lt"/>
                <a:cs typeface="+mn-lt"/>
                <a:hlinkClick r:id="rId12"/>
              </a:rPr>
              <a:t>The Keep</a:t>
            </a:r>
            <a:r>
              <a:rPr lang="de-DE" dirty="0">
                <a:ea typeface="+mn-lt"/>
                <a:cs typeface="+mn-lt"/>
              </a:rPr>
              <a:t>. </a:t>
            </a:r>
            <a:r>
              <a:rPr lang="de-DE" i="1" dirty="0" err="1">
                <a:ea typeface="+mn-lt"/>
                <a:cs typeface="+mn-lt"/>
              </a:rPr>
              <a:t>Spem</a:t>
            </a:r>
            <a:r>
              <a:rPr lang="de-DE" i="1" dirty="0">
                <a:ea typeface="+mn-lt"/>
                <a:cs typeface="+mn-lt"/>
              </a:rPr>
              <a:t> in </a:t>
            </a:r>
            <a:r>
              <a:rPr lang="de-DE" i="1" dirty="0" err="1">
                <a:ea typeface="+mn-lt"/>
                <a:cs typeface="+mn-lt"/>
              </a:rPr>
              <a:t>alium</a:t>
            </a:r>
            <a:r>
              <a:rPr lang="de-DE" dirty="0">
                <a:ea typeface="+mn-lt"/>
                <a:cs typeface="+mn-lt"/>
              </a:rPr>
              <a:t> </a:t>
            </a:r>
            <a:r>
              <a:rPr lang="de-DE" dirty="0" err="1">
                <a:ea typeface="+mn-lt"/>
                <a:cs typeface="+mn-lt"/>
              </a:rPr>
              <a:t>features</a:t>
            </a:r>
            <a:r>
              <a:rPr lang="de-DE" dirty="0">
                <a:ea typeface="+mn-lt"/>
                <a:cs typeface="+mn-lt"/>
              </a:rPr>
              <a:t> </a:t>
            </a:r>
            <a:r>
              <a:rPr lang="de-DE" dirty="0" err="1">
                <a:ea typeface="+mn-lt"/>
                <a:cs typeface="+mn-lt"/>
              </a:rPr>
              <a:t>prominently</a:t>
            </a:r>
            <a:r>
              <a:rPr lang="de-DE" dirty="0">
                <a:ea typeface="+mn-lt"/>
                <a:cs typeface="+mn-lt"/>
              </a:rPr>
              <a:t> in </a:t>
            </a:r>
            <a:r>
              <a:rPr lang="de-DE" dirty="0" err="1">
                <a:ea typeface="+mn-lt"/>
                <a:cs typeface="+mn-lt"/>
              </a:rPr>
              <a:t>films</a:t>
            </a:r>
            <a:r>
              <a:rPr lang="de-DE" dirty="0">
                <a:ea typeface="+mn-lt"/>
                <a:cs typeface="+mn-lt"/>
              </a:rPr>
              <a:t> such </a:t>
            </a:r>
            <a:r>
              <a:rPr lang="de-DE" dirty="0" err="1">
                <a:ea typeface="+mn-lt"/>
                <a:cs typeface="+mn-lt"/>
              </a:rPr>
              <a:t>as</a:t>
            </a:r>
            <a:r>
              <a:rPr lang="de-DE" dirty="0">
                <a:ea typeface="+mn-lt"/>
                <a:cs typeface="+mn-lt"/>
              </a:rPr>
              <a:t> </a:t>
            </a:r>
            <a:r>
              <a:rPr lang="de-DE" dirty="0">
                <a:ea typeface="+mn-lt"/>
                <a:cs typeface="+mn-lt"/>
                <a:hlinkClick r:id="rId13"/>
              </a:rPr>
              <a:t>Touching the Void (2003)</a:t>
            </a:r>
            <a:r>
              <a:rPr lang="de-DE" baseline="30000" dirty="0">
                <a:ea typeface="+mn-lt"/>
                <a:cs typeface="+mn-lt"/>
                <a:hlinkClick r:id="rId13"/>
              </a:rPr>
              <a:t>[103]</a:t>
            </a:r>
            <a:r>
              <a:rPr lang="de-DE" dirty="0">
                <a:ea typeface="+mn-lt"/>
                <a:cs typeface="+mn-lt"/>
              </a:rPr>
              <a:t> and </a:t>
            </a:r>
            <a:r>
              <a:rPr lang="de-DE" dirty="0">
                <a:ea typeface="+mn-lt"/>
                <a:cs typeface="+mn-lt"/>
                <a:hlinkClick r:id="rId14"/>
              </a:rPr>
              <a:t>Boychoir (2014)</a:t>
            </a:r>
            <a:r>
              <a:rPr lang="de-DE" dirty="0">
                <a:ea typeface="+mn-lt"/>
                <a:cs typeface="+mn-lt"/>
              </a:rPr>
              <a:t>,</a:t>
            </a:r>
            <a:r>
              <a:rPr lang="de-DE" baseline="30000" dirty="0">
                <a:ea typeface="+mn-lt"/>
                <a:cs typeface="+mn-lt"/>
                <a:hlinkClick r:id="rId15"/>
              </a:rPr>
              <a:t>[104]</a:t>
            </a:r>
            <a:r>
              <a:rPr lang="de-DE" dirty="0">
                <a:ea typeface="+mn-lt"/>
                <a:cs typeface="+mn-lt"/>
              </a:rPr>
              <a:t> </a:t>
            </a:r>
            <a:r>
              <a:rPr lang="de-DE" dirty="0" err="1">
                <a:ea typeface="+mn-lt"/>
                <a:cs typeface="+mn-lt"/>
              </a:rPr>
              <a:t>as</a:t>
            </a:r>
            <a:r>
              <a:rPr lang="de-DE" dirty="0">
                <a:ea typeface="+mn-lt"/>
                <a:cs typeface="+mn-lt"/>
              </a:rPr>
              <a:t> </a:t>
            </a:r>
            <a:r>
              <a:rPr lang="de-DE" dirty="0" err="1">
                <a:ea typeface="+mn-lt"/>
                <a:cs typeface="+mn-lt"/>
              </a:rPr>
              <a:t>well</a:t>
            </a:r>
            <a:r>
              <a:rPr lang="de-DE" dirty="0">
                <a:ea typeface="+mn-lt"/>
                <a:cs typeface="+mn-lt"/>
              </a:rPr>
              <a:t> </a:t>
            </a:r>
            <a:r>
              <a:rPr lang="de-DE" dirty="0" err="1">
                <a:ea typeface="+mn-lt"/>
                <a:cs typeface="+mn-lt"/>
              </a:rPr>
              <a:t>as</a:t>
            </a:r>
            <a:r>
              <a:rPr lang="de-DE" dirty="0">
                <a:ea typeface="+mn-lt"/>
                <a:cs typeface="+mn-lt"/>
              </a:rPr>
              <a:t> </a:t>
            </a:r>
            <a:r>
              <a:rPr lang="de-DE" dirty="0" err="1">
                <a:ea typeface="+mn-lt"/>
                <a:cs typeface="+mn-lt"/>
              </a:rPr>
              <a:t>television</a:t>
            </a:r>
            <a:r>
              <a:rPr lang="de-DE" dirty="0">
                <a:ea typeface="+mn-lt"/>
                <a:cs typeface="+mn-lt"/>
              </a:rPr>
              <a:t> </a:t>
            </a:r>
            <a:r>
              <a:rPr lang="de-DE" dirty="0" err="1">
                <a:ea typeface="+mn-lt"/>
                <a:cs typeface="+mn-lt"/>
              </a:rPr>
              <a:t>programmes</a:t>
            </a:r>
            <a:r>
              <a:rPr lang="de-DE" dirty="0">
                <a:ea typeface="+mn-lt"/>
                <a:cs typeface="+mn-lt"/>
              </a:rPr>
              <a:t> such </a:t>
            </a:r>
            <a:r>
              <a:rPr lang="de-DE" dirty="0" err="1">
                <a:ea typeface="+mn-lt"/>
                <a:cs typeface="+mn-lt"/>
              </a:rPr>
              <a:t>as</a:t>
            </a:r>
            <a:r>
              <a:rPr lang="de-DE" dirty="0">
                <a:ea typeface="+mn-lt"/>
                <a:cs typeface="+mn-lt"/>
              </a:rPr>
              <a:t> </a:t>
            </a:r>
            <a:r>
              <a:rPr lang="de-DE" dirty="0">
                <a:ea typeface="+mn-lt"/>
                <a:cs typeface="+mn-lt"/>
                <a:hlinkClick r:id="rId16"/>
              </a:rPr>
              <a:t>Endeavour (2019)</a:t>
            </a:r>
            <a:r>
              <a:rPr lang="de-DE" dirty="0">
                <a:ea typeface="+mn-lt"/>
                <a:cs typeface="+mn-lt"/>
              </a:rPr>
              <a:t> and </a:t>
            </a:r>
            <a:r>
              <a:rPr lang="de-DE" dirty="0">
                <a:ea typeface="+mn-lt"/>
                <a:cs typeface="+mn-lt"/>
                <a:hlinkClick r:id="rId17"/>
              </a:rPr>
              <a:t>Mystery Road (2020)</a:t>
            </a:r>
            <a:r>
              <a:rPr lang="de-DE" dirty="0">
                <a:ea typeface="+mn-lt"/>
                <a:cs typeface="+mn-lt"/>
              </a:rPr>
              <a:t>. </a:t>
            </a:r>
            <a:r>
              <a:rPr lang="de-DE" i="1" dirty="0" err="1">
                <a:ea typeface="+mn-lt"/>
                <a:cs typeface="+mn-lt"/>
              </a:rPr>
              <a:t>Spem</a:t>
            </a:r>
            <a:r>
              <a:rPr lang="de-DE" i="1" dirty="0">
                <a:ea typeface="+mn-lt"/>
                <a:cs typeface="+mn-lt"/>
              </a:rPr>
              <a:t> in </a:t>
            </a:r>
            <a:r>
              <a:rPr lang="de-DE" i="1" dirty="0" err="1">
                <a:ea typeface="+mn-lt"/>
                <a:cs typeface="+mn-lt"/>
              </a:rPr>
              <a:t>alium</a:t>
            </a:r>
            <a:r>
              <a:rPr lang="de-DE" dirty="0">
                <a:ea typeface="+mn-lt"/>
                <a:cs typeface="+mn-lt"/>
              </a:rPr>
              <a:t> </a:t>
            </a:r>
            <a:r>
              <a:rPr lang="de-DE" dirty="0" err="1">
                <a:ea typeface="+mn-lt"/>
                <a:cs typeface="+mn-lt"/>
              </a:rPr>
              <a:t>reached</a:t>
            </a:r>
            <a:r>
              <a:rPr lang="de-DE" dirty="0">
                <a:ea typeface="+mn-lt"/>
                <a:cs typeface="+mn-lt"/>
              </a:rPr>
              <a:t> </a:t>
            </a:r>
            <a:r>
              <a:rPr lang="de-DE" dirty="0" err="1">
                <a:ea typeface="+mn-lt"/>
                <a:cs typeface="+mn-lt"/>
              </a:rPr>
              <a:t>the</a:t>
            </a:r>
            <a:r>
              <a:rPr lang="de-DE" dirty="0">
                <a:ea typeface="+mn-lt"/>
                <a:cs typeface="+mn-lt"/>
              </a:rPr>
              <a:t> </a:t>
            </a:r>
            <a:r>
              <a:rPr lang="de-DE" dirty="0" err="1">
                <a:ea typeface="+mn-lt"/>
                <a:cs typeface="+mn-lt"/>
              </a:rPr>
              <a:t>No</a:t>
            </a:r>
            <a:r>
              <a:rPr lang="de-DE" dirty="0">
                <a:ea typeface="+mn-lt"/>
                <a:cs typeface="+mn-lt"/>
              </a:rPr>
              <a:t>. 1 </a:t>
            </a:r>
            <a:r>
              <a:rPr lang="de-DE" dirty="0" err="1">
                <a:ea typeface="+mn-lt"/>
                <a:cs typeface="+mn-lt"/>
              </a:rPr>
              <a:t>spot</a:t>
            </a:r>
            <a:r>
              <a:rPr lang="de-DE" dirty="0">
                <a:ea typeface="+mn-lt"/>
                <a:cs typeface="+mn-lt"/>
              </a:rPr>
              <a:t> on </a:t>
            </a:r>
            <a:r>
              <a:rPr lang="de-DE" dirty="0" err="1">
                <a:ea typeface="+mn-lt"/>
                <a:cs typeface="+mn-lt"/>
              </a:rPr>
              <a:t>the</a:t>
            </a:r>
            <a:r>
              <a:rPr lang="de-DE" dirty="0">
                <a:ea typeface="+mn-lt"/>
                <a:cs typeface="+mn-lt"/>
              </a:rPr>
              <a:t> </a:t>
            </a:r>
            <a:r>
              <a:rPr lang="de-DE" dirty="0" err="1">
                <a:ea typeface="+mn-lt"/>
                <a:cs typeface="+mn-lt"/>
              </a:rPr>
              <a:t>Classical</a:t>
            </a:r>
            <a:r>
              <a:rPr lang="de-DE" dirty="0">
                <a:ea typeface="+mn-lt"/>
                <a:cs typeface="+mn-lt"/>
              </a:rPr>
              <a:t> Singles Chart in 2012 after </a:t>
            </a:r>
            <a:r>
              <a:rPr lang="de-DE" dirty="0" err="1">
                <a:ea typeface="+mn-lt"/>
                <a:cs typeface="+mn-lt"/>
              </a:rPr>
              <a:t>being</a:t>
            </a:r>
            <a:r>
              <a:rPr lang="de-DE" dirty="0">
                <a:ea typeface="+mn-lt"/>
                <a:cs typeface="+mn-lt"/>
              </a:rPr>
              <a:t> </a:t>
            </a:r>
            <a:r>
              <a:rPr lang="de-DE" dirty="0" err="1">
                <a:ea typeface="+mn-lt"/>
                <a:cs typeface="+mn-lt"/>
              </a:rPr>
              <a:t>featured</a:t>
            </a:r>
            <a:r>
              <a:rPr lang="de-DE" dirty="0">
                <a:ea typeface="+mn-lt"/>
                <a:cs typeface="+mn-lt"/>
              </a:rPr>
              <a:t> in </a:t>
            </a:r>
            <a:r>
              <a:rPr lang="de-DE" dirty="0" err="1">
                <a:ea typeface="+mn-lt"/>
                <a:cs typeface="+mn-lt"/>
              </a:rPr>
              <a:t>the</a:t>
            </a:r>
            <a:r>
              <a:rPr lang="de-DE" dirty="0">
                <a:ea typeface="+mn-lt"/>
                <a:cs typeface="+mn-lt"/>
              </a:rPr>
              <a:t> </a:t>
            </a:r>
            <a:r>
              <a:rPr lang="de-DE" dirty="0">
                <a:ea typeface="+mn-lt"/>
                <a:cs typeface="+mn-lt"/>
                <a:hlinkClick r:id="rId18"/>
              </a:rPr>
              <a:t>classical album for Fifty Shades of Grey</a:t>
            </a:r>
            <a:r>
              <a:rPr lang="de-DE" dirty="0">
                <a:ea typeface="+mn-lt"/>
                <a:cs typeface="+mn-lt"/>
              </a:rPr>
              <a:t>.</a:t>
            </a:r>
            <a:r>
              <a:rPr lang="de-DE" baseline="30000" dirty="0">
                <a:ea typeface="+mn-lt"/>
                <a:cs typeface="+mn-lt"/>
                <a:hlinkClick r:id="rId19"/>
              </a:rPr>
              <a:t>[105]</a:t>
            </a:r>
            <a:r>
              <a:rPr lang="de-DE" dirty="0">
                <a:ea typeface="+mn-lt"/>
                <a:cs typeface="+mn-lt"/>
              </a:rPr>
              <a:t> </a:t>
            </a:r>
            <a:r>
              <a:rPr lang="de-DE" i="1" dirty="0" err="1">
                <a:ea typeface="+mn-lt"/>
                <a:cs typeface="+mn-lt"/>
              </a:rPr>
              <a:t>Audivi</a:t>
            </a:r>
            <a:r>
              <a:rPr lang="de-DE" i="1" dirty="0">
                <a:ea typeface="+mn-lt"/>
                <a:cs typeface="+mn-lt"/>
              </a:rPr>
              <a:t> vocem</a:t>
            </a:r>
            <a:r>
              <a:rPr lang="de-DE" dirty="0">
                <a:ea typeface="+mn-lt"/>
                <a:cs typeface="+mn-lt"/>
              </a:rPr>
              <a:t> </a:t>
            </a:r>
            <a:r>
              <a:rPr lang="de-DE" dirty="0" err="1">
                <a:ea typeface="+mn-lt"/>
                <a:cs typeface="+mn-lt"/>
              </a:rPr>
              <a:t>features</a:t>
            </a:r>
            <a:r>
              <a:rPr lang="de-DE" dirty="0">
                <a:ea typeface="+mn-lt"/>
                <a:cs typeface="+mn-lt"/>
              </a:rPr>
              <a:t> in </a:t>
            </a:r>
            <a:r>
              <a:rPr lang="de-DE" dirty="0">
                <a:ea typeface="+mn-lt"/>
                <a:cs typeface="+mn-lt"/>
                <a:hlinkClick r:id="rId20"/>
              </a:rPr>
              <a:t>Inspector Gadget (1999)</a:t>
            </a:r>
            <a:r>
              <a:rPr lang="de-DE" dirty="0">
                <a:ea typeface="+mn-lt"/>
                <a:cs typeface="+mn-lt"/>
              </a:rPr>
              <a:t> and </a:t>
            </a:r>
            <a:r>
              <a:rPr lang="de-DE" dirty="0">
                <a:ea typeface="+mn-lt"/>
                <a:cs typeface="+mn-lt"/>
                <a:hlinkClick r:id="rId21"/>
              </a:rPr>
              <a:t>The Perfect Game (2009)</a:t>
            </a:r>
            <a:r>
              <a:rPr lang="de-DE" dirty="0">
                <a:ea typeface="+mn-lt"/>
                <a:cs typeface="+mn-lt"/>
              </a:rPr>
              <a:t>.</a:t>
            </a:r>
            <a:r>
              <a:rPr lang="de-DE" baseline="30000" dirty="0">
                <a:ea typeface="+mn-lt"/>
                <a:cs typeface="+mn-lt"/>
                <a:hlinkClick r:id="rId22"/>
              </a:rPr>
              <a:t>[106]</a:t>
            </a:r>
            <a:r>
              <a:rPr lang="de-DE" dirty="0">
                <a:ea typeface="+mn-lt"/>
                <a:cs typeface="+mn-lt"/>
              </a:rPr>
              <a:t> </a:t>
            </a:r>
            <a:r>
              <a:rPr lang="de-DE" i="1" dirty="0" err="1">
                <a:ea typeface="+mn-lt"/>
                <a:cs typeface="+mn-lt"/>
              </a:rPr>
              <a:t>If</a:t>
            </a:r>
            <a:r>
              <a:rPr lang="de-DE" i="1" dirty="0">
                <a:ea typeface="+mn-lt"/>
                <a:cs typeface="+mn-lt"/>
              </a:rPr>
              <a:t> </a:t>
            </a:r>
            <a:r>
              <a:rPr lang="de-DE" i="1" dirty="0" err="1">
                <a:ea typeface="+mn-lt"/>
                <a:cs typeface="+mn-lt"/>
              </a:rPr>
              <a:t>ye</a:t>
            </a:r>
            <a:r>
              <a:rPr lang="de-DE" i="1" dirty="0">
                <a:ea typeface="+mn-lt"/>
                <a:cs typeface="+mn-lt"/>
              </a:rPr>
              <a:t> </a:t>
            </a:r>
            <a:r>
              <a:rPr lang="de-DE" i="1" dirty="0" err="1">
                <a:ea typeface="+mn-lt"/>
                <a:cs typeface="+mn-lt"/>
              </a:rPr>
              <a:t>love</a:t>
            </a:r>
            <a:r>
              <a:rPr lang="de-DE" i="1" dirty="0">
                <a:ea typeface="+mn-lt"/>
                <a:cs typeface="+mn-lt"/>
              </a:rPr>
              <a:t> </a:t>
            </a:r>
            <a:r>
              <a:rPr lang="de-DE" i="1" dirty="0" err="1">
                <a:ea typeface="+mn-lt"/>
                <a:cs typeface="+mn-lt"/>
              </a:rPr>
              <a:t>me</a:t>
            </a:r>
            <a:r>
              <a:rPr lang="de-DE" dirty="0">
                <a:ea typeface="+mn-lt"/>
                <a:cs typeface="+mn-lt"/>
              </a:rPr>
              <a:t> </a:t>
            </a:r>
            <a:r>
              <a:rPr lang="de-DE" dirty="0" err="1">
                <a:ea typeface="+mn-lt"/>
                <a:cs typeface="+mn-lt"/>
              </a:rPr>
              <a:t>features</a:t>
            </a:r>
            <a:r>
              <a:rPr lang="de-DE" dirty="0">
                <a:ea typeface="+mn-lt"/>
                <a:cs typeface="+mn-lt"/>
              </a:rPr>
              <a:t> in </a:t>
            </a:r>
            <a:r>
              <a:rPr lang="de-DE" dirty="0">
                <a:ea typeface="+mn-lt"/>
                <a:cs typeface="+mn-lt"/>
                <a:hlinkClick r:id="rId23"/>
              </a:rPr>
              <a:t>Wreckers (2011)</a:t>
            </a:r>
            <a:r>
              <a:rPr lang="de-DE" baseline="30000" dirty="0">
                <a:ea typeface="+mn-lt"/>
                <a:cs typeface="+mn-lt"/>
                <a:hlinkClick r:id="rId23"/>
              </a:rPr>
              <a:t>[107]</a:t>
            </a:r>
            <a:r>
              <a:rPr lang="de-DE" dirty="0">
                <a:ea typeface="+mn-lt"/>
                <a:cs typeface="+mn-lt"/>
              </a:rPr>
              <a:t> and </a:t>
            </a:r>
            <a:r>
              <a:rPr lang="de-DE" dirty="0">
                <a:ea typeface="+mn-lt"/>
                <a:cs typeface="+mn-lt"/>
                <a:hlinkClick r:id="rId24"/>
              </a:rPr>
              <a:t>Vox Lux (2018)</a:t>
            </a:r>
            <a:r>
              <a:rPr lang="de-DE" dirty="0">
                <a:ea typeface="+mn-lt"/>
                <a:cs typeface="+mn-lt"/>
              </a:rPr>
              <a:t>,</a:t>
            </a:r>
            <a:r>
              <a:rPr lang="de-DE" baseline="30000" dirty="0">
                <a:ea typeface="+mn-lt"/>
                <a:cs typeface="+mn-lt"/>
                <a:hlinkClick r:id="rId25"/>
              </a:rPr>
              <a:t>[108]</a:t>
            </a:r>
            <a:r>
              <a:rPr lang="de-DE" dirty="0">
                <a:ea typeface="+mn-lt"/>
                <a:cs typeface="+mn-lt"/>
              </a:rPr>
              <a:t> </a:t>
            </a:r>
            <a:r>
              <a:rPr lang="de-DE" dirty="0" err="1">
                <a:ea typeface="+mn-lt"/>
                <a:cs typeface="+mn-lt"/>
              </a:rPr>
              <a:t>while</a:t>
            </a:r>
            <a:r>
              <a:rPr lang="de-DE" dirty="0">
                <a:ea typeface="+mn-lt"/>
                <a:cs typeface="+mn-lt"/>
              </a:rPr>
              <a:t> Tallis' </a:t>
            </a:r>
            <a:r>
              <a:rPr lang="de-DE" i="1" dirty="0">
                <a:ea typeface="+mn-lt"/>
                <a:cs typeface="+mn-lt"/>
              </a:rPr>
              <a:t>Te </a:t>
            </a:r>
            <a:r>
              <a:rPr lang="de-DE" i="1" dirty="0" err="1">
                <a:ea typeface="+mn-lt"/>
                <a:cs typeface="+mn-lt"/>
              </a:rPr>
              <a:t>Deum</a:t>
            </a:r>
            <a:r>
              <a:rPr lang="de-DE" dirty="0">
                <a:ea typeface="+mn-lt"/>
                <a:cs typeface="+mn-lt"/>
              </a:rPr>
              <a:t> </a:t>
            </a:r>
            <a:r>
              <a:rPr lang="de-DE" i="1" dirty="0" err="1">
                <a:ea typeface="+mn-lt"/>
                <a:cs typeface="+mn-lt"/>
              </a:rPr>
              <a:t>for</a:t>
            </a:r>
            <a:r>
              <a:rPr lang="de-DE" i="1" dirty="0">
                <a:ea typeface="+mn-lt"/>
                <a:cs typeface="+mn-lt"/>
              </a:rPr>
              <a:t> </a:t>
            </a:r>
            <a:r>
              <a:rPr lang="de-DE" i="1" dirty="0" err="1">
                <a:ea typeface="+mn-lt"/>
                <a:cs typeface="+mn-lt"/>
              </a:rPr>
              <a:t>means</a:t>
            </a:r>
            <a:r>
              <a:rPr lang="de-DE" dirty="0">
                <a:ea typeface="+mn-lt"/>
                <a:cs typeface="+mn-lt"/>
              </a:rPr>
              <a:t> </a:t>
            </a:r>
            <a:r>
              <a:rPr lang="de-DE" dirty="0" err="1">
                <a:ea typeface="+mn-lt"/>
                <a:cs typeface="+mn-lt"/>
              </a:rPr>
              <a:t>can</a:t>
            </a:r>
            <a:r>
              <a:rPr lang="de-DE" dirty="0">
                <a:ea typeface="+mn-lt"/>
                <a:cs typeface="+mn-lt"/>
              </a:rPr>
              <a:t> </a:t>
            </a:r>
            <a:r>
              <a:rPr lang="de-DE" dirty="0" err="1">
                <a:ea typeface="+mn-lt"/>
                <a:cs typeface="+mn-lt"/>
              </a:rPr>
              <a:t>be</a:t>
            </a:r>
            <a:r>
              <a:rPr lang="de-DE" dirty="0">
                <a:ea typeface="+mn-lt"/>
                <a:cs typeface="+mn-lt"/>
              </a:rPr>
              <a:t> </a:t>
            </a:r>
            <a:r>
              <a:rPr lang="de-DE" dirty="0" err="1">
                <a:ea typeface="+mn-lt"/>
                <a:cs typeface="+mn-lt"/>
              </a:rPr>
              <a:t>heard</a:t>
            </a:r>
            <a:r>
              <a:rPr lang="de-DE" dirty="0">
                <a:ea typeface="+mn-lt"/>
                <a:cs typeface="+mn-lt"/>
              </a:rPr>
              <a:t> </a:t>
            </a:r>
            <a:r>
              <a:rPr lang="de-DE" dirty="0" err="1">
                <a:ea typeface="+mn-lt"/>
                <a:cs typeface="+mn-lt"/>
              </a:rPr>
              <a:t>during</a:t>
            </a:r>
            <a:r>
              <a:rPr lang="de-DE" dirty="0">
                <a:ea typeface="+mn-lt"/>
                <a:cs typeface="+mn-lt"/>
              </a:rPr>
              <a:t> Queen </a:t>
            </a:r>
            <a:r>
              <a:rPr lang="de-DE" dirty="0" err="1">
                <a:ea typeface="+mn-lt"/>
                <a:cs typeface="+mn-lt"/>
              </a:rPr>
              <a:t>Elizabeth's</a:t>
            </a:r>
            <a:r>
              <a:rPr lang="de-DE" dirty="0">
                <a:ea typeface="+mn-lt"/>
                <a:cs typeface="+mn-lt"/>
              </a:rPr>
              <a:t> </a:t>
            </a:r>
            <a:r>
              <a:rPr lang="de-DE" dirty="0" err="1">
                <a:ea typeface="+mn-lt"/>
                <a:cs typeface="+mn-lt"/>
              </a:rPr>
              <a:t>coronation</a:t>
            </a:r>
            <a:r>
              <a:rPr lang="de-DE" dirty="0">
                <a:ea typeface="+mn-lt"/>
                <a:cs typeface="+mn-lt"/>
              </a:rPr>
              <a:t> in </a:t>
            </a:r>
            <a:r>
              <a:rPr lang="de-DE" dirty="0">
                <a:ea typeface="+mn-lt"/>
                <a:cs typeface="+mn-lt"/>
                <a:hlinkClick r:id="rId26"/>
              </a:rPr>
              <a:t>Elizabeth (1998)</a:t>
            </a:r>
            <a:r>
              <a:rPr lang="de-DE" dirty="0">
                <a:ea typeface="+mn-lt"/>
                <a:cs typeface="+mn-lt"/>
              </a:rPr>
              <a:t>.</a:t>
            </a:r>
            <a:r>
              <a:rPr lang="de-DE" baseline="30000" dirty="0">
                <a:ea typeface="+mn-lt"/>
                <a:cs typeface="+mn-lt"/>
                <a:hlinkClick r:id="rId27"/>
              </a:rPr>
              <a:t>[109]</a:t>
            </a:r>
            <a:endParaRPr lang="de-DE"/>
          </a:p>
          <a:p>
            <a:endParaRPr lang="de-DE" dirty="0"/>
          </a:p>
        </p:txBody>
      </p:sp>
    </p:spTree>
    <p:extLst>
      <p:ext uri="{BB962C8B-B14F-4D97-AF65-F5344CB8AC3E}">
        <p14:creationId xmlns:p14="http://schemas.microsoft.com/office/powerpoint/2010/main" val="25568356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69F9D1-E028-B33A-DFED-F2528D5AE683}"/>
              </a:ext>
            </a:extLst>
          </p:cNvPr>
          <p:cNvSpPr>
            <a:spLocks noGrp="1"/>
          </p:cNvSpPr>
          <p:nvPr>
            <p:ph type="title"/>
          </p:nvPr>
        </p:nvSpPr>
        <p:spPr/>
        <p:txBody>
          <a:bodyPr/>
          <a:lstStyle/>
          <a:p>
            <a:r>
              <a:rPr lang="de-DE" sz="1800" b="0" dirty="0" err="1">
                <a:solidFill>
                  <a:srgbClr val="F8F9FA"/>
                </a:solidFill>
              </a:rPr>
              <a:t>notes</a:t>
            </a:r>
          </a:p>
        </p:txBody>
      </p:sp>
      <p:sp>
        <p:nvSpPr>
          <p:cNvPr id="3" name="Inhaltsplatzhalter 2">
            <a:extLst>
              <a:ext uri="{FF2B5EF4-FFF2-40B4-BE49-F238E27FC236}">
                <a16:creationId xmlns:a16="http://schemas.microsoft.com/office/drawing/2014/main" id="{3970CB98-B5EC-ADD9-481F-D43028851CC2}"/>
              </a:ext>
            </a:extLst>
          </p:cNvPr>
          <p:cNvSpPr>
            <a:spLocks noGrp="1"/>
          </p:cNvSpPr>
          <p:nvPr>
            <p:ph idx="1"/>
          </p:nvPr>
        </p:nvSpPr>
        <p:spPr>
          <a:xfrm>
            <a:off x="1587710" y="1476458"/>
            <a:ext cx="9486690" cy="4609710"/>
          </a:xfrm>
        </p:spPr>
        <p:txBody>
          <a:bodyPr vert="horz" lIns="91440" tIns="45720" rIns="91440" bIns="45720" rtlCol="0" anchor="t">
            <a:normAutofit/>
          </a:bodyPr>
          <a:lstStyle/>
          <a:p>
            <a:r>
              <a:rPr lang="de-DE"/>
              <a:t>1.</a:t>
            </a:r>
            <a:r>
              <a:rPr lang="de-DE">
                <a:ea typeface="+mn-lt"/>
                <a:cs typeface="+mn-lt"/>
              </a:rPr>
              <a:t> 3 </a:t>
            </a:r>
            <a:r>
              <a:rPr lang="de-DE" err="1">
                <a:ea typeface="+mn-lt"/>
                <a:cs typeface="+mn-lt"/>
              </a:rPr>
              <a:t>December</a:t>
            </a:r>
            <a:r>
              <a:rPr lang="de-DE">
                <a:ea typeface="+mn-lt"/>
                <a:cs typeface="+mn-lt"/>
              </a:rPr>
              <a:t> 1585 </a:t>
            </a:r>
            <a:r>
              <a:rPr lang="de-DE" err="1">
                <a:ea typeface="+mn-lt"/>
                <a:cs typeface="+mn-lt"/>
              </a:rPr>
              <a:t>by</a:t>
            </a:r>
            <a:r>
              <a:rPr lang="de-DE">
                <a:ea typeface="+mn-lt"/>
                <a:cs typeface="+mn-lt"/>
              </a:rPr>
              <a:t> </a:t>
            </a:r>
            <a:r>
              <a:rPr lang="de-DE" err="1">
                <a:ea typeface="+mn-lt"/>
                <a:cs typeface="+mn-lt"/>
              </a:rPr>
              <a:t>the</a:t>
            </a:r>
            <a:r>
              <a:rPr lang="de-DE">
                <a:ea typeface="+mn-lt"/>
                <a:cs typeface="+mn-lt"/>
              </a:rPr>
              <a:t> </a:t>
            </a:r>
            <a:r>
              <a:rPr lang="de-DE" dirty="0">
                <a:ea typeface="+mn-lt"/>
                <a:cs typeface="+mn-lt"/>
                <a:hlinkClick r:id="rId2"/>
              </a:rPr>
              <a:t>Gregorian calendar</a:t>
            </a:r>
            <a:endParaRPr lang="de-DE">
              <a:ea typeface="+mn-lt"/>
              <a:cs typeface="+mn-lt"/>
            </a:endParaRPr>
          </a:p>
          <a:p>
            <a:endParaRPr lang="de-DE" dirty="0"/>
          </a:p>
        </p:txBody>
      </p:sp>
    </p:spTree>
    <p:extLst>
      <p:ext uri="{BB962C8B-B14F-4D97-AF65-F5344CB8AC3E}">
        <p14:creationId xmlns:p14="http://schemas.microsoft.com/office/powerpoint/2010/main" val="24349733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A67AEE-4749-BE39-968C-D0ADB606355B}"/>
              </a:ext>
            </a:extLst>
          </p:cNvPr>
          <p:cNvSpPr>
            <a:spLocks noGrp="1"/>
          </p:cNvSpPr>
          <p:nvPr>
            <p:ph type="title"/>
          </p:nvPr>
        </p:nvSpPr>
        <p:spPr/>
        <p:txBody>
          <a:bodyPr>
            <a:normAutofit/>
          </a:bodyPr>
          <a:lstStyle/>
          <a:p>
            <a:r>
              <a:rPr lang="de-DE" err="1">
                <a:ea typeface="+mj-lt"/>
                <a:cs typeface="+mj-lt"/>
              </a:rPr>
              <a:t>Citations</a:t>
            </a:r>
          </a:p>
        </p:txBody>
      </p:sp>
      <p:sp>
        <p:nvSpPr>
          <p:cNvPr id="3" name="Inhaltsplatzhalter 2">
            <a:extLst>
              <a:ext uri="{FF2B5EF4-FFF2-40B4-BE49-F238E27FC236}">
                <a16:creationId xmlns:a16="http://schemas.microsoft.com/office/drawing/2014/main" id="{4010A6CE-D58E-2C35-859A-BF9229359E8B}"/>
              </a:ext>
            </a:extLst>
          </p:cNvPr>
          <p:cNvSpPr>
            <a:spLocks noGrp="1"/>
          </p:cNvSpPr>
          <p:nvPr>
            <p:ph idx="1"/>
          </p:nvPr>
        </p:nvSpPr>
        <p:spPr>
          <a:xfrm>
            <a:off x="1587710" y="1229929"/>
            <a:ext cx="10472807" cy="5584620"/>
          </a:xfrm>
        </p:spPr>
        <p:txBody>
          <a:bodyPr vert="horz" lIns="91440" tIns="45720" rIns="91440" bIns="45720" rtlCol="0" anchor="t">
            <a:noAutofit/>
          </a:bodyPr>
          <a:lstStyle/>
          <a:p>
            <a:r>
              <a:rPr lang="de-DE" sz="800" dirty="0"/>
              <a:t>1.</a:t>
            </a:r>
            <a:r>
              <a:rPr lang="de-DE" sz="800" dirty="0">
                <a:solidFill>
                  <a:srgbClr val="EAECF0"/>
                </a:solidFill>
                <a:ea typeface="+mn-lt"/>
                <a:cs typeface="+mn-lt"/>
              </a:rPr>
              <a:t> </a:t>
            </a:r>
            <a:r>
              <a:rPr lang="de-DE" sz="800" dirty="0">
                <a:solidFill>
                  <a:srgbClr val="88A3E8"/>
                </a:solidFill>
                <a:ea typeface="+mn-lt"/>
                <a:cs typeface="+mn-lt"/>
                <a:hlinkClick r:id="rId2"/>
              </a:rPr>
              <a:t>Cole 2008a</a:t>
            </a:r>
            <a:r>
              <a:rPr lang="de-DE" sz="800" dirty="0">
                <a:solidFill>
                  <a:srgbClr val="EAECF0"/>
                </a:solidFill>
                <a:ea typeface="+mn-lt"/>
                <a:cs typeface="+mn-lt"/>
              </a:rPr>
              <a:t>, pp. 212–226.</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3">
                  <a:extLst>
                    <a:ext uri="{A12FA001-AC4F-418D-AE19-62706E023703}">
                      <ahyp:hlinkClr xmlns:ahyp="http://schemas.microsoft.com/office/drawing/2018/hyperlinkcolor" val="tx"/>
                    </a:ext>
                  </a:extLst>
                </a:hlinkClick>
              </a:rPr>
              <a:t>"Tallis"</a:t>
            </a:r>
            <a:r>
              <a:rPr lang="de-DE" sz="800" dirty="0">
                <a:solidFill>
                  <a:srgbClr val="EAECF0"/>
                </a:solidFill>
                <a:ea typeface="+mn-lt"/>
                <a:cs typeface="+mn-lt"/>
              </a:rPr>
              <a:t>. </a:t>
            </a:r>
            <a:r>
              <a:rPr lang="de-DE" sz="800" i="1" dirty="0">
                <a:solidFill>
                  <a:srgbClr val="88A3E8"/>
                </a:solidFill>
                <a:ea typeface="+mn-lt"/>
                <a:cs typeface="+mn-lt"/>
                <a:hlinkClick r:id="rId4"/>
              </a:rPr>
              <a:t>Collins English Dictionary</a:t>
            </a:r>
            <a:r>
              <a:rPr lang="de-DE" sz="800" dirty="0">
                <a:solidFill>
                  <a:srgbClr val="EAECF0"/>
                </a:solidFill>
                <a:ea typeface="+mn-lt"/>
                <a:cs typeface="+mn-lt"/>
              </a:rPr>
              <a:t>.</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5"/>
              </a:rPr>
              <a:t>Farrell 2001</a:t>
            </a:r>
            <a:r>
              <a:rPr lang="de-DE" sz="800" dirty="0">
                <a:solidFill>
                  <a:srgbClr val="EAECF0"/>
                </a:solidFill>
                <a:ea typeface="+mn-lt"/>
                <a:cs typeface="+mn-lt"/>
              </a:rPr>
              <a:t>, p. 125.</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6"/>
              </a:rPr>
              <a:t>Harley 2015</a:t>
            </a:r>
            <a:r>
              <a:rPr lang="de-DE" sz="800" dirty="0">
                <a:solidFill>
                  <a:srgbClr val="EAECF0"/>
                </a:solidFill>
                <a:ea typeface="+mn-lt"/>
                <a:cs typeface="+mn-lt"/>
              </a:rPr>
              <a:t>, p. 1.</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6"/>
              </a:rPr>
              <a:t>Harley 2015</a:t>
            </a:r>
            <a:r>
              <a:rPr lang="de-DE" sz="800" dirty="0">
                <a:solidFill>
                  <a:srgbClr val="EAECF0"/>
                </a:solidFill>
                <a:ea typeface="+mn-lt"/>
                <a:cs typeface="+mn-lt"/>
              </a:rPr>
              <a:t>, pp. 1–2.</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7"/>
              </a:rPr>
              <a:t>Walker 1907</a:t>
            </a:r>
            <a:r>
              <a:rPr lang="de-DE" sz="800" dirty="0">
                <a:solidFill>
                  <a:srgbClr val="EAECF0"/>
                </a:solidFill>
                <a:ea typeface="+mn-lt"/>
                <a:cs typeface="+mn-lt"/>
              </a:rPr>
              <a:t>, p. 34.</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8"/>
              </a:rPr>
              <a:t>Lord 2003</a:t>
            </a:r>
            <a:r>
              <a:rPr lang="de-DE" sz="800" dirty="0">
                <a:solidFill>
                  <a:srgbClr val="EAECF0"/>
                </a:solidFill>
                <a:ea typeface="+mn-lt"/>
                <a:cs typeface="+mn-lt"/>
              </a:rPr>
              <a:t>, p. 80.</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6"/>
              </a:rPr>
              <a:t>Harley 2015</a:t>
            </a:r>
            <a:r>
              <a:rPr lang="de-DE" sz="800" dirty="0">
                <a:solidFill>
                  <a:srgbClr val="EAECF0"/>
                </a:solidFill>
                <a:ea typeface="+mn-lt"/>
                <a:cs typeface="+mn-lt"/>
              </a:rPr>
              <a:t>, p. 2.</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9"/>
              </a:rPr>
              <a:t>Holman 1999</a:t>
            </a:r>
            <a:r>
              <a:rPr lang="de-DE" sz="800" dirty="0">
                <a:solidFill>
                  <a:srgbClr val="EAECF0"/>
                </a:solidFill>
                <a:ea typeface="+mn-lt"/>
                <a:cs typeface="+mn-lt"/>
              </a:rPr>
              <a:t>, p. 201.</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10"/>
              </a:rPr>
              <a:t>Thomas 1998</a:t>
            </a:r>
            <a:r>
              <a:rPr lang="de-DE" sz="800" dirty="0">
                <a:solidFill>
                  <a:srgbClr val="EAECF0"/>
                </a:solidFill>
                <a:ea typeface="+mn-lt"/>
                <a:cs typeface="+mn-lt"/>
              </a:rPr>
              <a:t>, p. 136.</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11"/>
              </a:rPr>
              <a:t>Doe &amp; Allinson 2009</a:t>
            </a:r>
            <a:r>
              <a:rPr lang="de-DE" sz="800" dirty="0">
                <a:solidFill>
                  <a:srgbClr val="EAECF0"/>
                </a:solidFill>
                <a:ea typeface="+mn-lt"/>
                <a:cs typeface="+mn-lt"/>
              </a:rPr>
              <a:t>.</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12"/>
              </a:rPr>
              <a:t>Ackroyd 2004</a:t>
            </a:r>
            <a:r>
              <a:rPr lang="de-DE" sz="800" dirty="0">
                <a:solidFill>
                  <a:srgbClr val="EAECF0"/>
                </a:solidFill>
                <a:ea typeface="+mn-lt"/>
                <a:cs typeface="+mn-lt"/>
              </a:rPr>
              <a:t>, p. 176.</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13"/>
              </a:rPr>
              <a:t>Phillips 2005</a:t>
            </a:r>
            <a:r>
              <a:rPr lang="de-DE" sz="800" dirty="0">
                <a:solidFill>
                  <a:srgbClr val="EAECF0"/>
                </a:solidFill>
                <a:ea typeface="+mn-lt"/>
                <a:cs typeface="+mn-lt"/>
              </a:rPr>
              <a:t>, p. 8.</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7"/>
              </a:rPr>
              <a:t>Walker 1907</a:t>
            </a:r>
            <a:r>
              <a:rPr lang="de-DE" sz="800" dirty="0">
                <a:solidFill>
                  <a:srgbClr val="EAECF0"/>
                </a:solidFill>
                <a:ea typeface="+mn-lt"/>
                <a:cs typeface="+mn-lt"/>
              </a:rPr>
              <a:t>, p. 56.</a:t>
            </a:r>
            <a:endParaRPr lang="de-DE" sz="800" dirty="0"/>
          </a:p>
          <a:p>
            <a:r>
              <a:rPr lang="de-DE" sz="800" dirty="0">
                <a:solidFill>
                  <a:srgbClr val="EAECF0"/>
                </a:solidFill>
                <a:ea typeface="+mn-lt"/>
                <a:cs typeface="+mn-lt"/>
              </a:rPr>
              <a:t> </a:t>
            </a:r>
            <a:r>
              <a:rPr lang="de-DE" sz="800" i="1" dirty="0">
                <a:solidFill>
                  <a:srgbClr val="88A3E8"/>
                </a:solidFill>
                <a:ea typeface="+mn-lt"/>
                <a:cs typeface="+mn-lt"/>
                <a:hlinkClick r:id="rId14"/>
              </a:rPr>
              <a:t>"Thomas Tallis"</a:t>
            </a:r>
            <a:r>
              <a:rPr lang="de-DE" sz="800" i="1" dirty="0">
                <a:solidFill>
                  <a:srgbClr val="EAECF0"/>
                </a:solidFill>
                <a:ea typeface="+mn-lt"/>
                <a:cs typeface="+mn-lt"/>
              </a:rPr>
              <a:t>. </a:t>
            </a:r>
            <a:r>
              <a:rPr lang="de-DE" sz="800" i="1" dirty="0">
                <a:solidFill>
                  <a:srgbClr val="EAECF0"/>
                </a:solidFill>
                <a:ea typeface="+mn-lt"/>
                <a:cs typeface="+mn-lt"/>
                <a:hlinkClick r:id="rId15"/>
              </a:rPr>
              <a:t>www.hoasm.org</a:t>
            </a:r>
            <a:r>
              <a:rPr lang="de-DE" sz="800" i="1" dirty="0">
                <a:solidFill>
                  <a:srgbClr val="EAECF0"/>
                </a:solidFill>
                <a:ea typeface="+mn-lt"/>
                <a:cs typeface="+mn-lt"/>
              </a:rPr>
              <a:t>. </a:t>
            </a:r>
            <a:r>
              <a:rPr lang="de-DE" sz="800" i="1" err="1">
                <a:solidFill>
                  <a:srgbClr val="EAECF0"/>
                </a:solidFill>
                <a:ea typeface="+mn-lt"/>
                <a:cs typeface="+mn-lt"/>
              </a:rPr>
              <a:t>Retrieved</a:t>
            </a:r>
            <a:r>
              <a:rPr lang="de-DE" sz="800" i="1" dirty="0">
                <a:solidFill>
                  <a:srgbClr val="EAECF0"/>
                </a:solidFill>
                <a:ea typeface="+mn-lt"/>
                <a:cs typeface="+mn-lt"/>
              </a:rPr>
              <a:t> 8 April 2025.</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8"/>
              </a:rPr>
              <a:t>Lord 2003</a:t>
            </a:r>
            <a:r>
              <a:rPr lang="de-DE" sz="800" dirty="0">
                <a:solidFill>
                  <a:srgbClr val="EAECF0"/>
                </a:solidFill>
                <a:ea typeface="+mn-lt"/>
                <a:cs typeface="+mn-lt"/>
              </a:rPr>
              <a:t>, p. 197.</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6"/>
              </a:rPr>
              <a:t>Harley 2015</a:t>
            </a:r>
            <a:r>
              <a:rPr lang="de-DE" sz="800" dirty="0">
                <a:solidFill>
                  <a:srgbClr val="EAECF0"/>
                </a:solidFill>
                <a:ea typeface="+mn-lt"/>
                <a:cs typeface="+mn-lt"/>
              </a:rPr>
              <a:t>, p. 4.</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16"/>
              </a:rPr>
              <a:t>Bowers 2016</a:t>
            </a:r>
            <a:r>
              <a:rPr lang="de-DE" sz="800" dirty="0">
                <a:solidFill>
                  <a:srgbClr val="EAECF0"/>
                </a:solidFill>
                <a:ea typeface="+mn-lt"/>
                <a:cs typeface="+mn-lt"/>
              </a:rPr>
              <a:t>.</a:t>
            </a:r>
            <a:endParaRPr lang="de-DE" sz="800" dirty="0"/>
          </a:p>
          <a:p>
            <a:r>
              <a:rPr lang="de-DE" sz="800" dirty="0">
                <a:solidFill>
                  <a:srgbClr val="EAECF0"/>
                </a:solidFill>
                <a:ea typeface="+mn-lt"/>
                <a:cs typeface="+mn-lt"/>
              </a:rPr>
              <a:t> </a:t>
            </a:r>
            <a:r>
              <a:rPr lang="de-DE" sz="800" dirty="0">
                <a:solidFill>
                  <a:srgbClr val="88A3E8"/>
                </a:solidFill>
                <a:ea typeface="+mn-lt"/>
                <a:cs typeface="+mn-lt"/>
                <a:hlinkClick r:id="rId6"/>
              </a:rPr>
              <a:t>Harley 2015</a:t>
            </a:r>
            <a:r>
              <a:rPr lang="de-DE" sz="800" dirty="0">
                <a:solidFill>
                  <a:srgbClr val="EAECF0"/>
                </a:solidFill>
                <a:ea typeface="+mn-lt"/>
                <a:cs typeface="+mn-lt"/>
              </a:rPr>
              <a:t>, p. 5.</a:t>
            </a:r>
            <a:endParaRPr lang="de-DE" sz="800" dirty="0"/>
          </a:p>
          <a:p>
            <a:r>
              <a:rPr lang="de-DE" sz="800" i="1" dirty="0">
                <a:solidFill>
                  <a:srgbClr val="EAECF0"/>
                </a:solidFill>
                <a:ea typeface="+mn-lt"/>
                <a:cs typeface="+mn-lt"/>
              </a:rPr>
              <a:t>025</a:t>
            </a:r>
            <a:endParaRPr lang="de-DE" sz="800" dirty="0"/>
          </a:p>
          <a:p>
            <a:endParaRPr lang="de-DE" dirty="0"/>
          </a:p>
        </p:txBody>
      </p:sp>
    </p:spTree>
    <p:extLst>
      <p:ext uri="{BB962C8B-B14F-4D97-AF65-F5344CB8AC3E}">
        <p14:creationId xmlns:p14="http://schemas.microsoft.com/office/powerpoint/2010/main" val="41128508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EAF1060C-C3DF-15C5-4653-152DDF57B1C3}"/>
              </a:ext>
            </a:extLst>
          </p:cNvPr>
          <p:cNvSpPr txBox="1"/>
          <p:nvPr/>
        </p:nvSpPr>
        <p:spPr>
          <a:xfrm>
            <a:off x="2017059" y="324971"/>
            <a:ext cx="6096000" cy="65326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10000"/>
              </a:lnSpc>
              <a:spcBef>
                <a:spcPts val="1200"/>
              </a:spcBef>
              <a:buFont typeface="Arial"/>
              <a:buChar char="•"/>
            </a:pPr>
            <a:r>
              <a:rPr lang="de-DE" sz="2000" dirty="0">
                <a:solidFill>
                  <a:srgbClr val="EAECF0"/>
                </a:solidFill>
              </a:rPr>
              <a:t> </a:t>
            </a:r>
            <a:r>
              <a:rPr lang="de-DE" sz="2000" dirty="0">
                <a:solidFill>
                  <a:srgbClr val="88A3E8"/>
                </a:solidFill>
                <a:hlinkClick r:id="rId2"/>
              </a:rPr>
              <a:t>Harley 2015</a:t>
            </a:r>
            <a:r>
              <a:rPr lang="de-DE" sz="2000" dirty="0">
                <a:solidFill>
                  <a:srgbClr val="EAECF0"/>
                </a:solidFill>
              </a:rPr>
              <a:t>, pp. 5–6.</a:t>
            </a:r>
            <a:endParaRPr lang="de-DE" sz="2000" dirty="0"/>
          </a:p>
          <a:p>
            <a:pPr marL="285750" indent="-285750">
              <a:lnSpc>
                <a:spcPct val="110000"/>
              </a:lnSpc>
              <a:spcBef>
                <a:spcPts val="1200"/>
              </a:spcBef>
              <a:buFont typeface="Arial"/>
              <a:buChar char="•"/>
            </a:pPr>
            <a:r>
              <a:rPr lang="de-DE" sz="2000" dirty="0">
                <a:solidFill>
                  <a:srgbClr val="EAECF0"/>
                </a:solidFill>
              </a:rPr>
              <a:t> </a:t>
            </a:r>
            <a:r>
              <a:rPr lang="de-DE" sz="2000" dirty="0">
                <a:solidFill>
                  <a:srgbClr val="88A3E8"/>
                </a:solidFill>
                <a:hlinkClick r:id="rId2"/>
              </a:rPr>
              <a:t>Harley 2015</a:t>
            </a:r>
            <a:r>
              <a:rPr lang="de-DE" sz="2000" dirty="0">
                <a:solidFill>
                  <a:srgbClr val="EAECF0"/>
                </a:solidFill>
              </a:rPr>
              <a:t>, p. 7.</a:t>
            </a:r>
            <a:endParaRPr lang="de-DE" sz="2000" dirty="0"/>
          </a:p>
          <a:p>
            <a:pPr marL="285750" indent="-285750">
              <a:lnSpc>
                <a:spcPct val="110000"/>
              </a:lnSpc>
              <a:spcBef>
                <a:spcPts val="1200"/>
              </a:spcBef>
              <a:buFont typeface="Arial"/>
              <a:buChar char="•"/>
            </a:pPr>
            <a:r>
              <a:rPr lang="de-DE" sz="2000" dirty="0">
                <a:solidFill>
                  <a:srgbClr val="EAECF0"/>
                </a:solidFill>
              </a:rPr>
              <a:t> </a:t>
            </a:r>
            <a:r>
              <a:rPr lang="de-DE" sz="2000" dirty="0">
                <a:solidFill>
                  <a:srgbClr val="88A3E8"/>
                </a:solidFill>
                <a:hlinkClick r:id="rId3"/>
              </a:rPr>
              <a:t>Milsom 2008</a:t>
            </a:r>
            <a:r>
              <a:rPr lang="de-DE" sz="2000" dirty="0">
                <a:solidFill>
                  <a:srgbClr val="EAECF0"/>
                </a:solidFill>
              </a:rPr>
              <a:t>.</a:t>
            </a:r>
            <a:endParaRPr lang="de-DE" sz="2000" dirty="0"/>
          </a:p>
          <a:p>
            <a:pPr marL="285750" indent="-285750">
              <a:lnSpc>
                <a:spcPct val="110000"/>
              </a:lnSpc>
              <a:spcBef>
                <a:spcPts val="1200"/>
              </a:spcBef>
              <a:buFont typeface="Arial"/>
              <a:buChar char="•"/>
            </a:pPr>
            <a:r>
              <a:rPr lang="de-DE" sz="2000" dirty="0">
                <a:solidFill>
                  <a:srgbClr val="EAECF0"/>
                </a:solidFill>
              </a:rPr>
              <a:t> </a:t>
            </a:r>
            <a:r>
              <a:rPr lang="de-DE" sz="2000" i="1" dirty="0">
                <a:solidFill>
                  <a:srgbClr val="88A3E8"/>
                </a:solidFill>
                <a:hlinkClick r:id="rId4"/>
              </a:rPr>
              <a:t>Tallis: Missa Salve intemerata &amp; Antiphons</a:t>
            </a:r>
            <a:r>
              <a:rPr lang="de-DE" sz="2000" i="1" dirty="0">
                <a:solidFill>
                  <a:srgbClr val="EAECF0"/>
                </a:solidFill>
              </a:rPr>
              <a:t>, </a:t>
            </a:r>
            <a:r>
              <a:rPr lang="de-DE" sz="2000" i="1" err="1">
                <a:solidFill>
                  <a:srgbClr val="EAECF0"/>
                </a:solidFill>
              </a:rPr>
              <a:t>retrieved</a:t>
            </a:r>
            <a:r>
              <a:rPr lang="de-DE" sz="2000" i="1" dirty="0">
                <a:solidFill>
                  <a:srgbClr val="EAECF0"/>
                </a:solidFill>
              </a:rPr>
              <a:t> 17 April 2025</a:t>
            </a:r>
            <a:endParaRPr lang="de-DE" sz="2000" dirty="0"/>
          </a:p>
          <a:p>
            <a:pPr marL="285750" indent="-285750">
              <a:lnSpc>
                <a:spcPct val="110000"/>
              </a:lnSpc>
              <a:spcBef>
                <a:spcPts val="1200"/>
              </a:spcBef>
              <a:buFont typeface="Arial"/>
              <a:buChar char="•"/>
            </a:pPr>
            <a:r>
              <a:rPr lang="de-DE" sz="2000" dirty="0">
                <a:solidFill>
                  <a:srgbClr val="EAECF0"/>
                </a:solidFill>
              </a:rPr>
              <a:t> </a:t>
            </a:r>
            <a:r>
              <a:rPr lang="de-DE" sz="2000" dirty="0">
                <a:solidFill>
                  <a:srgbClr val="88A3E8"/>
                </a:solidFill>
                <a:hlinkClick r:id="rId2"/>
              </a:rPr>
              <a:t>Harley 2015</a:t>
            </a:r>
            <a:r>
              <a:rPr lang="de-DE" sz="2000" dirty="0">
                <a:solidFill>
                  <a:srgbClr val="EAECF0"/>
                </a:solidFill>
              </a:rPr>
              <a:t>.</a:t>
            </a:r>
            <a:endParaRPr lang="de-DE" sz="2000" dirty="0"/>
          </a:p>
          <a:p>
            <a:pPr marL="285750" indent="-285750">
              <a:lnSpc>
                <a:spcPct val="110000"/>
              </a:lnSpc>
              <a:spcBef>
                <a:spcPts val="1200"/>
              </a:spcBef>
              <a:buFont typeface="Arial"/>
              <a:buChar char="•"/>
            </a:pPr>
            <a:r>
              <a:rPr lang="de-DE" sz="2000" dirty="0">
                <a:solidFill>
                  <a:srgbClr val="EAECF0"/>
                </a:solidFill>
              </a:rPr>
              <a:t> </a:t>
            </a:r>
            <a:r>
              <a:rPr lang="de-DE" sz="2000" dirty="0">
                <a:solidFill>
                  <a:srgbClr val="88A3E8"/>
                </a:solidFill>
                <a:hlinkClick r:id="rId5"/>
              </a:rPr>
              <a:t>McCarthy 2019</a:t>
            </a:r>
            <a:r>
              <a:rPr lang="de-DE" sz="2000" dirty="0">
                <a:solidFill>
                  <a:srgbClr val="EAECF0"/>
                </a:solidFill>
              </a:rPr>
              <a:t>.</a:t>
            </a:r>
            <a:endParaRPr lang="de-DE" sz="2000" dirty="0"/>
          </a:p>
          <a:p>
            <a:pPr marL="285750" indent="-285750">
              <a:lnSpc>
                <a:spcPct val="110000"/>
              </a:lnSpc>
              <a:spcBef>
                <a:spcPts val="1200"/>
              </a:spcBef>
              <a:buFont typeface="Arial"/>
              <a:buChar char="•"/>
            </a:pPr>
            <a:r>
              <a:rPr lang="de-DE" sz="2000" dirty="0">
                <a:solidFill>
                  <a:srgbClr val="EAECF0"/>
                </a:solidFill>
              </a:rPr>
              <a:t> </a:t>
            </a:r>
            <a:r>
              <a:rPr lang="de-DE" sz="2000" dirty="0">
                <a:solidFill>
                  <a:srgbClr val="88A3E8"/>
                </a:solidFill>
                <a:hlinkClick r:id="rId6"/>
              </a:rPr>
              <a:t>Harley 2010</a:t>
            </a:r>
            <a:r>
              <a:rPr lang="de-DE" sz="2000" dirty="0">
                <a:solidFill>
                  <a:srgbClr val="EAECF0"/>
                </a:solidFill>
              </a:rPr>
              <a:t>.</a:t>
            </a:r>
            <a:endParaRPr lang="de-DE" sz="2000" dirty="0"/>
          </a:p>
          <a:p>
            <a:pPr marL="285750" indent="-285750">
              <a:lnSpc>
                <a:spcPct val="110000"/>
              </a:lnSpc>
              <a:spcBef>
                <a:spcPts val="1200"/>
              </a:spcBef>
              <a:buFont typeface="Arial"/>
              <a:buChar char="•"/>
            </a:pPr>
            <a:r>
              <a:rPr lang="de-DE" sz="2000" dirty="0">
                <a:solidFill>
                  <a:srgbClr val="EAECF0"/>
                </a:solidFill>
              </a:rPr>
              <a:t> </a:t>
            </a:r>
            <a:r>
              <a:rPr lang="de-DE" sz="2000" dirty="0">
                <a:solidFill>
                  <a:srgbClr val="88A3E8"/>
                </a:solidFill>
                <a:hlinkClick r:id="rId7"/>
              </a:rPr>
              <a:t>McCarthy 2020</a:t>
            </a:r>
            <a:r>
              <a:rPr lang="de-DE" sz="2000" dirty="0">
                <a:solidFill>
                  <a:srgbClr val="EAECF0"/>
                </a:solidFill>
              </a:rPr>
              <a:t>.</a:t>
            </a:r>
            <a:endParaRPr lang="de-DE" sz="2000" dirty="0"/>
          </a:p>
          <a:p>
            <a:pPr marL="285750" indent="-285750">
              <a:lnSpc>
                <a:spcPct val="110000"/>
              </a:lnSpc>
              <a:spcBef>
                <a:spcPts val="1200"/>
              </a:spcBef>
              <a:buFont typeface="Arial"/>
              <a:buChar char="•"/>
            </a:pPr>
            <a:endParaRPr lang="de-DE" sz="2000" dirty="0"/>
          </a:p>
          <a:p>
            <a:pPr marL="285750" indent="-285750">
              <a:lnSpc>
                <a:spcPct val="110000"/>
              </a:lnSpc>
              <a:spcBef>
                <a:spcPts val="1200"/>
              </a:spcBef>
              <a:buFont typeface="Arial"/>
              <a:buChar char="•"/>
            </a:pPr>
            <a:r>
              <a:rPr lang="de-DE" sz="2000" dirty="0">
                <a:solidFill>
                  <a:srgbClr val="EAECF0"/>
                </a:solidFill>
              </a:rPr>
              <a:t> </a:t>
            </a:r>
            <a:r>
              <a:rPr lang="de-DE" sz="2000" i="1" err="1">
                <a:solidFill>
                  <a:srgbClr val="EAECF0"/>
                </a:solidFill>
              </a:rPr>
              <a:t>Kapur</a:t>
            </a:r>
            <a:r>
              <a:rPr lang="de-DE" sz="2000" i="1" dirty="0">
                <a:solidFill>
                  <a:srgbClr val="EAECF0"/>
                </a:solidFill>
              </a:rPr>
              <a:t>, </a:t>
            </a:r>
            <a:r>
              <a:rPr lang="de-DE" sz="2000" i="1" err="1">
                <a:solidFill>
                  <a:srgbClr val="EAECF0"/>
                </a:solidFill>
              </a:rPr>
              <a:t>Shekhar</a:t>
            </a:r>
            <a:r>
              <a:rPr lang="de-DE" sz="2000" i="1" dirty="0">
                <a:solidFill>
                  <a:srgbClr val="EAECF0"/>
                </a:solidFill>
              </a:rPr>
              <a:t> (19 </a:t>
            </a:r>
            <a:r>
              <a:rPr lang="de-DE" sz="2000" i="1" err="1">
                <a:solidFill>
                  <a:srgbClr val="EAECF0"/>
                </a:solidFill>
              </a:rPr>
              <a:t>February</a:t>
            </a:r>
            <a:r>
              <a:rPr lang="de-DE" sz="2000" i="1" dirty="0">
                <a:solidFill>
                  <a:srgbClr val="EAECF0"/>
                </a:solidFill>
              </a:rPr>
              <a:t> 1999), </a:t>
            </a:r>
            <a:r>
              <a:rPr lang="de-DE" sz="2000" i="1" dirty="0">
                <a:solidFill>
                  <a:srgbClr val="88A3E8"/>
                </a:solidFill>
                <a:hlinkClick r:id="rId8"/>
              </a:rPr>
              <a:t>Elizabeth</a:t>
            </a:r>
            <a:r>
              <a:rPr lang="de-DE" sz="2000" i="1" dirty="0">
                <a:solidFill>
                  <a:srgbClr val="EAECF0"/>
                </a:solidFill>
              </a:rPr>
              <a:t> (</a:t>
            </a:r>
            <a:r>
              <a:rPr lang="de-DE" sz="2000" i="1" err="1">
                <a:solidFill>
                  <a:srgbClr val="EAECF0"/>
                </a:solidFill>
              </a:rPr>
              <a:t>Biography</a:t>
            </a:r>
            <a:r>
              <a:rPr lang="de-DE" sz="2000" i="1" dirty="0">
                <a:solidFill>
                  <a:srgbClr val="EAECF0"/>
                </a:solidFill>
              </a:rPr>
              <a:t>, Drama, </a:t>
            </a:r>
            <a:r>
              <a:rPr lang="de-DE" sz="2000" i="1" err="1">
                <a:solidFill>
                  <a:srgbClr val="EAECF0"/>
                </a:solidFill>
              </a:rPr>
              <a:t>History</a:t>
            </a:r>
            <a:r>
              <a:rPr lang="de-DE" sz="2000" i="1" dirty="0">
                <a:solidFill>
                  <a:srgbClr val="EAECF0"/>
                </a:solidFill>
              </a:rPr>
              <a:t>), Cate Blanchett, Liz Giles, Rod Culbertson, </a:t>
            </a:r>
            <a:r>
              <a:rPr lang="de-DE" sz="2000" i="1" err="1">
                <a:solidFill>
                  <a:srgbClr val="EAECF0"/>
                </a:solidFill>
              </a:rPr>
              <a:t>Polygram</a:t>
            </a:r>
            <a:r>
              <a:rPr lang="de-DE" sz="2000" i="1" dirty="0">
                <a:solidFill>
                  <a:srgbClr val="EAECF0"/>
                </a:solidFill>
              </a:rPr>
              <a:t> </a:t>
            </a:r>
            <a:r>
              <a:rPr lang="de-DE" sz="2000" i="1" err="1">
                <a:solidFill>
                  <a:srgbClr val="EAECF0"/>
                </a:solidFill>
              </a:rPr>
              <a:t>Filmed</a:t>
            </a:r>
            <a:r>
              <a:rPr lang="de-DE" sz="2000" i="1" dirty="0">
                <a:solidFill>
                  <a:srgbClr val="EAECF0"/>
                </a:solidFill>
              </a:rPr>
              <a:t> Entertainment, Working Title Films, Channel </a:t>
            </a:r>
            <a:r>
              <a:rPr lang="de-DE" sz="2000" i="1" err="1">
                <a:solidFill>
                  <a:srgbClr val="EAECF0"/>
                </a:solidFill>
              </a:rPr>
              <a:t>Four</a:t>
            </a:r>
            <a:r>
              <a:rPr lang="de-DE" sz="2000" i="1" dirty="0">
                <a:solidFill>
                  <a:srgbClr val="EAECF0"/>
                </a:solidFill>
              </a:rPr>
              <a:t> Films, </a:t>
            </a:r>
            <a:r>
              <a:rPr lang="de-DE" sz="2000" i="1" err="1">
                <a:solidFill>
                  <a:srgbClr val="EAECF0"/>
                </a:solidFill>
              </a:rPr>
              <a:t>retrieved</a:t>
            </a:r>
            <a:r>
              <a:rPr lang="de-DE" sz="2000" i="1" dirty="0">
                <a:solidFill>
                  <a:srgbClr val="EAECF0"/>
                </a:solidFill>
              </a:rPr>
              <a:t> 17 April 2</a:t>
            </a:r>
            <a:endParaRPr lang="de-DE" sz="2000" dirty="0"/>
          </a:p>
        </p:txBody>
      </p:sp>
    </p:spTree>
    <p:extLst>
      <p:ext uri="{BB962C8B-B14F-4D97-AF65-F5344CB8AC3E}">
        <p14:creationId xmlns:p14="http://schemas.microsoft.com/office/powerpoint/2010/main" val="27023690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08C3B964-2909-9562-3E33-EEB8C21477CF}"/>
              </a:ext>
            </a:extLst>
          </p:cNvPr>
          <p:cNvSpPr txBox="1"/>
          <p:nvPr/>
        </p:nvSpPr>
        <p:spPr>
          <a:xfrm>
            <a:off x="1143000" y="168088"/>
            <a:ext cx="6096000"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Cole 2008a, pp. 212–226. "Tallis". Collins English Dictionary. Farrell 2001, p. 125. Harley 2015, p. 1. Harley 2015, pp. 1–2. Walker 1907, p. 34. Lord 2003, p. 80. Harley 2015, p. 2. Holman 1999, p. 201. Thomas 1998, p. 136. Doe &amp; Allinson 2009. Ackroyd 2004, p. 176. Phillips 2005, p. 8. Walker 1907, p. 56. "Thomas Tallis". www.hoasm.org. Retrieved 8 April 2025. Lord 2003, p. 197. Harley 2015, p. 4. Bowers 2016. Harley 2015, p. 5. Harley 2015, pp. 5–6. Harley 2015, p. 7. Milsom 2008. Tallis: Missa Salve </a:t>
            </a:r>
            <a:r>
              <a:rPr lang="en-US" dirty="0" err="1"/>
              <a:t>intemerata</a:t>
            </a:r>
            <a:r>
              <a:rPr lang="en-US" dirty="0"/>
              <a:t> &amp; Antiphons, retrieved 17 April 2025 Harley 2015. McCarthy 2019. Harley 2010. McCarthy 2020. Tallis: Missa Puer </a:t>
            </a:r>
            <a:r>
              <a:rPr lang="en-US" dirty="0" err="1"/>
              <a:t>natus</a:t>
            </a:r>
            <a:r>
              <a:rPr lang="en-US" dirty="0"/>
              <a:t> est nobis &amp; other sacred music, retrieved 7 April 2025 Cole 2008b, p. 93. Stainer 1898. Fellowes 1969. Wulfstan 1985. Holman 1999, p. 1. Lord 2003, p. 69. Lord 2003, p. 70. McCarthy 2020, p. 126. Harley 1996. Charity, Roper's. "Roper's Charity". Roper's Charity. Retrieved 10 April 2025. "</a:t>
            </a:r>
            <a:r>
              <a:rPr lang="en-US" dirty="0" err="1"/>
              <a:t>Theewes</a:t>
            </a:r>
            <a:r>
              <a:rPr lang="en-US" dirty="0"/>
              <a:t> </a:t>
            </a:r>
            <a:r>
              <a:rPr lang="en-US" dirty="0" err="1"/>
              <a:t>Claviorganum</a:t>
            </a:r>
            <a:r>
              <a:rPr lang="en-US" dirty="0"/>
              <a:t> New Copy for Joseph Kung". Goetze &amp; Gwynn. Retrieved 10 April 2025. Harley 2015, pp. 211–212. Harley 2015, p. 212. Rimbault 1872, p. 192. Downes 1987, pp. 110–111. Rimbault 1872, pp. 192–193. Harley 2015, p. 224. "Salve </a:t>
            </a:r>
            <a:r>
              <a:rPr lang="en-US" dirty="0" err="1"/>
              <a:t>intemerata</a:t>
            </a:r>
            <a:r>
              <a:rPr lang="en-US" dirty="0"/>
              <a:t> </a:t>
            </a:r>
            <a:r>
              <a:rPr lang="en-US" dirty="0" err="1"/>
              <a:t>virgo</a:t>
            </a:r>
            <a:r>
              <a:rPr lang="en-US" dirty="0"/>
              <a:t> (Tallis) - from CDA67207 - Hyperion Records - MP3 and Lossless downloads". </a:t>
            </a:r>
          </a:p>
        </p:txBody>
      </p:sp>
    </p:spTree>
    <p:extLst>
      <p:ext uri="{BB962C8B-B14F-4D97-AF65-F5344CB8AC3E}">
        <p14:creationId xmlns:p14="http://schemas.microsoft.com/office/powerpoint/2010/main" val="34322879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B03D3F11-FA25-8E1F-3E8A-74CC50979F5C}"/>
              </a:ext>
            </a:extLst>
          </p:cNvPr>
          <p:cNvSpPr txBox="1"/>
          <p:nvPr/>
        </p:nvSpPr>
        <p:spPr>
          <a:xfrm>
            <a:off x="1049547" y="-7189"/>
            <a:ext cx="11156829"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www.hyperion-records.co.uk. Retrieved 7 April 2025. Rogers 2016. Harley 2015, p. 222. Tallis: The Complete Works, Vol. 1, retrieved 17 April 2025 Tallis: Salve </a:t>
            </a:r>
            <a:r>
              <a:rPr lang="en-US" dirty="0" err="1"/>
              <a:t>intemerata</a:t>
            </a:r>
            <a:r>
              <a:rPr lang="en-US" dirty="0"/>
              <a:t> &amp; other sacred music, retrieved 17 April 2025 "Gaude gloriosa (Tallis) - from CDA67548 - Hyperion Records - MP3 and Lossless downloads". www.hyperion-records.co.uk. Retrieved 9 April 2025. Skinner 2016. "Tallis, Thomas: Latin Church Music I". Stainer &amp; Bell. Retrieved 7 April 2025. "Thomas Tallis - Queen Katherine Parr &amp; Songs of Reformation". </a:t>
            </a:r>
            <a:r>
              <a:rPr lang="en-US" dirty="0" err="1"/>
              <a:t>Alamire</a:t>
            </a:r>
            <a:r>
              <a:rPr lang="en-US" dirty="0"/>
              <a:t>. Retrieved 7 April 2025. Willis 2016, p. 52. "Mass for four voices (Tallis) - from CDA68076 - Hyperion Records - MP3 and Lossless downloads". www.hyperion-records.co.uk. Retrieved 21 April 2025. Lord 2003, p. 75. "Benedictus (Tallis) - from CDA68026 - Hyperion Records - MP3 and Lossless downloads". www.hyperion-records.co.uk. Retrieved 16 April 2025. "GB-Ob MS. Mus. Sch. e. 420 (</a:t>
            </a:r>
            <a:r>
              <a:rPr lang="en-US" dirty="0" err="1"/>
              <a:t>Wanley</a:t>
            </a:r>
            <a:r>
              <a:rPr lang="en-US" dirty="0"/>
              <a:t> </a:t>
            </a:r>
            <a:r>
              <a:rPr lang="en-US" dirty="0" err="1"/>
              <a:t>Partbooks</a:t>
            </a:r>
            <a:r>
              <a:rPr lang="en-US" dirty="0"/>
              <a:t>) - DIAMM". www.diamm.ac.uk. Retrieved 20 April 2025. Shrock 2009, p. 148. Tallis: The Tallis Christmas Mass, retrieved 16 April 2025 "Miserere </a:t>
            </a:r>
            <a:r>
              <a:rPr lang="en-US" dirty="0" err="1"/>
              <a:t>nostri</a:t>
            </a:r>
            <a:r>
              <a:rPr lang="en-US" dirty="0"/>
              <a:t> (Tallis) - from SIGCD029 - Hyperion Records - MP3 and Lossless downloads". www.hyperion-records.co.uk. Retrieved 9 April 2025. Tallis: The Tallis Scholars sing Thomas Tallis, retrieved 9 April 2025 "Porter, Dame Shirley, (Lady Porter)". Who's Who. A &amp; C Black. (Subscription or UK public library membership required.) Wulfstan 1990. Harley, John (2016). Thomas Tallis. Routledge. p. 62. ISBN 9780367597559. Thomas 1998, p. 89. Willis 2016, p. 57. Lord 2003, p. 86. Steinberg 2008, p. 291. "Tallis's Canon". Hymnary.org. Milsom 2003, p. 163. Milsom 1998. "Counterpoint - Renaissance, Polyphony, Imitation | Britannica". www.britannica.com. Retrieved 19 April 2025. Tallis: Lamentations of Jeremiah, retrieved 28 July 2025 Milsom 2012. Smith, Jeremy L. (2003). "Music and Late Elizabethan Politics: The Identities of Oriana and Diana". Journal of the American Musicological Society. 58 (3): 507–558. doi:10.1525/jams.2005.58.3.507. JSTOR 10.1525/jams.2005.58.3.507 – via JSTOR. "</a:t>
            </a:r>
            <a:r>
              <a:rPr lang="en-US" dirty="0" err="1"/>
              <a:t>Spem</a:t>
            </a:r>
            <a:r>
              <a:rPr lang="en-US" dirty="0"/>
              <a:t> in </a:t>
            </a:r>
            <a:r>
              <a:rPr lang="en-US" dirty="0" err="1"/>
              <a:t>alium</a:t>
            </a:r>
            <a:r>
              <a:rPr lang="en-US" dirty="0"/>
              <a:t> (Tallis) - from CDA66400 - Hyperion Records - MP3 and Lossless downloads". www.hyperion-records.co.uk. Retrieved 7 April 2025. "Tallis: Complete Keyboard Works". </a:t>
            </a:r>
            <a:endParaRPr lang="en-US" dirty="0">
              <a:solidFill>
                <a:srgbClr val="FFFFFF"/>
              </a:solidFill>
            </a:endParaRPr>
          </a:p>
          <a:p>
            <a:endParaRPr lang="en-US" dirty="0"/>
          </a:p>
        </p:txBody>
      </p:sp>
    </p:spTree>
    <p:extLst>
      <p:ext uri="{BB962C8B-B14F-4D97-AF65-F5344CB8AC3E}">
        <p14:creationId xmlns:p14="http://schemas.microsoft.com/office/powerpoint/2010/main" val="623426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D477FA52-DD8F-E3E8-FAD2-FB67153CD608}"/>
              </a:ext>
            </a:extLst>
          </p:cNvPr>
          <p:cNvSpPr txBox="1"/>
          <p:nvPr/>
        </p:nvSpPr>
        <p:spPr>
          <a:xfrm>
            <a:off x="1049547" y="-7189"/>
            <a:ext cx="11142452"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0" i="0" u="none" strike="noStrike" baseline="0" dirty="0">
                <a:solidFill>
                  <a:srgbClr val="FFFFFF"/>
                </a:solidFill>
                <a:latin typeface="Neue Haas Grotesk Text Pro"/>
                <a:ea typeface="Neue Haas Grotesk Text Pro"/>
                <a:cs typeface="Neue Haas Grotesk Text Pro"/>
              </a:rPr>
              <a:t>Presto Music. Retrieved 7 April 2025. </a:t>
            </a:r>
            <a:r>
              <a:rPr lang="en-US" sz="1800" b="0" i="0" u="none" strike="noStrike" baseline="0" dirty="0" err="1">
                <a:solidFill>
                  <a:srgbClr val="FFFFFF"/>
                </a:solidFill>
                <a:latin typeface="Neue Haas Grotesk Text Pro"/>
                <a:ea typeface="Neue Haas Grotesk Text Pro"/>
                <a:cs typeface="Neue Haas Grotesk Text Pro"/>
              </a:rPr>
              <a:t>Works,Organ</a:t>
            </a:r>
            <a:r>
              <a:rPr lang="en-US" sz="1800" b="0" i="0" u="none" strike="noStrike" baseline="0" dirty="0">
                <a:solidFill>
                  <a:srgbClr val="FFFFFF"/>
                </a:solidFill>
                <a:latin typeface="Neue Haas Grotesk Text Pro"/>
                <a:ea typeface="Neue Haas Grotesk Text Pro"/>
                <a:cs typeface="Neue Haas Grotesk Text Pro"/>
              </a:rPr>
              <a:t>. "Concert Hall Piece: Felix </a:t>
            </a:r>
            <a:r>
              <a:rPr lang="en-US" sz="1800" b="0" i="0" u="none" strike="noStrike" baseline="0" dirty="0" err="1">
                <a:solidFill>
                  <a:srgbClr val="FFFFFF"/>
                </a:solidFill>
                <a:latin typeface="Neue Haas Grotesk Text Pro"/>
                <a:ea typeface="Neue Haas Grotesk Text Pro"/>
                <a:cs typeface="Neue Haas Grotesk Text Pro"/>
              </a:rPr>
              <a:t>Namque</a:t>
            </a:r>
            <a:r>
              <a:rPr lang="en-US" sz="1800" b="0" i="0" u="none" strike="noStrike" baseline="0" dirty="0">
                <a:solidFill>
                  <a:srgbClr val="FFFFFF"/>
                </a:solidFill>
                <a:latin typeface="Neue Haas Grotesk Text Pro"/>
                <a:ea typeface="Neue Haas Grotesk Text Pro"/>
                <a:cs typeface="Neue Haas Grotesk Text Pro"/>
              </a:rPr>
              <a:t> I (1562)". Contrebombarde.com. Retrieved 16 April 2025. "</a:t>
            </a:r>
            <a:r>
              <a:rPr lang="en-US" sz="1800" b="0" i="0" u="none" strike="noStrike" baseline="0" dirty="0" err="1">
                <a:solidFill>
                  <a:srgbClr val="FFFFFF"/>
                </a:solidFill>
                <a:latin typeface="Neue Haas Grotesk Text Pro"/>
                <a:ea typeface="Neue Haas Grotesk Text Pro"/>
                <a:cs typeface="Neue Haas Grotesk Text Pro"/>
              </a:rPr>
              <a:t>Osacrum</a:t>
            </a:r>
            <a:r>
              <a:rPr lang="en-US" sz="1800" b="0" i="0" u="none" strike="noStrike" baseline="0" dirty="0">
                <a:solidFill>
                  <a:srgbClr val="FFFFFF"/>
                </a:solidFill>
                <a:latin typeface="Neue Haas Grotesk Text Pro"/>
                <a:ea typeface="Neue Haas Grotesk Text Pro"/>
                <a:cs typeface="Neue Haas Grotesk Text Pro"/>
              </a:rPr>
              <a:t> convivium (Tallis) - from CDGIM025 - Hyperion Records - MP3 and Lossless </a:t>
            </a:r>
            <a:r>
              <a:rPr lang="en-US" sz="1800" b="0" i="0" u="none" strike="noStrike" baseline="0" dirty="0" err="1">
                <a:solidFill>
                  <a:srgbClr val="FFFFFF"/>
                </a:solidFill>
                <a:latin typeface="Neue Haas Grotesk Text Pro"/>
                <a:ea typeface="Neue Haas Grotesk Text Pro"/>
                <a:cs typeface="Neue Haas Grotesk Text Pro"/>
              </a:rPr>
              <a:t>downloads".www.hyperion</a:t>
            </a:r>
            <a:r>
              <a:rPr lang="en-US" sz="1800" b="0" i="0" u="none" strike="noStrike" baseline="0" dirty="0">
                <a:solidFill>
                  <a:srgbClr val="FFFFFF"/>
                </a:solidFill>
                <a:latin typeface="Neue Haas Grotesk Text Pro"/>
                <a:ea typeface="Neue Haas Grotesk Text Pro"/>
                <a:cs typeface="Neue Haas Grotesk Text Pro"/>
              </a:rPr>
              <a:t>-records.co.uk. Retrieved 9 April 2025. "The Baldwin </a:t>
            </a:r>
            <a:r>
              <a:rPr lang="en-US" sz="1800" b="0" i="0" u="none" strike="noStrike" baseline="0" dirty="0" err="1">
                <a:solidFill>
                  <a:srgbClr val="FFFFFF"/>
                </a:solidFill>
                <a:latin typeface="Neue Haas Grotesk Text Pro"/>
                <a:ea typeface="Neue Haas Grotesk Text Pro"/>
                <a:cs typeface="Neue Haas Grotesk Text Pro"/>
              </a:rPr>
              <a:t>Partbooks</a:t>
            </a:r>
            <a:r>
              <a:rPr lang="en-US" sz="1800" b="0" i="0" u="none" strike="noStrike" baseline="0" dirty="0">
                <a:solidFill>
                  <a:srgbClr val="FFFFFF"/>
                </a:solidFill>
                <a:latin typeface="Neue Haas Grotesk Text Pro"/>
                <a:ea typeface="Neue Haas Grotesk Text Pro"/>
                <a:cs typeface="Neue Haas Grotesk Text Pro"/>
              </a:rPr>
              <a:t> - </a:t>
            </a:r>
            <a:r>
              <a:rPr lang="en-US" sz="1800" b="0" i="0" u="none" strike="noStrike" baseline="0" dirty="0" err="1">
                <a:solidFill>
                  <a:srgbClr val="FFFFFF"/>
                </a:solidFill>
                <a:latin typeface="Neue Haas Grotesk Text Pro"/>
                <a:ea typeface="Neue Haas Grotesk Text Pro"/>
                <a:cs typeface="Neue Haas Grotesk Text Pro"/>
              </a:rPr>
              <a:t>ChoralWiki</a:t>
            </a:r>
            <a:r>
              <a:rPr lang="en-US" sz="1800" b="0" i="0" u="none" strike="noStrike" baseline="0" dirty="0">
                <a:solidFill>
                  <a:srgbClr val="FFFFFF"/>
                </a:solidFill>
                <a:latin typeface="Neue Haas Grotesk Text Pro"/>
                <a:ea typeface="Neue Haas Grotesk Text Pro"/>
                <a:cs typeface="Neue Haas Grotesk Text Pro"/>
              </a:rPr>
              <a:t>".www.cpdl.org. Retrieved 7 April 2025. "Domine, </a:t>
            </a:r>
            <a:r>
              <a:rPr lang="en-US" sz="1800" b="0" i="0" u="none" strike="noStrike" baseline="0" dirty="0" err="1">
                <a:solidFill>
                  <a:srgbClr val="FFFFFF"/>
                </a:solidFill>
                <a:latin typeface="Neue Haas Grotesk Text Pro"/>
                <a:ea typeface="Neue Haas Grotesk Text Pro"/>
                <a:cs typeface="Neue Haas Grotesk Text Pro"/>
              </a:rPr>
              <a:t>quis</a:t>
            </a:r>
            <a:r>
              <a:rPr lang="en-US" sz="1800" b="0" i="0" u="none" strike="noStrike" baseline="0" dirty="0">
                <a:solidFill>
                  <a:srgbClr val="FFFFFF"/>
                </a:solidFill>
                <a:latin typeface="Neue Haas Grotesk Text Pro"/>
                <a:ea typeface="Neue Haas Grotesk Text Pro"/>
                <a:cs typeface="Neue Haas Grotesk Text Pro"/>
              </a:rPr>
              <a:t> </a:t>
            </a:r>
            <a:r>
              <a:rPr lang="en-US" sz="1800" b="0" i="0" u="none" strike="noStrike" baseline="0" dirty="0" err="1">
                <a:solidFill>
                  <a:srgbClr val="FFFFFF"/>
                </a:solidFill>
                <a:latin typeface="Neue Haas Grotesk Text Pro"/>
                <a:ea typeface="Neue Haas Grotesk Text Pro"/>
                <a:cs typeface="Neue Haas Grotesk Text Pro"/>
              </a:rPr>
              <a:t>habitabit</a:t>
            </a:r>
            <a:r>
              <a:rPr lang="en-US" sz="1800" b="0" i="0" u="none" strike="noStrike" baseline="0" dirty="0">
                <a:solidFill>
                  <a:srgbClr val="FFFFFF"/>
                </a:solidFill>
                <a:latin typeface="Neue Haas Grotesk Text Pro"/>
                <a:ea typeface="Neue Haas Grotesk Text Pro"/>
                <a:cs typeface="Neue Haas Grotesk Text Pro"/>
              </a:rPr>
              <a:t>? (Tallis) - from SIGCD029 - </a:t>
            </a:r>
            <a:r>
              <a:rPr lang="en-US" sz="1800" b="0" i="0" u="none" strike="noStrike" baseline="0" dirty="0" err="1">
                <a:solidFill>
                  <a:srgbClr val="FFFFFF"/>
                </a:solidFill>
                <a:latin typeface="Neue Haas Grotesk Text Pro"/>
                <a:ea typeface="Neue Haas Grotesk Text Pro"/>
                <a:cs typeface="Neue Haas Grotesk Text Pro"/>
              </a:rPr>
              <a:t>HyperionRecords</a:t>
            </a:r>
            <a:r>
              <a:rPr lang="en-US" sz="1800" b="0" i="0" u="none" strike="noStrike" baseline="0" dirty="0">
                <a:solidFill>
                  <a:srgbClr val="FFFFFF"/>
                </a:solidFill>
                <a:latin typeface="Neue Haas Grotesk Text Pro"/>
                <a:ea typeface="Neue Haas Grotesk Text Pro"/>
                <a:cs typeface="Neue Haas Grotesk Text Pro"/>
              </a:rPr>
              <a:t> - MP3 and Lossless downloads". www.hyperion-records.co.uk. Retrieved 7 April 2025."Laudate </a:t>
            </a:r>
            <a:r>
              <a:rPr lang="en-US" sz="1800" b="0" i="0" u="none" strike="noStrike" baseline="0" dirty="0" err="1">
                <a:solidFill>
                  <a:srgbClr val="FFFFFF"/>
                </a:solidFill>
                <a:latin typeface="Neue Haas Grotesk Text Pro"/>
                <a:ea typeface="Neue Haas Grotesk Text Pro"/>
                <a:cs typeface="Neue Haas Grotesk Text Pro"/>
              </a:rPr>
              <a:t>Dominum</a:t>
            </a:r>
            <a:r>
              <a:rPr lang="en-US" sz="1800" b="0" i="0" u="none" strike="noStrike" baseline="0" dirty="0">
                <a:solidFill>
                  <a:srgbClr val="FFFFFF"/>
                </a:solidFill>
                <a:latin typeface="Neue Haas Grotesk Text Pro"/>
                <a:ea typeface="Neue Haas Grotesk Text Pro"/>
                <a:cs typeface="Neue Haas Grotesk Text Pro"/>
              </a:rPr>
              <a:t> (Tallis) - from SIGCD029 - Hyperion Records - MP3 and Lossless </a:t>
            </a:r>
            <a:r>
              <a:rPr lang="en-US" sz="1800" b="0" i="0" u="none" strike="noStrike" baseline="0" dirty="0" err="1">
                <a:solidFill>
                  <a:srgbClr val="FFFFFF"/>
                </a:solidFill>
                <a:latin typeface="Neue Haas Grotesk Text Pro"/>
                <a:ea typeface="Neue Haas Grotesk Text Pro"/>
                <a:cs typeface="Neue Haas Grotesk Text Pro"/>
              </a:rPr>
              <a:t>downloads".www.hyperion</a:t>
            </a:r>
            <a:r>
              <a:rPr lang="en-US" sz="1800" b="0" i="0" u="none" strike="noStrike" baseline="0" dirty="0">
                <a:solidFill>
                  <a:srgbClr val="FFFFFF"/>
                </a:solidFill>
                <a:latin typeface="Neue Haas Grotesk Text Pro"/>
                <a:ea typeface="Neue Haas Grotesk Text Pro"/>
                <a:cs typeface="Neue Haas Grotesk Text Pro"/>
              </a:rPr>
              <a:t>-records.co.uk. Retrieved 7 April 2025. "In </a:t>
            </a:r>
            <a:r>
              <a:rPr lang="en-US" sz="1800" b="0" i="0" u="none" strike="noStrike" baseline="0" dirty="0" err="1">
                <a:solidFill>
                  <a:srgbClr val="FFFFFF"/>
                </a:solidFill>
                <a:latin typeface="Neue Haas Grotesk Text Pro"/>
                <a:ea typeface="Neue Haas Grotesk Text Pro"/>
                <a:cs typeface="Neue Haas Grotesk Text Pro"/>
              </a:rPr>
              <a:t>ieiunio</a:t>
            </a:r>
            <a:r>
              <a:rPr lang="en-US" sz="1800" b="0" i="0" u="none" strike="noStrike" baseline="0" dirty="0">
                <a:solidFill>
                  <a:srgbClr val="FFFFFF"/>
                </a:solidFill>
                <a:latin typeface="Neue Haas Grotesk Text Pro"/>
                <a:ea typeface="Neue Haas Grotesk Text Pro"/>
                <a:cs typeface="Neue Haas Grotesk Text Pro"/>
              </a:rPr>
              <a:t> et </a:t>
            </a:r>
            <a:r>
              <a:rPr lang="en-US" sz="1800" b="0" i="0" u="none" strike="noStrike" baseline="0" dirty="0" err="1">
                <a:solidFill>
                  <a:srgbClr val="FFFFFF"/>
                </a:solidFill>
                <a:latin typeface="Neue Haas Grotesk Text Pro"/>
                <a:ea typeface="Neue Haas Grotesk Text Pro"/>
                <a:cs typeface="Neue Haas Grotesk Text Pro"/>
              </a:rPr>
              <a:t>fletu</a:t>
            </a:r>
            <a:r>
              <a:rPr lang="en-US" sz="1800" b="0" i="0" u="none" strike="noStrike" baseline="0" dirty="0">
                <a:solidFill>
                  <a:srgbClr val="FFFFFF"/>
                </a:solidFill>
                <a:latin typeface="Neue Haas Grotesk Text Pro"/>
                <a:ea typeface="Neue Haas Grotesk Text Pro"/>
                <a:cs typeface="Neue Haas Grotesk Text Pro"/>
              </a:rPr>
              <a:t> (Tallis) - from SIGCD338 -Hyperion Records - MP3 and Lossless downloads". www.hyperion-records.co.uk. Retrieved 7 April2025. Milsom 1984. "</a:t>
            </a:r>
            <a:r>
              <a:rPr lang="en-US" sz="1800" b="0" i="0" u="none" strike="noStrike" baseline="0" dirty="0" err="1">
                <a:solidFill>
                  <a:srgbClr val="FFFFFF"/>
                </a:solidFill>
                <a:latin typeface="Neue Haas Grotesk Text Pro"/>
                <a:ea typeface="Neue Haas Grotesk Text Pro"/>
                <a:cs typeface="Neue Haas Grotesk Text Pro"/>
              </a:rPr>
              <a:t>Derelinquat</a:t>
            </a:r>
            <a:r>
              <a:rPr lang="en-US" sz="1800" b="0" i="0" u="none" strike="noStrike" baseline="0" dirty="0">
                <a:solidFill>
                  <a:srgbClr val="FFFFFF"/>
                </a:solidFill>
                <a:latin typeface="Neue Haas Grotesk Text Pro"/>
                <a:ea typeface="Neue Haas Grotesk Text Pro"/>
                <a:cs typeface="Neue Haas Grotesk Text Pro"/>
              </a:rPr>
              <a:t> </a:t>
            </a:r>
            <a:r>
              <a:rPr lang="en-US" sz="1800" b="0" i="0" u="none" strike="noStrike" baseline="0" dirty="0" err="1">
                <a:solidFill>
                  <a:srgbClr val="FFFFFF"/>
                </a:solidFill>
                <a:latin typeface="Neue Haas Grotesk Text Pro"/>
                <a:ea typeface="Neue Haas Grotesk Text Pro"/>
                <a:cs typeface="Neue Haas Grotesk Text Pro"/>
              </a:rPr>
              <a:t>impius</a:t>
            </a:r>
            <a:r>
              <a:rPr lang="en-US" sz="1800" b="0" i="0" u="none" strike="noStrike" baseline="0" dirty="0">
                <a:solidFill>
                  <a:srgbClr val="FFFFFF"/>
                </a:solidFill>
                <a:latin typeface="Neue Haas Grotesk Text Pro"/>
                <a:ea typeface="Neue Haas Grotesk Text Pro"/>
                <a:cs typeface="Neue Haas Grotesk Text Pro"/>
              </a:rPr>
              <a:t> (Tallis) - from SIGCD029 - Hyperion Records - MP3 </a:t>
            </a:r>
            <a:r>
              <a:rPr lang="en-US" sz="1800" b="0" i="0" u="none" strike="noStrike" baseline="0" dirty="0" err="1">
                <a:solidFill>
                  <a:srgbClr val="FFFFFF"/>
                </a:solidFill>
                <a:latin typeface="Neue Haas Grotesk Text Pro"/>
                <a:ea typeface="Neue Haas Grotesk Text Pro"/>
                <a:cs typeface="Neue Haas Grotesk Text Pro"/>
              </a:rPr>
              <a:t>andLossless</a:t>
            </a:r>
            <a:r>
              <a:rPr lang="en-US" sz="1800" b="0" i="0" u="none" strike="noStrike" baseline="0" dirty="0">
                <a:solidFill>
                  <a:srgbClr val="FFFFFF"/>
                </a:solidFill>
                <a:latin typeface="Neue Haas Grotesk Text Pro"/>
                <a:ea typeface="Neue Haas Grotesk Text Pro"/>
                <a:cs typeface="Neue Haas Grotesk Text Pro"/>
              </a:rPr>
              <a:t> downloads". www.hyperion-records.co.uk. Retrieved 7 April 2025. Tallis: Lamentations </a:t>
            </a:r>
            <a:r>
              <a:rPr lang="en-US" sz="1800" b="0" i="0" u="none" strike="noStrike" baseline="0" dirty="0" err="1">
                <a:solidFill>
                  <a:srgbClr val="FFFFFF"/>
                </a:solidFill>
                <a:latin typeface="Neue Haas Grotesk Text Pro"/>
                <a:ea typeface="Neue Haas Grotesk Text Pro"/>
                <a:cs typeface="Neue Haas Grotesk Text Pro"/>
              </a:rPr>
              <a:t>ofJeremiah</a:t>
            </a:r>
            <a:r>
              <a:rPr lang="en-US" sz="1800" b="0" i="0" u="none" strike="noStrike" baseline="0" dirty="0">
                <a:solidFill>
                  <a:srgbClr val="FFFFFF"/>
                </a:solidFill>
                <a:latin typeface="Neue Haas Grotesk Text Pro"/>
                <a:ea typeface="Neue Haas Grotesk Text Pro"/>
                <a:cs typeface="Neue Haas Grotesk Text Pro"/>
              </a:rPr>
              <a:t>, retrieved 10 April 2025 Harley 2015, p. 227. Phillips 2005, p. 13. Cole 2008a. Flood 1924. "GB-CF MS D/DP Z6/1 - DIAMM". www.diamm.ac.uk. Retrieved 23 April 2025. Domingos 2012. Walker 1907,p. 44. Milsom 1988. "Tribute to Thomas Tallis". KASU. 11 September 2005. Retrieved 18 April 2025.Knighton 2005. Phillips, Peter (29 July 2021). "No More D Minor". London Review of Books. Vol. 43, no.15. ISSN 0260-9592. Retrieved 8 April 2025. "BBC Two - The Tudors, Series 1, Episode 1". BBC. 5October 2007. Retrieved 27 January 2019. Cole 2008b, p. 62. "What music was played at the </a:t>
            </a:r>
            <a:r>
              <a:rPr lang="en-US" sz="1800" b="0" i="0" u="none" strike="noStrike" baseline="0" dirty="0" err="1">
                <a:solidFill>
                  <a:srgbClr val="FFFFFF"/>
                </a:solidFill>
                <a:latin typeface="Neue Haas Grotesk Text Pro"/>
                <a:ea typeface="Neue Haas Grotesk Text Pro"/>
                <a:cs typeface="Neue Haas Grotesk Text Pro"/>
              </a:rPr>
              <a:t>RoyalWedding</a:t>
            </a:r>
            <a:r>
              <a:rPr lang="en-US" sz="1800" b="0" i="0" u="none" strike="noStrike" baseline="0" dirty="0">
                <a:solidFill>
                  <a:srgbClr val="FFFFFF"/>
                </a:solidFill>
                <a:latin typeface="Neue Haas Grotesk Text Pro"/>
                <a:ea typeface="Neue Haas Grotesk Text Pro"/>
                <a:cs typeface="Neue Haas Grotesk Text Pro"/>
              </a:rPr>
              <a:t>?". Classic FM. Retrieved 17 April 2025. Touching the Void (2003) - Soundtracks - </a:t>
            </a:r>
            <a:r>
              <a:rPr lang="en-US" sz="1800" b="0" i="0" u="none" strike="noStrike" baseline="0" dirty="0" err="1">
                <a:solidFill>
                  <a:srgbClr val="FFFFFF"/>
                </a:solidFill>
                <a:latin typeface="Neue Haas Grotesk Text Pro"/>
                <a:ea typeface="Neue Haas Grotesk Text Pro"/>
                <a:cs typeface="Neue Haas Grotesk Text Pro"/>
              </a:rPr>
              <a:t>IMDb.Retrieved</a:t>
            </a:r>
            <a:r>
              <a:rPr lang="en-US" sz="1800" b="0" i="0" u="none" strike="noStrike" baseline="0" dirty="0">
                <a:solidFill>
                  <a:srgbClr val="FFFFFF"/>
                </a:solidFill>
                <a:latin typeface="Neue Haas Grotesk Text Pro"/>
                <a:ea typeface="Neue Haas Grotesk Text Pro"/>
                <a:cs typeface="Neue Haas Grotesk Text Pro"/>
              </a:rPr>
              <a:t> 17 April 2025 – via www.imdb.com. Boychoir (2014) - Soundtracks - IMDb. Retrieved 17 April2025 – via www.imdb.com. "Tallis Scholars on top after 50 Shades of Grey effect". Classic </a:t>
            </a:r>
            <a:r>
              <a:rPr lang="en-US" sz="1800" b="0" i="0" u="none" strike="noStrike" baseline="0" dirty="0" err="1">
                <a:solidFill>
                  <a:srgbClr val="FFFFFF"/>
                </a:solidFill>
                <a:latin typeface="Neue Haas Grotesk Text Pro"/>
                <a:ea typeface="Neue Haas Grotesk Text Pro"/>
                <a:cs typeface="Neue Haas Grotesk Text Pro"/>
              </a:rPr>
              <a:t>FM.Retrieved</a:t>
            </a:r>
            <a:r>
              <a:rPr lang="en-US" sz="1800" b="0" i="0" u="none" strike="noStrike" baseline="0" dirty="0">
                <a:solidFill>
                  <a:srgbClr val="FFFFFF"/>
                </a:solidFill>
                <a:latin typeface="Neue Haas Grotesk Text Pro"/>
                <a:ea typeface="Neue Haas Grotesk Text Pro"/>
                <a:cs typeface="Neue Haas Grotesk Text Pro"/>
              </a:rPr>
              <a:t> 17 April 2025. "Thomas Tallis | Music Department, Composer, Soundtrack". IMDb. </a:t>
            </a:r>
            <a:endParaRPr lang="en-US" dirty="0"/>
          </a:p>
          <a:p>
            <a:pPr algn="ctr"/>
            <a:endParaRPr lang="de-DE"/>
          </a:p>
        </p:txBody>
      </p:sp>
    </p:spTree>
    <p:extLst>
      <p:ext uri="{BB962C8B-B14F-4D97-AF65-F5344CB8AC3E}">
        <p14:creationId xmlns:p14="http://schemas.microsoft.com/office/powerpoint/2010/main" val="8919473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17960AF-DA5D-A0C5-C211-982D91F3298A}"/>
              </a:ext>
            </a:extLst>
          </p:cNvPr>
          <p:cNvSpPr txBox="1"/>
          <p:nvPr/>
        </p:nvSpPr>
        <p:spPr>
          <a:xfrm>
            <a:off x="1150189" y="265981"/>
            <a:ext cx="11041812"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0" i="0" u="none" strike="noStrike" baseline="0">
                <a:solidFill>
                  <a:srgbClr val="FFFFFF"/>
                </a:solidFill>
                <a:latin typeface="Neue Haas Grotesk Text Pro"/>
                <a:ea typeface="Neue Haas Grotesk Text Pro"/>
                <a:cs typeface="Neue Haas Grotesk Text Pro"/>
              </a:rPr>
              <a:t>Retrieved 17April 2025. Hood, Dictynna (16 December 2011), Wreckers (Drama), Claire Foy, Benedict Cumberbatch,Shaun Evans, Likely Story, retrieved 17 April 2025 Corbet, Brady (20 December 2018), Vox Lux (Drama,Music), Natalie Portman, Jude Law, Stacy Martin, Bold Films, Killer Films, Andrew Lauren Productions,retrieved 17 April 2025 Kapur, Shekhar (19 February 1999), Elizabeth (Biography, Drama, History), CateBlanchett, Liz Giles, Rod Culbertson, Polygram Filmed Entertainment, Working Title Films, Channel FourFilms, retrieved 17 April 2025 </a:t>
            </a:r>
            <a:endParaRPr lang="de-DE"/>
          </a:p>
          <a:p>
            <a:pPr algn="ctr"/>
            <a:endParaRPr lang="de-DE"/>
          </a:p>
        </p:txBody>
      </p:sp>
    </p:spTree>
    <p:extLst>
      <p:ext uri="{BB962C8B-B14F-4D97-AF65-F5344CB8AC3E}">
        <p14:creationId xmlns:p14="http://schemas.microsoft.com/office/powerpoint/2010/main" val="34257555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FC350B-AF7F-56A3-9006-AF52A87C8944}"/>
              </a:ext>
            </a:extLst>
          </p:cNvPr>
          <p:cNvSpPr>
            <a:spLocks noGrp="1"/>
          </p:cNvSpPr>
          <p:nvPr>
            <p:ph type="title"/>
          </p:nvPr>
        </p:nvSpPr>
        <p:spPr/>
        <p:txBody>
          <a:bodyPr/>
          <a:lstStyle/>
          <a:p>
            <a:r>
              <a:rPr lang="de-DE" dirty="0"/>
              <a:t>Sources</a:t>
            </a:r>
          </a:p>
        </p:txBody>
      </p:sp>
      <p:sp>
        <p:nvSpPr>
          <p:cNvPr id="3" name="Inhaltsplatzhalter 2">
            <a:extLst>
              <a:ext uri="{FF2B5EF4-FFF2-40B4-BE49-F238E27FC236}">
                <a16:creationId xmlns:a16="http://schemas.microsoft.com/office/drawing/2014/main" id="{1A2936DE-A1EA-5059-03D0-84E80FBA570D}"/>
              </a:ext>
            </a:extLst>
          </p:cNvPr>
          <p:cNvSpPr>
            <a:spLocks noGrp="1"/>
          </p:cNvSpPr>
          <p:nvPr>
            <p:ph idx="1"/>
          </p:nvPr>
        </p:nvSpPr>
        <p:spPr>
          <a:xfrm>
            <a:off x="1587710" y="1225488"/>
            <a:ext cx="10435595" cy="5464529"/>
          </a:xfrm>
        </p:spPr>
        <p:txBody>
          <a:bodyPr vert="horz" lIns="91440" tIns="45720" rIns="91440" bIns="45720" rtlCol="0" anchor="t">
            <a:normAutofit fontScale="40000" lnSpcReduction="20000"/>
          </a:bodyPr>
          <a:lstStyle/>
          <a:p>
            <a:r>
              <a:rPr lang="de-DE" sz="1300" i="1" dirty="0">
                <a:solidFill>
                  <a:srgbClr val="88A3E8"/>
                </a:solidFill>
                <a:ea typeface="+mn-lt"/>
                <a:cs typeface="+mn-lt"/>
                <a:hlinkClick r:id="rId2"/>
              </a:rPr>
              <a:t>Ackroyd, Peter</a:t>
            </a:r>
            <a:r>
              <a:rPr lang="de-DE" sz="1300" i="1" dirty="0">
                <a:solidFill>
                  <a:srgbClr val="EAECF0"/>
                </a:solidFill>
                <a:ea typeface="+mn-lt"/>
                <a:cs typeface="+mn-lt"/>
              </a:rPr>
              <a:t> (2004). </a:t>
            </a:r>
            <a:r>
              <a:rPr lang="de-DE" sz="1300" i="1" dirty="0">
                <a:solidFill>
                  <a:srgbClr val="88A3E8"/>
                </a:solidFill>
                <a:ea typeface="+mn-lt"/>
                <a:cs typeface="+mn-lt"/>
                <a:hlinkClick r:id="rId3"/>
              </a:rPr>
              <a:t>Albion: The Origins of the English Imagination</a:t>
            </a:r>
            <a:r>
              <a:rPr lang="de-DE" sz="1300" i="1" dirty="0">
                <a:solidFill>
                  <a:srgbClr val="EAECF0"/>
                </a:solidFill>
                <a:ea typeface="+mn-lt"/>
                <a:cs typeface="+mn-lt"/>
              </a:rPr>
              <a:t>. London: </a:t>
            </a:r>
            <a:r>
              <a:rPr lang="de-DE" sz="1300" i="1" dirty="0">
                <a:solidFill>
                  <a:srgbClr val="88A3E8"/>
                </a:solidFill>
                <a:ea typeface="+mn-lt"/>
                <a:cs typeface="+mn-lt"/>
                <a:hlinkClick r:id="rId4"/>
              </a:rPr>
              <a:t>Chatto &amp; Windus</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6"/>
              </a:rPr>
              <a:t>978-1-85619-721-2</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Bowers, Roger (2016). </a:t>
            </a:r>
            <a:r>
              <a:rPr lang="de-DE" sz="1300" i="1" dirty="0">
                <a:solidFill>
                  <a:srgbClr val="88A3E8"/>
                </a:solidFill>
                <a:ea typeface="+mn-lt"/>
                <a:cs typeface="+mn-lt"/>
                <a:hlinkClick r:id="rId7"/>
              </a:rPr>
              <a:t>"Thomas Tallis at Dover Priory, 1530-1531"</a:t>
            </a:r>
            <a:r>
              <a:rPr lang="de-DE" sz="1300" i="1" dirty="0">
                <a:solidFill>
                  <a:srgbClr val="EAECF0"/>
                </a:solidFill>
                <a:ea typeface="+mn-lt"/>
                <a:cs typeface="+mn-lt"/>
              </a:rPr>
              <a:t>. Early Music. </a:t>
            </a:r>
            <a:r>
              <a:rPr lang="de-DE" sz="1300" b="1" i="1" dirty="0">
                <a:solidFill>
                  <a:srgbClr val="EAECF0"/>
                </a:solidFill>
                <a:ea typeface="+mn-lt"/>
                <a:cs typeface="+mn-lt"/>
              </a:rPr>
              <a:t>44</a:t>
            </a:r>
            <a:r>
              <a:rPr lang="de-DE" sz="1300" i="1" dirty="0">
                <a:solidFill>
                  <a:srgbClr val="EAECF0"/>
                </a:solidFill>
                <a:ea typeface="+mn-lt"/>
                <a:cs typeface="+mn-lt"/>
              </a:rPr>
              <a:t> (2): 197–205.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9"/>
              </a:rPr>
              <a:t>10.1093/em/caw043</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Cole, Suzanne (2008a). </a:t>
            </a:r>
            <a:r>
              <a:rPr lang="de-DE" sz="1300" i="1" dirty="0">
                <a:solidFill>
                  <a:srgbClr val="88A3E8"/>
                </a:solidFill>
                <a:ea typeface="+mn-lt"/>
                <a:cs typeface="+mn-lt"/>
                <a:hlinkClick r:id="rId10"/>
              </a:rPr>
              <a:t>"Who is the Father? Changing Perceptions of Tallis and Byrd in Late Nineteenth-Century England"</a:t>
            </a:r>
            <a:r>
              <a:rPr lang="de-DE" sz="1300" i="1" dirty="0">
                <a:solidFill>
                  <a:srgbClr val="EAECF0"/>
                </a:solidFill>
                <a:ea typeface="+mn-lt"/>
                <a:cs typeface="+mn-lt"/>
              </a:rPr>
              <a:t>. </a:t>
            </a:r>
            <a:r>
              <a:rPr lang="de-DE" sz="1300" i="1" dirty="0">
                <a:solidFill>
                  <a:srgbClr val="88A3E8"/>
                </a:solidFill>
                <a:ea typeface="+mn-lt"/>
                <a:cs typeface="+mn-lt"/>
                <a:hlinkClick r:id="rId11"/>
              </a:rPr>
              <a:t>Music and Letters</a:t>
            </a:r>
            <a:r>
              <a:rPr lang="de-DE" sz="1300" i="1" dirty="0">
                <a:solidFill>
                  <a:srgbClr val="EAECF0"/>
                </a:solidFill>
                <a:ea typeface="+mn-lt"/>
                <a:cs typeface="+mn-lt"/>
              </a:rPr>
              <a:t>. </a:t>
            </a:r>
            <a:r>
              <a:rPr lang="de-DE" sz="1300" b="1" i="1" dirty="0">
                <a:solidFill>
                  <a:srgbClr val="EAECF0"/>
                </a:solidFill>
                <a:ea typeface="+mn-lt"/>
                <a:cs typeface="+mn-lt"/>
              </a:rPr>
              <a:t>89</a:t>
            </a:r>
            <a:r>
              <a:rPr lang="de-DE" sz="1300" i="1" dirty="0">
                <a:solidFill>
                  <a:srgbClr val="EAECF0"/>
                </a:solidFill>
                <a:ea typeface="+mn-lt"/>
                <a:cs typeface="+mn-lt"/>
              </a:rPr>
              <a:t> (2): 212–226.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12"/>
              </a:rPr>
              <a:t>10.1093/ml/gcm082</a:t>
            </a:r>
            <a:r>
              <a:rPr lang="de-DE" sz="1300" i="1" dirty="0">
                <a:solidFill>
                  <a:srgbClr val="EAECF0"/>
                </a:solidFill>
                <a:ea typeface="+mn-lt"/>
                <a:cs typeface="+mn-lt"/>
              </a:rPr>
              <a:t>. </a:t>
            </a:r>
            <a:r>
              <a:rPr lang="de-DE" sz="1300" i="1" dirty="0">
                <a:solidFill>
                  <a:srgbClr val="88A3E8"/>
                </a:solidFill>
                <a:ea typeface="+mn-lt"/>
                <a:cs typeface="+mn-lt"/>
                <a:hlinkClick r:id="rId13"/>
              </a:rPr>
              <a:t>ISSN</a:t>
            </a:r>
            <a:r>
              <a:rPr lang="de-DE" sz="1300" i="1" dirty="0">
                <a:solidFill>
                  <a:srgbClr val="EAECF0"/>
                </a:solidFill>
                <a:ea typeface="+mn-lt"/>
                <a:cs typeface="+mn-lt"/>
              </a:rPr>
              <a:t> </a:t>
            </a:r>
            <a:r>
              <a:rPr lang="de-DE" sz="1300" i="1" dirty="0">
                <a:solidFill>
                  <a:srgbClr val="88A3E8"/>
                </a:solidFill>
                <a:ea typeface="+mn-lt"/>
                <a:cs typeface="+mn-lt"/>
                <a:hlinkClick r:id="rId14"/>
              </a:rPr>
              <a:t>0027-4224</a:t>
            </a:r>
            <a:r>
              <a:rPr lang="de-DE" sz="1300" i="1" dirty="0">
                <a:solidFill>
                  <a:srgbClr val="EAECF0"/>
                </a:solidFill>
                <a:ea typeface="+mn-lt"/>
                <a:cs typeface="+mn-lt"/>
              </a:rPr>
              <a:t>. </a:t>
            </a:r>
            <a:r>
              <a:rPr lang="de-DE" sz="1300" i="1" dirty="0">
                <a:solidFill>
                  <a:srgbClr val="88A3E8"/>
                </a:solidFill>
                <a:ea typeface="+mn-lt"/>
                <a:cs typeface="+mn-lt"/>
                <a:hlinkClick r:id="rId15"/>
              </a:rPr>
              <a:t>JSTOR</a:t>
            </a:r>
            <a:r>
              <a:rPr lang="de-DE" sz="1300" i="1" dirty="0">
                <a:solidFill>
                  <a:srgbClr val="EAECF0"/>
                </a:solidFill>
                <a:ea typeface="+mn-lt"/>
                <a:cs typeface="+mn-lt"/>
              </a:rPr>
              <a:t> </a:t>
            </a:r>
            <a:r>
              <a:rPr lang="de-DE" sz="1300" i="1" dirty="0">
                <a:solidFill>
                  <a:srgbClr val="88A3E8"/>
                </a:solidFill>
                <a:ea typeface="+mn-lt"/>
                <a:cs typeface="+mn-lt"/>
                <a:hlinkClick r:id="rId16"/>
              </a:rPr>
              <a:t>30162967</a:t>
            </a:r>
            <a:r>
              <a:rPr lang="de-DE" sz="1300" i="1" dirty="0">
                <a:solidFill>
                  <a:srgbClr val="EAECF0"/>
                </a:solidFill>
                <a:ea typeface="+mn-lt"/>
                <a:cs typeface="+mn-lt"/>
              </a:rPr>
              <a:t>. </a:t>
            </a:r>
            <a:r>
              <a:rPr lang="de-DE" sz="1300" i="1" dirty="0">
                <a:solidFill>
                  <a:srgbClr val="88A3E8"/>
                </a:solidFill>
                <a:ea typeface="+mn-lt"/>
                <a:cs typeface="+mn-lt"/>
                <a:hlinkClick r:id="rId17"/>
              </a:rPr>
              <a:t>S2CID</a:t>
            </a:r>
            <a:r>
              <a:rPr lang="de-DE" sz="1300" i="1" dirty="0">
                <a:solidFill>
                  <a:srgbClr val="EAECF0"/>
                </a:solidFill>
                <a:ea typeface="+mn-lt"/>
                <a:cs typeface="+mn-lt"/>
              </a:rPr>
              <a:t> </a:t>
            </a:r>
            <a:r>
              <a:rPr lang="de-DE" sz="1300" i="1" dirty="0">
                <a:solidFill>
                  <a:srgbClr val="88A3E8"/>
                </a:solidFill>
                <a:ea typeface="+mn-lt"/>
                <a:cs typeface="+mn-lt"/>
                <a:hlinkClick r:id="rId18"/>
              </a:rPr>
              <a:t>162209818</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Cole, Suzanne (2008b). </a:t>
            </a:r>
            <a:r>
              <a:rPr lang="de-DE" sz="1300" i="1" dirty="0">
                <a:solidFill>
                  <a:srgbClr val="88A3E8"/>
                </a:solidFill>
                <a:ea typeface="+mn-lt"/>
                <a:cs typeface="+mn-lt"/>
                <a:hlinkClick r:id="rId19"/>
              </a:rPr>
              <a:t>Thomas Tallis and His Music in Victorian England</a:t>
            </a:r>
            <a:r>
              <a:rPr lang="de-DE" sz="1300" i="1" dirty="0">
                <a:solidFill>
                  <a:srgbClr val="EAECF0"/>
                </a:solidFill>
                <a:ea typeface="+mn-lt"/>
                <a:cs typeface="+mn-lt"/>
              </a:rPr>
              <a:t>. Woodbridge: </a:t>
            </a:r>
            <a:r>
              <a:rPr lang="de-DE" sz="1300" i="1" dirty="0">
                <a:solidFill>
                  <a:srgbClr val="88A3E8"/>
                </a:solidFill>
                <a:ea typeface="+mn-lt"/>
                <a:cs typeface="+mn-lt"/>
                <a:hlinkClick r:id="rId20"/>
              </a:rPr>
              <a:t>Boydell Press</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21"/>
              </a:rPr>
              <a:t>978-1-84383-380-2</a:t>
            </a:r>
            <a:r>
              <a:rPr lang="de-DE" sz="1300" i="1" dirty="0">
                <a:solidFill>
                  <a:srgbClr val="EAECF0"/>
                </a:solidFill>
                <a:ea typeface="+mn-lt"/>
                <a:cs typeface="+mn-lt"/>
              </a:rPr>
              <a:t>.</a:t>
            </a:r>
            <a:endParaRPr lang="de-DE" sz="1300" dirty="0"/>
          </a:p>
          <a:p>
            <a:r>
              <a:rPr lang="de-DE" sz="1300" i="1" err="1">
                <a:solidFill>
                  <a:srgbClr val="EAECF0"/>
                </a:solidFill>
                <a:ea typeface="+mn-lt"/>
                <a:cs typeface="+mn-lt"/>
              </a:rPr>
              <a:t>Doe</a:t>
            </a:r>
            <a:r>
              <a:rPr lang="de-DE" sz="1300" i="1" dirty="0">
                <a:solidFill>
                  <a:srgbClr val="EAECF0"/>
                </a:solidFill>
                <a:ea typeface="+mn-lt"/>
                <a:cs typeface="+mn-lt"/>
              </a:rPr>
              <a:t>, Paul; </a:t>
            </a:r>
            <a:r>
              <a:rPr lang="de-DE" sz="1300" i="1" err="1">
                <a:solidFill>
                  <a:srgbClr val="EAECF0"/>
                </a:solidFill>
                <a:ea typeface="+mn-lt"/>
                <a:cs typeface="+mn-lt"/>
              </a:rPr>
              <a:t>Allinson</a:t>
            </a:r>
            <a:r>
              <a:rPr lang="de-DE" sz="1300" i="1" dirty="0">
                <a:solidFill>
                  <a:srgbClr val="EAECF0"/>
                </a:solidFill>
                <a:ea typeface="+mn-lt"/>
                <a:cs typeface="+mn-lt"/>
              </a:rPr>
              <a:t>, David (2009). "Tallis [</a:t>
            </a:r>
            <a:r>
              <a:rPr lang="de-DE" sz="1300" i="1" err="1">
                <a:solidFill>
                  <a:srgbClr val="EAECF0"/>
                </a:solidFill>
                <a:ea typeface="+mn-lt"/>
                <a:cs typeface="+mn-lt"/>
              </a:rPr>
              <a:t>Tallys</a:t>
            </a:r>
            <a:r>
              <a:rPr lang="de-DE" sz="1300" i="1" dirty="0">
                <a:solidFill>
                  <a:srgbClr val="EAECF0"/>
                </a:solidFill>
                <a:ea typeface="+mn-lt"/>
                <a:cs typeface="+mn-lt"/>
              </a:rPr>
              <a:t>, </a:t>
            </a:r>
            <a:r>
              <a:rPr lang="de-DE" sz="1300" i="1" err="1">
                <a:solidFill>
                  <a:srgbClr val="EAECF0"/>
                </a:solidFill>
                <a:ea typeface="+mn-lt"/>
                <a:cs typeface="+mn-lt"/>
              </a:rPr>
              <a:t>Talles</a:t>
            </a:r>
            <a:r>
              <a:rPr lang="de-DE" sz="1300" i="1" dirty="0">
                <a:solidFill>
                  <a:srgbClr val="EAECF0"/>
                </a:solidFill>
                <a:ea typeface="+mn-lt"/>
                <a:cs typeface="+mn-lt"/>
              </a:rPr>
              <a:t>], Thomas". </a:t>
            </a:r>
            <a:r>
              <a:rPr lang="de-DE" sz="1300" i="1" dirty="0">
                <a:solidFill>
                  <a:srgbClr val="88A3E8"/>
                </a:solidFill>
                <a:ea typeface="+mn-lt"/>
                <a:cs typeface="+mn-lt"/>
                <a:hlinkClick r:id="rId22"/>
              </a:rPr>
              <a:t>Grove Music Online</a:t>
            </a:r>
            <a:r>
              <a:rPr lang="de-DE" sz="1300" i="1" dirty="0">
                <a:solidFill>
                  <a:srgbClr val="EAECF0"/>
                </a:solidFill>
                <a:ea typeface="+mn-lt"/>
                <a:cs typeface="+mn-lt"/>
              </a:rPr>
              <a:t> (8th </a:t>
            </a:r>
            <a:r>
              <a:rPr lang="de-DE" sz="1300" i="1" err="1">
                <a:solidFill>
                  <a:srgbClr val="EAECF0"/>
                </a:solidFill>
                <a:ea typeface="+mn-lt"/>
                <a:cs typeface="+mn-lt"/>
              </a:rPr>
              <a:t>ed</a:t>
            </a:r>
            <a:r>
              <a:rPr lang="de-DE" sz="1300" i="1" dirty="0">
                <a:solidFill>
                  <a:srgbClr val="EAECF0"/>
                </a:solidFill>
                <a:ea typeface="+mn-lt"/>
                <a:cs typeface="+mn-lt"/>
              </a:rPr>
              <a:t>.). </a:t>
            </a:r>
            <a:r>
              <a:rPr lang="de-DE" sz="1300" i="1" dirty="0">
                <a:solidFill>
                  <a:srgbClr val="88A3E8"/>
                </a:solidFill>
                <a:ea typeface="+mn-lt"/>
                <a:cs typeface="+mn-lt"/>
                <a:hlinkClick r:id="rId23"/>
              </a:rPr>
              <a:t>Oxford University Press</a:t>
            </a:r>
            <a:r>
              <a:rPr lang="de-DE" sz="1300" i="1" dirty="0">
                <a:solidFill>
                  <a:srgbClr val="EAECF0"/>
                </a:solidFill>
                <a:ea typeface="+mn-lt"/>
                <a:cs typeface="+mn-lt"/>
              </a:rPr>
              <a:t>.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24"/>
              </a:rPr>
              <a:t>10.1093/gmo/9781561592630.article.27423</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25"/>
              </a:rPr>
              <a:t>978-1-56159-263-0</a:t>
            </a:r>
            <a:r>
              <a:rPr lang="de-DE" sz="1300" i="1" dirty="0">
                <a:solidFill>
                  <a:srgbClr val="EAECF0"/>
                </a:solidFill>
                <a:ea typeface="+mn-lt"/>
                <a:cs typeface="+mn-lt"/>
              </a:rPr>
              <a:t>.</a:t>
            </a:r>
            <a:r>
              <a:rPr lang="de-DE" sz="1300" dirty="0">
                <a:solidFill>
                  <a:srgbClr val="EAECF0"/>
                </a:solidFill>
                <a:ea typeface="+mn-lt"/>
                <a:cs typeface="+mn-lt"/>
              </a:rPr>
              <a:t> </a:t>
            </a:r>
            <a:r>
              <a:rPr lang="de-DE" sz="1300" dirty="0">
                <a:solidFill>
                  <a:srgbClr val="A2A9B1"/>
                </a:solidFill>
                <a:ea typeface="+mn-lt"/>
                <a:cs typeface="+mn-lt"/>
              </a:rPr>
              <a:t>(</a:t>
            </a:r>
            <a:r>
              <a:rPr lang="de-DE" sz="1300" err="1">
                <a:solidFill>
                  <a:srgbClr val="A2A9B1"/>
                </a:solidFill>
                <a:ea typeface="+mn-lt"/>
                <a:cs typeface="+mn-lt"/>
              </a:rPr>
              <a:t>subscription</a:t>
            </a:r>
            <a:r>
              <a:rPr lang="de-DE" sz="1300" dirty="0">
                <a:solidFill>
                  <a:srgbClr val="A2A9B1"/>
                </a:solidFill>
                <a:ea typeface="+mn-lt"/>
                <a:cs typeface="+mn-lt"/>
              </a:rPr>
              <a:t>, </a:t>
            </a:r>
            <a:r>
              <a:rPr lang="de-DE" sz="1300" dirty="0">
                <a:solidFill>
                  <a:srgbClr val="88A3E8"/>
                </a:solidFill>
                <a:ea typeface="+mn-lt"/>
                <a:cs typeface="+mn-lt"/>
                <a:hlinkClick r:id="rId26"/>
              </a:rPr>
              <a:t>Wikilibrary</a:t>
            </a:r>
            <a:r>
              <a:rPr lang="de-DE" sz="1300" dirty="0">
                <a:solidFill>
                  <a:srgbClr val="A2A9B1"/>
                </a:solidFill>
                <a:ea typeface="+mn-lt"/>
                <a:cs typeface="+mn-lt"/>
              </a:rPr>
              <a:t> </a:t>
            </a:r>
            <a:r>
              <a:rPr lang="de-DE" sz="1300" err="1">
                <a:solidFill>
                  <a:srgbClr val="A2A9B1"/>
                </a:solidFill>
                <a:ea typeface="+mn-lt"/>
                <a:cs typeface="+mn-lt"/>
              </a:rPr>
              <a:t>access</a:t>
            </a:r>
            <a:r>
              <a:rPr lang="de-DE" sz="1300" dirty="0">
                <a:solidFill>
                  <a:srgbClr val="A2A9B1"/>
                </a:solidFill>
                <a:ea typeface="+mn-lt"/>
                <a:cs typeface="+mn-lt"/>
              </a:rPr>
              <a:t>, </a:t>
            </a:r>
            <a:r>
              <a:rPr lang="de-DE" sz="1300" err="1">
                <a:solidFill>
                  <a:srgbClr val="A2A9B1"/>
                </a:solidFill>
                <a:ea typeface="+mn-lt"/>
                <a:cs typeface="+mn-lt"/>
              </a:rPr>
              <a:t>or</a:t>
            </a:r>
            <a:r>
              <a:rPr lang="de-DE" sz="1300" dirty="0">
                <a:solidFill>
                  <a:srgbClr val="A2A9B1"/>
                </a:solidFill>
                <a:ea typeface="+mn-lt"/>
                <a:cs typeface="+mn-lt"/>
              </a:rPr>
              <a:t> </a:t>
            </a:r>
            <a:r>
              <a:rPr lang="de-DE" sz="1300" dirty="0">
                <a:solidFill>
                  <a:srgbClr val="88A3E8"/>
                </a:solidFill>
                <a:ea typeface="+mn-lt"/>
                <a:cs typeface="+mn-lt"/>
                <a:hlinkClick r:id="rId27"/>
              </a:rPr>
              <a:t>UK public library membership</a:t>
            </a:r>
            <a:r>
              <a:rPr lang="de-DE" sz="1300" dirty="0">
                <a:solidFill>
                  <a:srgbClr val="A2A9B1"/>
                </a:solidFill>
                <a:ea typeface="+mn-lt"/>
                <a:cs typeface="+mn-lt"/>
              </a:rPr>
              <a:t> </a:t>
            </a:r>
            <a:r>
              <a:rPr lang="de-DE" sz="1300" err="1">
                <a:solidFill>
                  <a:srgbClr val="A2A9B1"/>
                </a:solidFill>
                <a:ea typeface="+mn-lt"/>
                <a:cs typeface="+mn-lt"/>
              </a:rPr>
              <a:t>required</a:t>
            </a:r>
            <a:r>
              <a:rPr lang="de-DE" sz="1300" dirty="0">
                <a:solidFill>
                  <a:srgbClr val="A2A9B1"/>
                </a:solidFill>
                <a:ea typeface="+mn-lt"/>
                <a:cs typeface="+mn-lt"/>
              </a:rPr>
              <a:t>)</a:t>
            </a:r>
            <a:endParaRPr lang="de-DE" sz="1300" dirty="0"/>
          </a:p>
          <a:p>
            <a:r>
              <a:rPr lang="de-DE" sz="1300" i="1" err="1">
                <a:solidFill>
                  <a:srgbClr val="EAECF0"/>
                </a:solidFill>
                <a:ea typeface="+mn-lt"/>
                <a:cs typeface="+mn-lt"/>
              </a:rPr>
              <a:t>Downes</a:t>
            </a:r>
            <a:r>
              <a:rPr lang="de-DE" sz="1300" i="1" dirty="0">
                <a:solidFill>
                  <a:srgbClr val="EAECF0"/>
                </a:solidFill>
                <a:ea typeface="+mn-lt"/>
                <a:cs typeface="+mn-lt"/>
              </a:rPr>
              <a:t>, Kerry (1987). </a:t>
            </a:r>
            <a:r>
              <a:rPr lang="de-DE" sz="1300" i="1" err="1">
                <a:solidFill>
                  <a:srgbClr val="EAECF0"/>
                </a:solidFill>
                <a:ea typeface="+mn-lt"/>
                <a:cs typeface="+mn-lt"/>
              </a:rPr>
              <a:t>Hawksmoor</a:t>
            </a:r>
            <a:r>
              <a:rPr lang="de-DE" sz="1300" i="1" dirty="0">
                <a:solidFill>
                  <a:srgbClr val="EAECF0"/>
                </a:solidFill>
                <a:ea typeface="+mn-lt"/>
                <a:cs typeface="+mn-lt"/>
              </a:rPr>
              <a:t>. World </a:t>
            </a:r>
            <a:r>
              <a:rPr lang="de-DE" sz="1300" i="1" err="1">
                <a:solidFill>
                  <a:srgbClr val="EAECF0"/>
                </a:solidFill>
                <a:ea typeface="+mn-lt"/>
                <a:cs typeface="+mn-lt"/>
              </a:rPr>
              <a:t>of</a:t>
            </a:r>
            <a:r>
              <a:rPr lang="de-DE" sz="1300" i="1" dirty="0">
                <a:solidFill>
                  <a:srgbClr val="EAECF0"/>
                </a:solidFill>
                <a:ea typeface="+mn-lt"/>
                <a:cs typeface="+mn-lt"/>
              </a:rPr>
              <a:t> Art. London: Thames and Hudson. </a:t>
            </a:r>
            <a:r>
              <a:rPr lang="de-DE" sz="1300" i="1" dirty="0">
                <a:solidFill>
                  <a:srgbClr val="88A3E8"/>
                </a:solidFill>
                <a:ea typeface="+mn-lt"/>
                <a:cs typeface="+mn-lt"/>
                <a:hlinkClick r:id="rId28"/>
              </a:rPr>
              <a:t>OCLC</a:t>
            </a:r>
            <a:r>
              <a:rPr lang="de-DE" sz="1300" i="1" dirty="0">
                <a:solidFill>
                  <a:srgbClr val="EAECF0"/>
                </a:solidFill>
                <a:ea typeface="+mn-lt"/>
                <a:cs typeface="+mn-lt"/>
              </a:rPr>
              <a:t> </a:t>
            </a:r>
            <a:r>
              <a:rPr lang="de-DE" sz="1300" i="1" dirty="0">
                <a:solidFill>
                  <a:srgbClr val="88A3E8"/>
                </a:solidFill>
                <a:ea typeface="+mn-lt"/>
                <a:cs typeface="+mn-lt"/>
                <a:hlinkClick r:id="rId29"/>
              </a:rPr>
              <a:t>472150026</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Domingos, Nathalia (2012). </a:t>
            </a:r>
            <a:r>
              <a:rPr lang="de-DE" sz="1300" i="1" dirty="0">
                <a:solidFill>
                  <a:srgbClr val="88A3E8"/>
                </a:solidFill>
                <a:ea typeface="+mn-lt"/>
                <a:cs typeface="+mn-lt"/>
                <a:hlinkClick r:id="rId30"/>
              </a:rPr>
              <a:t>Tradução comentada da primeira parte do tratado A plaine and easie introduction to practicall musicke (1597) de Thomas Morley</a:t>
            </a:r>
            <a:r>
              <a:rPr lang="de-DE" sz="1300" i="1" dirty="0">
                <a:solidFill>
                  <a:srgbClr val="EAECF0"/>
                </a:solidFill>
                <a:ea typeface="+mn-lt"/>
                <a:cs typeface="+mn-lt"/>
              </a:rPr>
              <a:t> (Thesis). </a:t>
            </a:r>
            <a:r>
              <a:rPr lang="de-DE" sz="1300" i="1" err="1">
                <a:solidFill>
                  <a:srgbClr val="EAECF0"/>
                </a:solidFill>
                <a:ea typeface="+mn-lt"/>
                <a:cs typeface="+mn-lt"/>
              </a:rPr>
              <a:t>Universidade</a:t>
            </a:r>
            <a:r>
              <a:rPr lang="de-DE" sz="1300" i="1" dirty="0">
                <a:solidFill>
                  <a:srgbClr val="EAECF0"/>
                </a:solidFill>
                <a:ea typeface="+mn-lt"/>
                <a:cs typeface="+mn-lt"/>
              </a:rPr>
              <a:t> de Sao Paulo, </a:t>
            </a:r>
            <a:r>
              <a:rPr lang="de-DE" sz="1300" i="1" err="1">
                <a:solidFill>
                  <a:srgbClr val="EAECF0"/>
                </a:solidFill>
                <a:ea typeface="+mn-lt"/>
                <a:cs typeface="+mn-lt"/>
              </a:rPr>
              <a:t>Agencia</a:t>
            </a:r>
            <a:r>
              <a:rPr lang="de-DE" sz="1300" i="1" dirty="0">
                <a:solidFill>
                  <a:srgbClr val="EAECF0"/>
                </a:solidFill>
                <a:ea typeface="+mn-lt"/>
                <a:cs typeface="+mn-lt"/>
              </a:rPr>
              <a:t> USP de </a:t>
            </a:r>
            <a:r>
              <a:rPr lang="de-DE" sz="1300" i="1" err="1">
                <a:solidFill>
                  <a:srgbClr val="EAECF0"/>
                </a:solidFill>
                <a:ea typeface="+mn-lt"/>
                <a:cs typeface="+mn-lt"/>
              </a:rPr>
              <a:t>Gestao</a:t>
            </a:r>
            <a:r>
              <a:rPr lang="de-DE" sz="1300" i="1" dirty="0">
                <a:solidFill>
                  <a:srgbClr val="EAECF0"/>
                </a:solidFill>
                <a:ea typeface="+mn-lt"/>
                <a:cs typeface="+mn-lt"/>
              </a:rPr>
              <a:t> da </a:t>
            </a:r>
            <a:r>
              <a:rPr lang="de-DE" sz="1300" i="1" err="1">
                <a:solidFill>
                  <a:srgbClr val="EAECF0"/>
                </a:solidFill>
                <a:ea typeface="+mn-lt"/>
                <a:cs typeface="+mn-lt"/>
              </a:rPr>
              <a:t>Informacao</a:t>
            </a:r>
            <a:r>
              <a:rPr lang="de-DE" sz="1300" i="1" dirty="0">
                <a:solidFill>
                  <a:srgbClr val="EAECF0"/>
                </a:solidFill>
                <a:ea typeface="+mn-lt"/>
                <a:cs typeface="+mn-lt"/>
              </a:rPr>
              <a:t> Academica (AGUIA).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31"/>
              </a:rPr>
              <a:t>10.11606/d.27.2012.tde-02122012-185028</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Farrell, Joseph (2001). </a:t>
            </a:r>
            <a:r>
              <a:rPr lang="de-DE" sz="1300" i="1" dirty="0">
                <a:solidFill>
                  <a:srgbClr val="88A3E8"/>
                </a:solidFill>
                <a:ea typeface="+mn-lt"/>
                <a:cs typeface="+mn-lt"/>
                <a:hlinkClick r:id="rId32"/>
              </a:rPr>
              <a:t>Latin Language and Latin Culture: From Ancient to Modern Times</a:t>
            </a:r>
            <a:r>
              <a:rPr lang="de-DE" sz="1300" i="1" dirty="0">
                <a:solidFill>
                  <a:srgbClr val="EAECF0"/>
                </a:solidFill>
                <a:ea typeface="+mn-lt"/>
                <a:cs typeface="+mn-lt"/>
              </a:rPr>
              <a:t>. Cambridge: </a:t>
            </a:r>
            <a:r>
              <a:rPr lang="de-DE" sz="1300" i="1" dirty="0">
                <a:solidFill>
                  <a:srgbClr val="88A3E8"/>
                </a:solidFill>
                <a:ea typeface="+mn-lt"/>
                <a:cs typeface="+mn-lt"/>
                <a:hlinkClick r:id="rId33"/>
              </a:rPr>
              <a:t>Cambridge University Press</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34"/>
              </a:rPr>
              <a:t>978-0-521-77663-9</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Fellowes, Edmund H. (1969). </a:t>
            </a:r>
            <a:r>
              <a:rPr lang="de-DE" sz="1300" i="1" dirty="0">
                <a:solidFill>
                  <a:srgbClr val="88A3E8"/>
                </a:solidFill>
                <a:ea typeface="+mn-lt"/>
                <a:cs typeface="+mn-lt"/>
                <a:hlinkClick r:id="rId35"/>
              </a:rPr>
              <a:t>English cathedral music</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Flood, W. H. Grattan (1 </a:t>
            </a:r>
            <a:r>
              <a:rPr lang="de-DE" sz="1300" i="1" err="1">
                <a:solidFill>
                  <a:srgbClr val="EAECF0"/>
                </a:solidFill>
                <a:ea typeface="+mn-lt"/>
                <a:cs typeface="+mn-lt"/>
              </a:rPr>
              <a:t>October</a:t>
            </a:r>
            <a:r>
              <a:rPr lang="de-DE" sz="1300" i="1" dirty="0">
                <a:solidFill>
                  <a:srgbClr val="EAECF0"/>
                </a:solidFill>
                <a:ea typeface="+mn-lt"/>
                <a:cs typeface="+mn-lt"/>
              </a:rPr>
              <a:t> 1924). </a:t>
            </a:r>
            <a:r>
              <a:rPr lang="de-DE" sz="1300" i="1" dirty="0">
                <a:solidFill>
                  <a:srgbClr val="88A3E8"/>
                </a:solidFill>
                <a:ea typeface="+mn-lt"/>
                <a:cs typeface="+mn-lt"/>
                <a:hlinkClick r:id="rId36"/>
              </a:rPr>
              <a:t>"New Light on Late Tudor Composers: III. William Mundy"</a:t>
            </a:r>
            <a:r>
              <a:rPr lang="de-DE" sz="1300" i="1" dirty="0">
                <a:solidFill>
                  <a:srgbClr val="EAECF0"/>
                </a:solidFill>
                <a:ea typeface="+mn-lt"/>
                <a:cs typeface="+mn-lt"/>
              </a:rPr>
              <a:t>. The Musical Times. </a:t>
            </a:r>
            <a:r>
              <a:rPr lang="de-DE" sz="1300" b="1" i="1" dirty="0">
                <a:solidFill>
                  <a:srgbClr val="EAECF0"/>
                </a:solidFill>
                <a:ea typeface="+mn-lt"/>
                <a:cs typeface="+mn-lt"/>
              </a:rPr>
              <a:t>65</a:t>
            </a:r>
            <a:r>
              <a:rPr lang="de-DE" sz="1300" i="1" dirty="0">
                <a:solidFill>
                  <a:srgbClr val="EAECF0"/>
                </a:solidFill>
                <a:ea typeface="+mn-lt"/>
                <a:cs typeface="+mn-lt"/>
              </a:rPr>
              <a:t> (980): 894–895.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37"/>
              </a:rPr>
              <a:t>10.2307/911748</a:t>
            </a:r>
            <a:r>
              <a:rPr lang="de-DE" sz="1300" i="1" dirty="0">
                <a:solidFill>
                  <a:srgbClr val="EAECF0"/>
                </a:solidFill>
                <a:ea typeface="+mn-lt"/>
                <a:cs typeface="+mn-lt"/>
              </a:rPr>
              <a:t>. </a:t>
            </a:r>
            <a:r>
              <a:rPr lang="de-DE" sz="1300" i="1" dirty="0">
                <a:solidFill>
                  <a:srgbClr val="88A3E8"/>
                </a:solidFill>
                <a:ea typeface="+mn-lt"/>
                <a:cs typeface="+mn-lt"/>
                <a:hlinkClick r:id="rId15"/>
              </a:rPr>
              <a:t>JSTOR</a:t>
            </a:r>
            <a:r>
              <a:rPr lang="de-DE" sz="1300" i="1" dirty="0">
                <a:solidFill>
                  <a:srgbClr val="EAECF0"/>
                </a:solidFill>
                <a:ea typeface="+mn-lt"/>
                <a:cs typeface="+mn-lt"/>
              </a:rPr>
              <a:t> </a:t>
            </a:r>
            <a:r>
              <a:rPr lang="de-DE" sz="1300" i="1" dirty="0">
                <a:solidFill>
                  <a:srgbClr val="88A3E8"/>
                </a:solidFill>
                <a:ea typeface="+mn-lt"/>
                <a:cs typeface="+mn-lt"/>
                <a:hlinkClick r:id="rId36"/>
              </a:rPr>
              <a:t>911748</a:t>
            </a:r>
            <a:r>
              <a:rPr lang="de-DE" sz="1300" i="1" dirty="0">
                <a:solidFill>
                  <a:srgbClr val="EAECF0"/>
                </a:solidFill>
                <a:ea typeface="+mn-lt"/>
                <a:cs typeface="+mn-lt"/>
              </a:rPr>
              <a:t>.</a:t>
            </a:r>
            <a:endParaRPr lang="de-DE" sz="1300" dirty="0"/>
          </a:p>
          <a:p>
            <a:r>
              <a:rPr lang="de-DE" sz="1300" i="1" err="1">
                <a:solidFill>
                  <a:srgbClr val="EAECF0"/>
                </a:solidFill>
                <a:ea typeface="+mn-lt"/>
                <a:cs typeface="+mn-lt"/>
              </a:rPr>
              <a:t>Gatens</a:t>
            </a:r>
            <a:r>
              <a:rPr lang="de-DE" sz="1300" i="1" dirty="0">
                <a:solidFill>
                  <a:srgbClr val="EAECF0"/>
                </a:solidFill>
                <a:ea typeface="+mn-lt"/>
                <a:cs typeface="+mn-lt"/>
              </a:rPr>
              <a:t> (2005). "Tallis: Works, all". American </a:t>
            </a:r>
            <a:r>
              <a:rPr lang="de-DE" sz="1300" i="1" err="1">
                <a:solidFill>
                  <a:srgbClr val="EAECF0"/>
                </a:solidFill>
                <a:ea typeface="+mn-lt"/>
                <a:cs typeface="+mn-lt"/>
              </a:rPr>
              <a:t>Record</a:t>
            </a:r>
            <a:r>
              <a:rPr lang="de-DE" sz="1300" i="1" dirty="0">
                <a:solidFill>
                  <a:srgbClr val="EAECF0"/>
                </a:solidFill>
                <a:ea typeface="+mn-lt"/>
                <a:cs typeface="+mn-lt"/>
              </a:rPr>
              <a:t> Guide. Vol. 86, </a:t>
            </a:r>
            <a:r>
              <a:rPr lang="de-DE" sz="1300" i="1" err="1">
                <a:solidFill>
                  <a:srgbClr val="EAECF0"/>
                </a:solidFill>
                <a:ea typeface="+mn-lt"/>
                <a:cs typeface="+mn-lt"/>
              </a:rPr>
              <a:t>no</a:t>
            </a:r>
            <a:r>
              <a:rPr lang="de-DE" sz="1300" i="1" dirty="0">
                <a:solidFill>
                  <a:srgbClr val="EAECF0"/>
                </a:solidFill>
                <a:ea typeface="+mn-lt"/>
                <a:cs typeface="+mn-lt"/>
              </a:rPr>
              <a:t>. 3 May–June. Cincinnati, Ohio. </a:t>
            </a:r>
            <a:r>
              <a:rPr lang="de-DE" sz="1300" i="1" dirty="0">
                <a:solidFill>
                  <a:srgbClr val="88A3E8"/>
                </a:solidFill>
                <a:ea typeface="+mn-lt"/>
                <a:cs typeface="+mn-lt"/>
                <a:hlinkClick r:id="rId13"/>
              </a:rPr>
              <a:t>ISSN</a:t>
            </a:r>
            <a:r>
              <a:rPr lang="de-DE" sz="1300" i="1" dirty="0">
                <a:solidFill>
                  <a:srgbClr val="EAECF0"/>
                </a:solidFill>
                <a:ea typeface="+mn-lt"/>
                <a:cs typeface="+mn-lt"/>
              </a:rPr>
              <a:t> </a:t>
            </a:r>
            <a:r>
              <a:rPr lang="de-DE" sz="1300" i="1" dirty="0">
                <a:solidFill>
                  <a:srgbClr val="88A3E8"/>
                </a:solidFill>
                <a:ea typeface="+mn-lt"/>
                <a:cs typeface="+mn-lt"/>
                <a:hlinkClick r:id="rId38"/>
              </a:rPr>
              <a:t>0003-0716</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Harley, John (2015). </a:t>
            </a:r>
            <a:r>
              <a:rPr lang="de-DE" sz="1300" i="1" dirty="0">
                <a:solidFill>
                  <a:srgbClr val="88A3E8"/>
                </a:solidFill>
                <a:ea typeface="+mn-lt"/>
                <a:cs typeface="+mn-lt"/>
                <a:hlinkClick r:id="rId39"/>
              </a:rPr>
              <a:t>Thomas Tallis</a:t>
            </a:r>
            <a:r>
              <a:rPr lang="de-DE" sz="1300" i="1" dirty="0">
                <a:solidFill>
                  <a:srgbClr val="EAECF0"/>
                </a:solidFill>
                <a:ea typeface="+mn-lt"/>
                <a:cs typeface="+mn-lt"/>
              </a:rPr>
              <a:t>. Farnham, UK: </a:t>
            </a:r>
            <a:r>
              <a:rPr lang="de-DE" sz="1300" i="1" dirty="0">
                <a:solidFill>
                  <a:srgbClr val="88A3E8"/>
                </a:solidFill>
                <a:ea typeface="+mn-lt"/>
                <a:cs typeface="+mn-lt"/>
                <a:hlinkClick r:id="rId40"/>
              </a:rPr>
              <a:t>Routledge</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41"/>
              </a:rPr>
              <a:t>978-1-317-01036-4</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Harley, John (2010). </a:t>
            </a:r>
            <a:r>
              <a:rPr lang="de-DE" sz="1300" i="1" dirty="0">
                <a:solidFill>
                  <a:srgbClr val="88A3E8"/>
                </a:solidFill>
                <a:ea typeface="+mn-lt"/>
                <a:cs typeface="+mn-lt"/>
                <a:hlinkClick r:id="rId42"/>
              </a:rPr>
              <a:t>The world of William Byrd: musicians, merchants and magnates</a:t>
            </a:r>
            <a:r>
              <a:rPr lang="de-DE" sz="1300" i="1" dirty="0">
                <a:solidFill>
                  <a:srgbClr val="EAECF0"/>
                </a:solidFill>
                <a:ea typeface="+mn-lt"/>
                <a:cs typeface="+mn-lt"/>
              </a:rPr>
              <a:t>. Burlington, VT: </a:t>
            </a:r>
            <a:r>
              <a:rPr lang="de-DE" sz="1300" i="1" err="1">
                <a:solidFill>
                  <a:srgbClr val="EAECF0"/>
                </a:solidFill>
                <a:ea typeface="+mn-lt"/>
                <a:cs typeface="+mn-lt"/>
              </a:rPr>
              <a:t>Ashgate</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43"/>
              </a:rPr>
              <a:t>978-1-4094-0088-2</a:t>
            </a:r>
            <a:r>
              <a:rPr lang="de-DE" sz="1300" i="1" dirty="0">
                <a:solidFill>
                  <a:srgbClr val="EAECF0"/>
                </a:solidFill>
                <a:ea typeface="+mn-lt"/>
                <a:cs typeface="+mn-lt"/>
              </a:rPr>
              <a:t>. </a:t>
            </a:r>
            <a:r>
              <a:rPr lang="de-DE" sz="1300" i="1" dirty="0">
                <a:solidFill>
                  <a:srgbClr val="88A3E8"/>
                </a:solidFill>
                <a:ea typeface="+mn-lt"/>
                <a:cs typeface="+mn-lt"/>
                <a:hlinkClick r:id="rId28"/>
              </a:rPr>
              <a:t>OCLC</a:t>
            </a:r>
            <a:r>
              <a:rPr lang="de-DE" sz="1300" i="1" dirty="0">
                <a:solidFill>
                  <a:srgbClr val="EAECF0"/>
                </a:solidFill>
                <a:ea typeface="+mn-lt"/>
                <a:cs typeface="+mn-lt"/>
              </a:rPr>
              <a:t> </a:t>
            </a:r>
            <a:r>
              <a:rPr lang="de-DE" sz="1300" i="1" dirty="0">
                <a:solidFill>
                  <a:srgbClr val="88A3E8"/>
                </a:solidFill>
                <a:ea typeface="+mn-lt"/>
                <a:cs typeface="+mn-lt"/>
                <a:hlinkClick r:id="rId44"/>
              </a:rPr>
              <a:t>531718962</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Harley, John (1996). </a:t>
            </a:r>
            <a:r>
              <a:rPr lang="de-DE" sz="1300" i="1" dirty="0">
                <a:solidFill>
                  <a:srgbClr val="88A3E8"/>
                </a:solidFill>
                <a:ea typeface="+mn-lt"/>
                <a:cs typeface="+mn-lt"/>
                <a:hlinkClick r:id="rId45"/>
              </a:rPr>
              <a:t>"Tallis: Patron?"</a:t>
            </a:r>
            <a:r>
              <a:rPr lang="de-DE" sz="1300" i="1" dirty="0">
                <a:solidFill>
                  <a:srgbClr val="EAECF0"/>
                </a:solidFill>
                <a:ea typeface="+mn-lt"/>
                <a:cs typeface="+mn-lt"/>
              </a:rPr>
              <a:t>. Royal Musical </a:t>
            </a:r>
            <a:r>
              <a:rPr lang="de-DE" sz="1300" i="1" err="1">
                <a:solidFill>
                  <a:srgbClr val="EAECF0"/>
                </a:solidFill>
                <a:ea typeface="+mn-lt"/>
                <a:cs typeface="+mn-lt"/>
              </a:rPr>
              <a:t>Association</a:t>
            </a:r>
            <a:r>
              <a:rPr lang="de-DE" sz="1300" i="1" dirty="0">
                <a:solidFill>
                  <a:srgbClr val="EAECF0"/>
                </a:solidFill>
                <a:ea typeface="+mn-lt"/>
                <a:cs typeface="+mn-lt"/>
              </a:rPr>
              <a:t> Research Chronicle. </a:t>
            </a:r>
            <a:r>
              <a:rPr lang="de-DE" sz="1300" b="1" i="1" dirty="0">
                <a:solidFill>
                  <a:srgbClr val="EAECF0"/>
                </a:solidFill>
                <a:ea typeface="+mn-lt"/>
                <a:cs typeface="+mn-lt"/>
              </a:rPr>
              <a:t>29</a:t>
            </a:r>
            <a:r>
              <a:rPr lang="de-DE" sz="1300" i="1" dirty="0">
                <a:solidFill>
                  <a:srgbClr val="EAECF0"/>
                </a:solidFill>
                <a:ea typeface="+mn-lt"/>
                <a:cs typeface="+mn-lt"/>
              </a:rPr>
              <a:t>: 1–20.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46"/>
              </a:rPr>
              <a:t>10.1080/14723808.1996.10540941</a:t>
            </a:r>
            <a:r>
              <a:rPr lang="de-DE" sz="1300" i="1" dirty="0">
                <a:solidFill>
                  <a:srgbClr val="EAECF0"/>
                </a:solidFill>
                <a:ea typeface="+mn-lt"/>
                <a:cs typeface="+mn-lt"/>
              </a:rPr>
              <a:t> (</a:t>
            </a:r>
            <a:r>
              <a:rPr lang="de-DE" sz="1300" i="1" err="1">
                <a:solidFill>
                  <a:srgbClr val="EAECF0"/>
                </a:solidFill>
                <a:ea typeface="+mn-lt"/>
                <a:cs typeface="+mn-lt"/>
              </a:rPr>
              <a:t>inactive</a:t>
            </a:r>
            <a:r>
              <a:rPr lang="de-DE" sz="1300" i="1" dirty="0">
                <a:solidFill>
                  <a:srgbClr val="EAECF0"/>
                </a:solidFill>
                <a:ea typeface="+mn-lt"/>
                <a:cs typeface="+mn-lt"/>
              </a:rPr>
              <a:t> 1 </a:t>
            </a:r>
            <a:r>
              <a:rPr lang="de-DE" sz="1300" i="1" err="1">
                <a:solidFill>
                  <a:srgbClr val="EAECF0"/>
                </a:solidFill>
                <a:ea typeface="+mn-lt"/>
                <a:cs typeface="+mn-lt"/>
              </a:rPr>
              <a:t>July</a:t>
            </a:r>
            <a:r>
              <a:rPr lang="de-DE" sz="1300" i="1" dirty="0">
                <a:solidFill>
                  <a:srgbClr val="EAECF0"/>
                </a:solidFill>
                <a:ea typeface="+mn-lt"/>
                <a:cs typeface="+mn-lt"/>
              </a:rPr>
              <a:t> 2025). </a:t>
            </a:r>
            <a:r>
              <a:rPr lang="de-DE" sz="1300" i="1" err="1">
                <a:solidFill>
                  <a:srgbClr val="EAECF0"/>
                </a:solidFill>
                <a:ea typeface="+mn-lt"/>
                <a:cs typeface="+mn-lt"/>
              </a:rPr>
              <a:t>Retrieved</a:t>
            </a:r>
            <a:r>
              <a:rPr lang="de-DE" sz="1300" i="1" dirty="0">
                <a:solidFill>
                  <a:srgbClr val="EAECF0"/>
                </a:solidFill>
                <a:ea typeface="+mn-lt"/>
                <a:cs typeface="+mn-lt"/>
              </a:rPr>
              <a:t> 10 April 2025.</a:t>
            </a:r>
            <a:endParaRPr lang="de-DE" sz="1300" dirty="0"/>
          </a:p>
          <a:p>
            <a:r>
              <a:rPr lang="de-DE" sz="1300" i="1" dirty="0">
                <a:solidFill>
                  <a:srgbClr val="88A3E8"/>
                </a:solidFill>
                <a:ea typeface="+mn-lt"/>
                <a:cs typeface="+mn-lt"/>
                <a:hlinkClick r:id="rId47"/>
              </a:rPr>
              <a:t>Holman, Peter</a:t>
            </a:r>
            <a:r>
              <a:rPr lang="de-DE" sz="1300" i="1" dirty="0">
                <a:solidFill>
                  <a:srgbClr val="EAECF0"/>
                </a:solidFill>
                <a:ea typeface="+mn-lt"/>
                <a:cs typeface="+mn-lt"/>
              </a:rPr>
              <a:t> (1999). </a:t>
            </a:r>
            <a:r>
              <a:rPr lang="de-DE" sz="1300" i="1" dirty="0">
                <a:solidFill>
                  <a:srgbClr val="88A3E8"/>
                </a:solidFill>
                <a:ea typeface="+mn-lt"/>
                <a:cs typeface="+mn-lt"/>
                <a:hlinkClick r:id="rId48"/>
              </a:rPr>
              <a:t>Dowland: Lachrimae (1604)</a:t>
            </a:r>
            <a:r>
              <a:rPr lang="de-DE" sz="1300" i="1" dirty="0">
                <a:solidFill>
                  <a:srgbClr val="EAECF0"/>
                </a:solidFill>
                <a:ea typeface="+mn-lt"/>
                <a:cs typeface="+mn-lt"/>
              </a:rPr>
              <a:t>. Cambridge: </a:t>
            </a:r>
            <a:r>
              <a:rPr lang="de-DE" sz="1300" i="1" dirty="0">
                <a:solidFill>
                  <a:srgbClr val="88A3E8"/>
                </a:solidFill>
                <a:ea typeface="+mn-lt"/>
                <a:cs typeface="+mn-lt"/>
                <a:hlinkClick r:id="rId33"/>
              </a:rPr>
              <a:t>Cambridge University Press</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49"/>
              </a:rPr>
              <a:t>978-0-521-58829-4</a:t>
            </a:r>
            <a:r>
              <a:rPr lang="de-DE" sz="1300" i="1" dirty="0">
                <a:solidFill>
                  <a:srgbClr val="EAECF0"/>
                </a:solidFill>
                <a:ea typeface="+mn-lt"/>
                <a:cs typeface="+mn-lt"/>
              </a:rPr>
              <a:t>.</a:t>
            </a:r>
            <a:endParaRPr lang="de-DE" sz="1300" dirty="0"/>
          </a:p>
          <a:p>
            <a:r>
              <a:rPr lang="de-DE" sz="1300" i="1" err="1">
                <a:solidFill>
                  <a:srgbClr val="EAECF0"/>
                </a:solidFill>
                <a:ea typeface="+mn-lt"/>
                <a:cs typeface="+mn-lt"/>
              </a:rPr>
              <a:t>Knighton</a:t>
            </a:r>
            <a:r>
              <a:rPr lang="de-DE" sz="1300" i="1" dirty="0">
                <a:solidFill>
                  <a:srgbClr val="EAECF0"/>
                </a:solidFill>
                <a:ea typeface="+mn-lt"/>
                <a:cs typeface="+mn-lt"/>
              </a:rPr>
              <a:t>, Tess (2005). </a:t>
            </a:r>
            <a:r>
              <a:rPr lang="de-DE" sz="1300" i="1" dirty="0">
                <a:solidFill>
                  <a:srgbClr val="88A3E8"/>
                </a:solidFill>
                <a:ea typeface="+mn-lt"/>
                <a:cs typeface="+mn-lt"/>
                <a:hlinkClick r:id="rId50"/>
              </a:rPr>
              <a:t>"Editorial"</a:t>
            </a:r>
            <a:r>
              <a:rPr lang="de-DE" sz="1300" i="1" dirty="0">
                <a:solidFill>
                  <a:srgbClr val="EAECF0"/>
                </a:solidFill>
                <a:ea typeface="+mn-lt"/>
                <a:cs typeface="+mn-lt"/>
              </a:rPr>
              <a:t>. Early Music. </a:t>
            </a:r>
            <a:r>
              <a:rPr lang="de-DE" sz="1300" b="1" i="1" dirty="0">
                <a:solidFill>
                  <a:srgbClr val="EAECF0"/>
                </a:solidFill>
                <a:ea typeface="+mn-lt"/>
                <a:cs typeface="+mn-lt"/>
              </a:rPr>
              <a:t>33</a:t>
            </a:r>
            <a:r>
              <a:rPr lang="de-DE" sz="1300" i="1" dirty="0">
                <a:solidFill>
                  <a:srgbClr val="EAECF0"/>
                </a:solidFill>
                <a:ea typeface="+mn-lt"/>
                <a:cs typeface="+mn-lt"/>
              </a:rPr>
              <a:t> (4): 555–556.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51"/>
              </a:rPr>
              <a:t>10.1093/em/cah148</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Lord, Suzanne (2003). </a:t>
            </a:r>
            <a:r>
              <a:rPr lang="de-DE" sz="1300" i="1" dirty="0">
                <a:solidFill>
                  <a:srgbClr val="88A3E8"/>
                </a:solidFill>
                <a:ea typeface="+mn-lt"/>
                <a:cs typeface="+mn-lt"/>
                <a:hlinkClick r:id="rId52"/>
              </a:rPr>
              <a:t>Music from the Age of Shakespeare: A Cultural History</a:t>
            </a:r>
            <a:r>
              <a:rPr lang="de-DE" sz="1300" i="1" dirty="0">
                <a:solidFill>
                  <a:srgbClr val="EAECF0"/>
                </a:solidFill>
                <a:ea typeface="+mn-lt"/>
                <a:cs typeface="+mn-lt"/>
              </a:rPr>
              <a:t>. </a:t>
            </a:r>
            <a:r>
              <a:rPr lang="de-DE" sz="1300" i="1" err="1">
                <a:solidFill>
                  <a:srgbClr val="EAECF0"/>
                </a:solidFill>
                <a:ea typeface="+mn-lt"/>
                <a:cs typeface="+mn-lt"/>
              </a:rPr>
              <a:t>Westport</a:t>
            </a:r>
            <a:r>
              <a:rPr lang="de-DE" sz="1300" i="1" dirty="0">
                <a:solidFill>
                  <a:srgbClr val="EAECF0"/>
                </a:solidFill>
                <a:ea typeface="+mn-lt"/>
                <a:cs typeface="+mn-lt"/>
              </a:rPr>
              <a:t>, Connecticut: Greenwood.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53"/>
              </a:rPr>
              <a:t>978-0-313-31713-2</a:t>
            </a:r>
            <a:r>
              <a:rPr lang="de-DE" sz="1300" i="1" dirty="0">
                <a:solidFill>
                  <a:srgbClr val="EAECF0"/>
                </a:solidFill>
                <a:ea typeface="+mn-lt"/>
                <a:cs typeface="+mn-lt"/>
              </a:rPr>
              <a:t>.</a:t>
            </a:r>
            <a:endParaRPr lang="de-DE" sz="1300" dirty="0"/>
          </a:p>
          <a:p>
            <a:r>
              <a:rPr lang="de-DE" sz="1300" i="1" err="1">
                <a:solidFill>
                  <a:srgbClr val="EAECF0"/>
                </a:solidFill>
                <a:ea typeface="+mn-lt"/>
                <a:cs typeface="+mn-lt"/>
              </a:rPr>
              <a:t>Manderson</a:t>
            </a:r>
            <a:r>
              <a:rPr lang="de-DE" sz="1300" i="1" dirty="0">
                <a:solidFill>
                  <a:srgbClr val="EAECF0"/>
                </a:solidFill>
                <a:ea typeface="+mn-lt"/>
                <a:cs typeface="+mn-lt"/>
              </a:rPr>
              <a:t>, Desmond (2000). </a:t>
            </a:r>
            <a:r>
              <a:rPr lang="de-DE" sz="1300" i="1" dirty="0">
                <a:solidFill>
                  <a:srgbClr val="88A3E8"/>
                </a:solidFill>
                <a:ea typeface="+mn-lt"/>
                <a:cs typeface="+mn-lt"/>
                <a:hlinkClick r:id="rId54"/>
              </a:rPr>
              <a:t>Songs without Music: Aesthetic Dimensions of Law and Justice</a:t>
            </a:r>
            <a:r>
              <a:rPr lang="de-DE" sz="1300" i="1" dirty="0">
                <a:solidFill>
                  <a:srgbClr val="EAECF0"/>
                </a:solidFill>
                <a:ea typeface="+mn-lt"/>
                <a:cs typeface="+mn-lt"/>
              </a:rPr>
              <a:t>. </a:t>
            </a:r>
            <a:r>
              <a:rPr lang="de-DE" sz="1300" i="1" dirty="0">
                <a:solidFill>
                  <a:srgbClr val="88A3E8"/>
                </a:solidFill>
                <a:ea typeface="+mn-lt"/>
                <a:cs typeface="+mn-lt"/>
                <a:hlinkClick r:id="rId55"/>
              </a:rPr>
              <a:t>University of California Press</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56"/>
              </a:rPr>
              <a:t>978-0-520-92221-1</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McCarthy, Kerry (2020). </a:t>
            </a:r>
            <a:r>
              <a:rPr lang="de-DE" sz="1300" i="1" dirty="0">
                <a:solidFill>
                  <a:srgbClr val="88A3E8"/>
                </a:solidFill>
                <a:ea typeface="+mn-lt"/>
                <a:cs typeface="+mn-lt"/>
                <a:hlinkClick r:id="rId57"/>
              </a:rPr>
              <a:t>Tallis</a:t>
            </a:r>
            <a:r>
              <a:rPr lang="de-DE" sz="1300" i="1" dirty="0">
                <a:solidFill>
                  <a:srgbClr val="EAECF0"/>
                </a:solidFill>
                <a:ea typeface="+mn-lt"/>
                <a:cs typeface="+mn-lt"/>
              </a:rPr>
              <a:t>. Oxford Academic.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58"/>
              </a:rPr>
              <a:t>10.1093/oso/9780190635213.005.0003</a:t>
            </a:r>
            <a:r>
              <a:rPr lang="de-DE" sz="1300" i="1" dirty="0">
                <a:solidFill>
                  <a:srgbClr val="EAECF0"/>
                </a:solidFill>
                <a:ea typeface="+mn-lt"/>
                <a:cs typeface="+mn-lt"/>
              </a:rPr>
              <a:t>.</a:t>
            </a:r>
            <a:endParaRPr lang="de-DE" sz="1300" dirty="0"/>
          </a:p>
          <a:p>
            <a:r>
              <a:rPr lang="de-DE" sz="1300" i="1" dirty="0">
                <a:solidFill>
                  <a:srgbClr val="EAECF0"/>
                </a:solidFill>
                <a:ea typeface="+mn-lt"/>
                <a:cs typeface="+mn-lt"/>
              </a:rPr>
              <a:t>McCarthy, Kerry (2019). </a:t>
            </a:r>
            <a:r>
              <a:rPr lang="de-DE" sz="1300" i="1" dirty="0">
                <a:solidFill>
                  <a:srgbClr val="88A3E8"/>
                </a:solidFill>
                <a:ea typeface="+mn-lt"/>
                <a:cs typeface="+mn-lt"/>
                <a:hlinkClick r:id="rId59"/>
              </a:rPr>
              <a:t>Early Music, Volume 47, Issue 1, February 2019</a:t>
            </a:r>
            <a:r>
              <a:rPr lang="de-DE" sz="1300" i="1" dirty="0">
                <a:solidFill>
                  <a:srgbClr val="EAECF0"/>
                </a:solidFill>
                <a:ea typeface="+mn-lt"/>
                <a:cs typeface="+mn-lt"/>
              </a:rPr>
              <a:t>. Oxford Academic.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60"/>
              </a:rPr>
              <a:t>10.1093/em/cay080</a:t>
            </a:r>
            <a:r>
              <a:rPr lang="de-DE" sz="1300" i="1" dirty="0">
                <a:solidFill>
                  <a:srgbClr val="EAECF0"/>
                </a:solidFill>
                <a:ea typeface="+mn-lt"/>
                <a:cs typeface="+mn-lt"/>
              </a:rPr>
              <a:t>.</a:t>
            </a:r>
            <a:endParaRPr lang="de-DE" sz="1300" dirty="0"/>
          </a:p>
          <a:p>
            <a:r>
              <a:rPr lang="de-DE" sz="1300" i="1" err="1">
                <a:solidFill>
                  <a:srgbClr val="EAECF0"/>
                </a:solidFill>
                <a:ea typeface="+mn-lt"/>
                <a:cs typeface="+mn-lt"/>
              </a:rPr>
              <a:t>Milsom</a:t>
            </a:r>
            <a:r>
              <a:rPr lang="de-DE" sz="1300" i="1" dirty="0">
                <a:solidFill>
                  <a:srgbClr val="EAECF0"/>
                </a:solidFill>
                <a:ea typeface="+mn-lt"/>
                <a:cs typeface="+mn-lt"/>
              </a:rPr>
              <a:t>, John (1984). </a:t>
            </a:r>
            <a:r>
              <a:rPr lang="de-DE" sz="1300" i="1" dirty="0">
                <a:solidFill>
                  <a:srgbClr val="88A3E8"/>
                </a:solidFill>
                <a:ea typeface="+mn-lt"/>
                <a:cs typeface="+mn-lt"/>
                <a:hlinkClick r:id="rId61"/>
              </a:rPr>
              <a:t>"Reviews of Music"</a:t>
            </a:r>
            <a:r>
              <a:rPr lang="de-DE" sz="1300" i="1" dirty="0">
                <a:solidFill>
                  <a:srgbClr val="EAECF0"/>
                </a:solidFill>
                <a:ea typeface="+mn-lt"/>
                <a:cs typeface="+mn-lt"/>
              </a:rPr>
              <a:t>. Music and Letters. </a:t>
            </a:r>
            <a:r>
              <a:rPr lang="de-DE" sz="1300" b="1" i="1" dirty="0">
                <a:solidFill>
                  <a:srgbClr val="EAECF0"/>
                </a:solidFill>
                <a:ea typeface="+mn-lt"/>
                <a:cs typeface="+mn-lt"/>
              </a:rPr>
              <a:t>65</a:t>
            </a:r>
            <a:r>
              <a:rPr lang="de-DE" sz="1300" i="1" dirty="0">
                <a:solidFill>
                  <a:srgbClr val="EAECF0"/>
                </a:solidFill>
                <a:ea typeface="+mn-lt"/>
                <a:cs typeface="+mn-lt"/>
              </a:rPr>
              <a:t> (1): 112–113.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62"/>
              </a:rPr>
              <a:t>10.1093/ml/65.1.112</a:t>
            </a:r>
            <a:r>
              <a:rPr lang="de-DE" sz="1300" i="1" dirty="0">
                <a:solidFill>
                  <a:srgbClr val="EAECF0"/>
                </a:solidFill>
                <a:ea typeface="+mn-lt"/>
                <a:cs typeface="+mn-lt"/>
              </a:rPr>
              <a:t>.</a:t>
            </a:r>
            <a:endParaRPr lang="de-DE" sz="1300" dirty="0"/>
          </a:p>
          <a:p>
            <a:r>
              <a:rPr lang="de-DE" sz="1300" i="1" err="1">
                <a:solidFill>
                  <a:srgbClr val="EAECF0"/>
                </a:solidFill>
                <a:ea typeface="+mn-lt"/>
                <a:cs typeface="+mn-lt"/>
              </a:rPr>
              <a:t>Milsom</a:t>
            </a:r>
            <a:r>
              <a:rPr lang="de-DE" sz="1300" i="1" dirty="0">
                <a:solidFill>
                  <a:srgbClr val="EAECF0"/>
                </a:solidFill>
                <a:ea typeface="+mn-lt"/>
                <a:cs typeface="+mn-lt"/>
              </a:rPr>
              <a:t>, John (2003). </a:t>
            </a:r>
            <a:r>
              <a:rPr lang="de-DE" sz="1300" i="1" dirty="0">
                <a:solidFill>
                  <a:srgbClr val="88A3E8"/>
                </a:solidFill>
                <a:ea typeface="+mn-lt"/>
                <a:cs typeface="+mn-lt"/>
                <a:hlinkClick r:id="rId63"/>
              </a:rPr>
              <a:t>"Sacred Songs in the Chamber"</a:t>
            </a:r>
            <a:r>
              <a:rPr lang="de-DE" sz="1300" i="1" dirty="0">
                <a:solidFill>
                  <a:srgbClr val="EAECF0"/>
                </a:solidFill>
                <a:ea typeface="+mn-lt"/>
                <a:cs typeface="+mn-lt"/>
              </a:rPr>
              <a:t>. In John </a:t>
            </a:r>
            <a:r>
              <a:rPr lang="de-DE" sz="1300" i="1" err="1">
                <a:solidFill>
                  <a:srgbClr val="EAECF0"/>
                </a:solidFill>
                <a:ea typeface="+mn-lt"/>
                <a:cs typeface="+mn-lt"/>
              </a:rPr>
              <a:t>Morehen</a:t>
            </a:r>
            <a:r>
              <a:rPr lang="de-DE" sz="1300" i="1" dirty="0">
                <a:solidFill>
                  <a:srgbClr val="EAECF0"/>
                </a:solidFill>
                <a:ea typeface="+mn-lt"/>
                <a:cs typeface="+mn-lt"/>
              </a:rPr>
              <a:t> (</a:t>
            </a:r>
            <a:r>
              <a:rPr lang="de-DE" sz="1300" i="1" err="1">
                <a:solidFill>
                  <a:srgbClr val="EAECF0"/>
                </a:solidFill>
                <a:ea typeface="+mn-lt"/>
                <a:cs typeface="+mn-lt"/>
              </a:rPr>
              <a:t>ed</a:t>
            </a:r>
            <a:r>
              <a:rPr lang="de-DE" sz="1300" i="1" dirty="0">
                <a:solidFill>
                  <a:srgbClr val="EAECF0"/>
                </a:solidFill>
                <a:ea typeface="+mn-lt"/>
                <a:cs typeface="+mn-lt"/>
              </a:rPr>
              <a:t>.). English Choral Practice, 1400-1650. Cambridge: </a:t>
            </a:r>
            <a:r>
              <a:rPr lang="de-DE" sz="1300" i="1" dirty="0">
                <a:solidFill>
                  <a:srgbClr val="88A3E8"/>
                </a:solidFill>
                <a:ea typeface="+mn-lt"/>
                <a:cs typeface="+mn-lt"/>
                <a:hlinkClick r:id="rId33"/>
              </a:rPr>
              <a:t>Cambridge University Press</a:t>
            </a:r>
            <a:r>
              <a:rPr lang="de-DE" sz="1300" i="1" dirty="0">
                <a:solidFill>
                  <a:srgbClr val="EAECF0"/>
                </a:solidFill>
                <a:ea typeface="+mn-lt"/>
                <a:cs typeface="+mn-lt"/>
              </a:rPr>
              <a:t>. </a:t>
            </a:r>
            <a:r>
              <a:rPr lang="de-DE" sz="1300" i="1" dirty="0">
                <a:solidFill>
                  <a:srgbClr val="88A3E8"/>
                </a:solidFill>
                <a:ea typeface="+mn-lt"/>
                <a:cs typeface="+mn-lt"/>
                <a:hlinkClick r:id="rId5"/>
              </a:rPr>
              <a:t>ISBN</a:t>
            </a:r>
            <a:r>
              <a:rPr lang="de-DE" sz="1300" i="1" dirty="0">
                <a:solidFill>
                  <a:srgbClr val="EAECF0"/>
                </a:solidFill>
                <a:ea typeface="+mn-lt"/>
                <a:cs typeface="+mn-lt"/>
              </a:rPr>
              <a:t> </a:t>
            </a:r>
            <a:r>
              <a:rPr lang="de-DE" sz="1300" i="1" dirty="0">
                <a:solidFill>
                  <a:srgbClr val="88A3E8"/>
                </a:solidFill>
                <a:ea typeface="+mn-lt"/>
                <a:cs typeface="+mn-lt"/>
                <a:hlinkClick r:id="rId64"/>
              </a:rPr>
              <a:t>978-0-521-54408-5</a:t>
            </a:r>
            <a:r>
              <a:rPr lang="de-DE" sz="1300" i="1" dirty="0">
                <a:solidFill>
                  <a:srgbClr val="EAECF0"/>
                </a:solidFill>
                <a:ea typeface="+mn-lt"/>
                <a:cs typeface="+mn-lt"/>
              </a:rPr>
              <a:t>.</a:t>
            </a:r>
            <a:endParaRPr lang="de-DE" sz="1300" dirty="0"/>
          </a:p>
          <a:p>
            <a:r>
              <a:rPr lang="de-DE" sz="1300" i="1" err="1">
                <a:solidFill>
                  <a:srgbClr val="EAECF0"/>
                </a:solidFill>
                <a:ea typeface="+mn-lt"/>
                <a:cs typeface="+mn-lt"/>
              </a:rPr>
              <a:t>Milsom</a:t>
            </a:r>
            <a:r>
              <a:rPr lang="de-DE" sz="1300" i="1" dirty="0">
                <a:solidFill>
                  <a:srgbClr val="EAECF0"/>
                </a:solidFill>
                <a:ea typeface="+mn-lt"/>
                <a:cs typeface="+mn-lt"/>
              </a:rPr>
              <a:t>, John (1988). "</a:t>
            </a:r>
            <a:r>
              <a:rPr lang="de-DE" sz="1300" i="1" err="1">
                <a:solidFill>
                  <a:srgbClr val="EAECF0"/>
                </a:solidFill>
                <a:ea typeface="+mn-lt"/>
                <a:cs typeface="+mn-lt"/>
              </a:rPr>
              <a:t>Tallis's</a:t>
            </a:r>
            <a:r>
              <a:rPr lang="de-DE" sz="1300" i="1" dirty="0">
                <a:solidFill>
                  <a:srgbClr val="EAECF0"/>
                </a:solidFill>
                <a:ea typeface="+mn-lt"/>
                <a:cs typeface="+mn-lt"/>
              </a:rPr>
              <a:t> First and Second </a:t>
            </a:r>
            <a:r>
              <a:rPr lang="de-DE" sz="1300" i="1" err="1">
                <a:solidFill>
                  <a:srgbClr val="EAECF0"/>
                </a:solidFill>
                <a:ea typeface="+mn-lt"/>
                <a:cs typeface="+mn-lt"/>
              </a:rPr>
              <a:t>Thoughts</a:t>
            </a:r>
            <a:r>
              <a:rPr lang="de-DE" sz="1300" i="1" dirty="0">
                <a:solidFill>
                  <a:srgbClr val="EAECF0"/>
                </a:solidFill>
                <a:ea typeface="+mn-lt"/>
                <a:cs typeface="+mn-lt"/>
              </a:rPr>
              <a:t>". Journal </a:t>
            </a:r>
            <a:r>
              <a:rPr lang="de-DE" sz="1300" i="1" err="1">
                <a:solidFill>
                  <a:srgbClr val="EAECF0"/>
                </a:solidFill>
                <a:ea typeface="+mn-lt"/>
                <a:cs typeface="+mn-lt"/>
              </a:rPr>
              <a:t>of</a:t>
            </a:r>
            <a:r>
              <a:rPr lang="de-DE" sz="1300" i="1" dirty="0">
                <a:solidFill>
                  <a:srgbClr val="EAECF0"/>
                </a:solidFill>
                <a:ea typeface="+mn-lt"/>
                <a:cs typeface="+mn-lt"/>
              </a:rPr>
              <a:t> </a:t>
            </a:r>
            <a:r>
              <a:rPr lang="de-DE" sz="1300" i="1" err="1">
                <a:solidFill>
                  <a:srgbClr val="EAECF0"/>
                </a:solidFill>
                <a:ea typeface="+mn-lt"/>
                <a:cs typeface="+mn-lt"/>
              </a:rPr>
              <a:t>the</a:t>
            </a:r>
            <a:r>
              <a:rPr lang="de-DE" sz="1300" i="1" dirty="0">
                <a:solidFill>
                  <a:srgbClr val="EAECF0"/>
                </a:solidFill>
                <a:ea typeface="+mn-lt"/>
                <a:cs typeface="+mn-lt"/>
              </a:rPr>
              <a:t> Royal </a:t>
            </a:r>
            <a:r>
              <a:rPr lang="de-DE" sz="1300" i="1" err="1">
                <a:solidFill>
                  <a:srgbClr val="EAECF0"/>
                </a:solidFill>
                <a:ea typeface="+mn-lt"/>
                <a:cs typeface="+mn-lt"/>
              </a:rPr>
              <a:t>Association</a:t>
            </a:r>
            <a:r>
              <a:rPr lang="de-DE" sz="1300" i="1" dirty="0">
                <a:solidFill>
                  <a:srgbClr val="EAECF0"/>
                </a:solidFill>
                <a:ea typeface="+mn-lt"/>
                <a:cs typeface="+mn-lt"/>
              </a:rPr>
              <a:t>. </a:t>
            </a:r>
            <a:r>
              <a:rPr lang="de-DE" sz="1300" b="1" i="1" dirty="0">
                <a:solidFill>
                  <a:srgbClr val="EAECF0"/>
                </a:solidFill>
                <a:ea typeface="+mn-lt"/>
                <a:cs typeface="+mn-lt"/>
              </a:rPr>
              <a:t>113</a:t>
            </a:r>
            <a:r>
              <a:rPr lang="de-DE" sz="1300" i="1" dirty="0">
                <a:solidFill>
                  <a:srgbClr val="EAECF0"/>
                </a:solidFill>
                <a:ea typeface="+mn-lt"/>
                <a:cs typeface="+mn-lt"/>
              </a:rPr>
              <a:t> (2): 203–222. </a:t>
            </a:r>
            <a:r>
              <a:rPr lang="de-DE" sz="1300" i="1" dirty="0">
                <a:solidFill>
                  <a:srgbClr val="88A3E8"/>
                </a:solidFill>
                <a:ea typeface="+mn-lt"/>
                <a:cs typeface="+mn-lt"/>
                <a:hlinkClick r:id="rId15"/>
              </a:rPr>
              <a:t>JSTOR</a:t>
            </a:r>
            <a:r>
              <a:rPr lang="de-DE" sz="1300" i="1" dirty="0">
                <a:solidFill>
                  <a:srgbClr val="EAECF0"/>
                </a:solidFill>
                <a:ea typeface="+mn-lt"/>
                <a:cs typeface="+mn-lt"/>
              </a:rPr>
              <a:t> </a:t>
            </a:r>
            <a:r>
              <a:rPr lang="de-DE" sz="1300" i="1" dirty="0">
                <a:solidFill>
                  <a:srgbClr val="88A3E8"/>
                </a:solidFill>
                <a:ea typeface="+mn-lt"/>
                <a:cs typeface="+mn-lt"/>
                <a:hlinkClick r:id="rId65"/>
              </a:rPr>
              <a:t>766359</a:t>
            </a:r>
            <a:r>
              <a:rPr lang="de-DE" sz="1300" i="1" dirty="0">
                <a:solidFill>
                  <a:srgbClr val="EAECF0"/>
                </a:solidFill>
                <a:ea typeface="+mn-lt"/>
                <a:cs typeface="+mn-lt"/>
              </a:rPr>
              <a:t>.</a:t>
            </a:r>
            <a:endParaRPr lang="de-DE" sz="1300" dirty="0"/>
          </a:p>
          <a:p>
            <a:r>
              <a:rPr lang="de-DE" sz="1300" i="1" err="1">
                <a:solidFill>
                  <a:srgbClr val="EAECF0"/>
                </a:solidFill>
                <a:ea typeface="+mn-lt"/>
                <a:cs typeface="+mn-lt"/>
              </a:rPr>
              <a:t>Milsom</a:t>
            </a:r>
            <a:r>
              <a:rPr lang="de-DE" sz="1300" i="1" dirty="0">
                <a:solidFill>
                  <a:srgbClr val="EAECF0"/>
                </a:solidFill>
                <a:ea typeface="+mn-lt"/>
                <a:cs typeface="+mn-lt"/>
              </a:rPr>
              <a:t>, John (2008). </a:t>
            </a:r>
            <a:r>
              <a:rPr lang="de-DE" sz="1300" i="1" dirty="0">
                <a:solidFill>
                  <a:srgbClr val="88A3E8"/>
                </a:solidFill>
                <a:ea typeface="+mn-lt"/>
                <a:cs typeface="+mn-lt"/>
                <a:hlinkClick r:id="rId66"/>
              </a:rPr>
              <a:t>"Tallis, Thomas (c.1505–1585)"</a:t>
            </a:r>
            <a:r>
              <a:rPr lang="de-DE" sz="1300" i="1" dirty="0">
                <a:solidFill>
                  <a:srgbClr val="EAECF0"/>
                </a:solidFill>
                <a:ea typeface="+mn-lt"/>
                <a:cs typeface="+mn-lt"/>
              </a:rPr>
              <a:t>. </a:t>
            </a:r>
            <a:r>
              <a:rPr lang="de-DE" sz="1300" i="1" dirty="0">
                <a:solidFill>
                  <a:srgbClr val="88A3E8"/>
                </a:solidFill>
                <a:ea typeface="+mn-lt"/>
                <a:cs typeface="+mn-lt"/>
                <a:hlinkClick r:id="rId67"/>
              </a:rPr>
              <a:t>Oxford Dictionary of National Biography</a:t>
            </a:r>
            <a:r>
              <a:rPr lang="de-DE" sz="1300" i="1" dirty="0">
                <a:solidFill>
                  <a:srgbClr val="EAECF0"/>
                </a:solidFill>
                <a:ea typeface="+mn-lt"/>
                <a:cs typeface="+mn-lt"/>
              </a:rPr>
              <a:t> (online </a:t>
            </a:r>
            <a:r>
              <a:rPr lang="de-DE" sz="1300" i="1" err="1">
                <a:solidFill>
                  <a:srgbClr val="EAECF0"/>
                </a:solidFill>
                <a:ea typeface="+mn-lt"/>
                <a:cs typeface="+mn-lt"/>
              </a:rPr>
              <a:t>ed</a:t>
            </a:r>
            <a:r>
              <a:rPr lang="de-DE" sz="1300" i="1" dirty="0">
                <a:solidFill>
                  <a:srgbClr val="EAECF0"/>
                </a:solidFill>
                <a:ea typeface="+mn-lt"/>
                <a:cs typeface="+mn-lt"/>
              </a:rPr>
              <a:t>.). Oxford University Press. </a:t>
            </a:r>
            <a:r>
              <a:rPr lang="de-DE" sz="1300" i="1" dirty="0">
                <a:solidFill>
                  <a:srgbClr val="88A3E8"/>
                </a:solidFill>
                <a:ea typeface="+mn-lt"/>
                <a:cs typeface="+mn-lt"/>
                <a:hlinkClick r:id="rId8"/>
              </a:rPr>
              <a:t>doi</a:t>
            </a:r>
            <a:r>
              <a:rPr lang="de-DE" sz="1300" i="1" dirty="0">
                <a:solidFill>
                  <a:srgbClr val="EAECF0"/>
                </a:solidFill>
                <a:ea typeface="+mn-lt"/>
                <a:cs typeface="+mn-lt"/>
              </a:rPr>
              <a:t>:</a:t>
            </a:r>
            <a:r>
              <a:rPr lang="de-DE" sz="1300" i="1" dirty="0">
                <a:solidFill>
                  <a:srgbClr val="88A3E8"/>
                </a:solidFill>
                <a:ea typeface="+mn-lt"/>
                <a:cs typeface="+mn-lt"/>
                <a:hlinkClick r:id="rId68"/>
              </a:rPr>
              <a:t>10.1093/ref:odnb/26954</a:t>
            </a:r>
            <a:r>
              <a:rPr lang="de-DE" sz="1300" i="1" dirty="0">
                <a:solidFill>
                  <a:srgbClr val="EAECF0"/>
                </a:solidFill>
                <a:ea typeface="+mn-lt"/>
                <a:cs typeface="+mn-lt"/>
              </a:rPr>
              <a:t>.</a:t>
            </a:r>
            <a:r>
              <a:rPr lang="de-DE" sz="1300" dirty="0">
                <a:solidFill>
                  <a:srgbClr val="EAECF0"/>
                </a:solidFill>
                <a:ea typeface="+mn-lt"/>
                <a:cs typeface="+mn-lt"/>
              </a:rPr>
              <a:t> </a:t>
            </a:r>
            <a:r>
              <a:rPr lang="de-DE" sz="1300" dirty="0">
                <a:solidFill>
                  <a:srgbClr val="A2A9B1"/>
                </a:solidFill>
                <a:ea typeface="+mn-lt"/>
                <a:cs typeface="+mn-lt"/>
              </a:rPr>
              <a:t>(</a:t>
            </a:r>
            <a:r>
              <a:rPr lang="de-DE" sz="1300" err="1">
                <a:solidFill>
                  <a:srgbClr val="A2A9B1"/>
                </a:solidFill>
                <a:ea typeface="+mn-lt"/>
                <a:cs typeface="+mn-lt"/>
              </a:rPr>
              <a:t>Subscription</a:t>
            </a:r>
            <a:r>
              <a:rPr lang="de-DE" sz="1300" dirty="0">
                <a:solidFill>
                  <a:srgbClr val="A2A9B1"/>
                </a:solidFill>
                <a:ea typeface="+mn-lt"/>
                <a:cs typeface="+mn-lt"/>
              </a:rPr>
              <a:t>, </a:t>
            </a:r>
            <a:r>
              <a:rPr lang="de-DE" sz="1300" dirty="0">
                <a:solidFill>
                  <a:srgbClr val="88A3E8"/>
                </a:solidFill>
                <a:ea typeface="+mn-lt"/>
                <a:cs typeface="+mn-lt"/>
                <a:hlinkClick r:id="rId69"/>
              </a:rPr>
              <a:t>Wikipedia Library</a:t>
            </a:r>
            <a:r>
              <a:rPr lang="de-DE" sz="1300" dirty="0">
                <a:solidFill>
                  <a:srgbClr val="A2A9B1"/>
                </a:solidFill>
                <a:ea typeface="+mn-lt"/>
                <a:cs typeface="+mn-lt"/>
              </a:rPr>
              <a:t> </a:t>
            </a:r>
            <a:r>
              <a:rPr lang="de-DE" sz="1300" err="1">
                <a:solidFill>
                  <a:srgbClr val="A2A9B1"/>
                </a:solidFill>
                <a:ea typeface="+mn-lt"/>
                <a:cs typeface="+mn-lt"/>
              </a:rPr>
              <a:t>access</a:t>
            </a:r>
            <a:r>
              <a:rPr lang="de-DE" sz="1300" dirty="0">
                <a:solidFill>
                  <a:srgbClr val="A2A9B1"/>
                </a:solidFill>
                <a:ea typeface="+mn-lt"/>
                <a:cs typeface="+mn-lt"/>
              </a:rPr>
              <a:t> </a:t>
            </a:r>
            <a:r>
              <a:rPr lang="de-DE" sz="1300" err="1">
                <a:solidFill>
                  <a:srgbClr val="A2A9B1"/>
                </a:solidFill>
                <a:ea typeface="+mn-lt"/>
                <a:cs typeface="+mn-lt"/>
              </a:rPr>
              <a:t>or</a:t>
            </a:r>
            <a:r>
              <a:rPr lang="de-DE" sz="1300" dirty="0">
                <a:solidFill>
                  <a:srgbClr val="A2A9B1"/>
                </a:solidFill>
                <a:ea typeface="+mn-lt"/>
                <a:cs typeface="+mn-lt"/>
              </a:rPr>
              <a:t> </a:t>
            </a:r>
            <a:r>
              <a:rPr lang="de-DE" sz="1300" dirty="0">
                <a:solidFill>
                  <a:srgbClr val="88A3E8"/>
                </a:solidFill>
                <a:ea typeface="+mn-lt"/>
                <a:cs typeface="+mn-lt"/>
                <a:hlinkClick r:id="rId70"/>
              </a:rPr>
              <a:t>UK public library membership</a:t>
            </a:r>
            <a:r>
              <a:rPr lang="de-DE" sz="1300" dirty="0">
                <a:solidFill>
                  <a:srgbClr val="A2A9B1"/>
                </a:solidFill>
                <a:ea typeface="+mn-lt"/>
                <a:cs typeface="+mn-lt"/>
              </a:rPr>
              <a:t> </a:t>
            </a:r>
            <a:r>
              <a:rPr lang="de-DE" sz="1300" err="1">
                <a:solidFill>
                  <a:srgbClr val="A2A9B1"/>
                </a:solidFill>
                <a:ea typeface="+mn-lt"/>
                <a:cs typeface="+mn-lt"/>
              </a:rPr>
              <a:t>required</a:t>
            </a:r>
            <a:r>
              <a:rPr lang="de-DE" sz="1300" dirty="0">
                <a:solidFill>
                  <a:srgbClr val="A2A9B1"/>
                </a:solidFill>
                <a:ea typeface="+mn-lt"/>
                <a:cs typeface="+mn-lt"/>
              </a:rPr>
              <a:t>.)</a:t>
            </a:r>
            <a:endParaRPr lang="de-DE" sz="1300" dirty="0"/>
          </a:p>
          <a:p>
            <a:r>
              <a:rPr lang="de-DE" sz="1100" i="1" dirty="0">
                <a:solidFill>
                  <a:srgbClr val="EAECF0"/>
                </a:solidFill>
                <a:ea typeface="+mn-lt"/>
                <a:cs typeface="+mn-lt"/>
              </a:rPr>
              <a:t>Mi</a:t>
            </a:r>
            <a:endParaRPr lang="de-DE" sz="1100" i="1" dirty="0">
              <a:solidFill>
                <a:srgbClr val="EAECF0"/>
              </a:solidFill>
            </a:endParaRPr>
          </a:p>
          <a:p>
            <a:endParaRPr lang="de-DE" dirty="0"/>
          </a:p>
        </p:txBody>
      </p:sp>
    </p:spTree>
    <p:extLst>
      <p:ext uri="{BB962C8B-B14F-4D97-AF65-F5344CB8AC3E}">
        <p14:creationId xmlns:p14="http://schemas.microsoft.com/office/powerpoint/2010/main" val="33300854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95F9547D-F1CB-2904-5F08-738C18FADBFA}"/>
              </a:ext>
            </a:extLst>
          </p:cNvPr>
          <p:cNvSpPr txBox="1"/>
          <p:nvPr/>
        </p:nvSpPr>
        <p:spPr>
          <a:xfrm>
            <a:off x="1120588" y="0"/>
            <a:ext cx="11026588"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lsom, John (2012). "Tallis's 'Spem in alium' and the Elizabethan Polity". Early Music History. 31: 221–246.​ Phillips, Peter (2005). "Sign of Contradiction: Tallis at 500". The Musical Times. 146 (1891): 7–15. doi:10.2307/30044086. ISSN 0027-4666. JSTOR 30044086.​ Rimbault, Edward F. (1872). The Old Cheque-book: Or Book of Remembrance, of the Chapel Royal, from 1561-1744. Camden Society.​ Stainer, John (1898). Dufay and his contemporaries. Novello.​ Shrock, Dennis (2009). Choral Repertoire. Oxford University Press. ISBN 978-0-19-971662-3.​ Schubert, Peter (2008). Modal Counterpoint, Renaissance Style. Oxford University Press. ISBN 9780195331943.​ Skinner, David (2016). "'Deliuer me from my deceytful ennemies': a Tallis contrafactum in time of war". Oxford Academic. 44 (2): 233–250. doi:10.1093/em/caw044.​ Steinberg, Michael (2008). Choral Masterworks: A Listener's Guide. Oxford University Press. ISBN 978-0-19-534066-2.​ Thomas, Jane Resh (1998). Behind the Mask: The Life of Queen Elizabeth I. Houghton Mifflin Harcourt. ISBN 978-0-395-69120-5.​ Walker, Ernest (1907). A History of Music in England. Oxford: Clarendon Press. OCLC 869715.​ Willis, Jonathan (2016). Church Music and Protestantism in Post-Reformation England: Discourses, Sites and Identities. Routledge. ISBN 978-1-317-16624-5.​ Wulfstan, David (1990). "Liner Notes ed. Sally Dunkley". Tallis' Christmas Mass CDGIM034.​ Wulfstan, David (1985). Tudor Music. J.M Dent. ISBN 978-0-460-04412-7.</a:t>
            </a:r>
          </a:p>
          <a:p>
            <a:pPr algn="ctr"/>
            <a:endParaRPr lang="de-DE"/>
          </a:p>
        </p:txBody>
      </p:sp>
    </p:spTree>
    <p:extLst>
      <p:ext uri="{BB962C8B-B14F-4D97-AF65-F5344CB8AC3E}">
        <p14:creationId xmlns:p14="http://schemas.microsoft.com/office/powerpoint/2010/main" val="28096180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9A38D8-4577-D4BC-3C8F-A7F7EE5E8E73}"/>
              </a:ext>
            </a:extLst>
          </p:cNvPr>
          <p:cNvSpPr>
            <a:spLocks noGrp="1"/>
          </p:cNvSpPr>
          <p:nvPr>
            <p:ph type="title"/>
          </p:nvPr>
        </p:nvSpPr>
        <p:spPr/>
        <p:txBody>
          <a:bodyPr>
            <a:normAutofit/>
          </a:bodyPr>
          <a:lstStyle/>
          <a:p>
            <a:r>
              <a:rPr lang="de-DE" b="0" dirty="0">
                <a:ea typeface="+mj-lt"/>
                <a:cs typeface="+mj-lt"/>
              </a:rPr>
              <a:t>Further </a:t>
            </a:r>
            <a:r>
              <a:rPr lang="de-DE" b="0" dirty="0" err="1">
                <a:ea typeface="+mj-lt"/>
                <a:cs typeface="+mj-lt"/>
              </a:rPr>
              <a:t>reading</a:t>
            </a:r>
            <a:endParaRPr lang="de-DE" dirty="0" err="1">
              <a:ea typeface="+mj-lt"/>
              <a:cs typeface="+mj-lt"/>
            </a:endParaRPr>
          </a:p>
        </p:txBody>
      </p:sp>
      <p:sp>
        <p:nvSpPr>
          <p:cNvPr id="3" name="Inhaltsplatzhalter 2">
            <a:extLst>
              <a:ext uri="{FF2B5EF4-FFF2-40B4-BE49-F238E27FC236}">
                <a16:creationId xmlns:a16="http://schemas.microsoft.com/office/drawing/2014/main" id="{20DD8359-496A-C4D8-56E4-2C1F3E51A929}"/>
              </a:ext>
            </a:extLst>
          </p:cNvPr>
          <p:cNvSpPr>
            <a:spLocks noGrp="1"/>
          </p:cNvSpPr>
          <p:nvPr>
            <p:ph idx="1"/>
          </p:nvPr>
        </p:nvSpPr>
        <p:spPr>
          <a:xfrm>
            <a:off x="1587710" y="1268620"/>
            <a:ext cx="9486690" cy="5593925"/>
          </a:xfrm>
        </p:spPr>
        <p:txBody>
          <a:bodyPr vert="horz" lIns="91440" tIns="45720" rIns="91440" bIns="45720" rtlCol="0" anchor="t">
            <a:noAutofit/>
          </a:bodyPr>
          <a:lstStyle/>
          <a:p>
            <a:r>
              <a:rPr lang="de-DE" i="1" dirty="0">
                <a:ea typeface="+mn-lt"/>
                <a:cs typeface="+mn-lt"/>
                <a:hlinkClick r:id="rId2"/>
              </a:rPr>
              <a:t>Chisholm, Hugh</a:t>
            </a:r>
            <a:r>
              <a:rPr lang="de-DE" i="1" dirty="0">
                <a:ea typeface="+mn-lt"/>
                <a:cs typeface="+mn-lt"/>
              </a:rPr>
              <a:t>, </a:t>
            </a:r>
            <a:r>
              <a:rPr lang="de-DE" i="1" dirty="0" err="1">
                <a:ea typeface="+mn-lt"/>
                <a:cs typeface="+mn-lt"/>
              </a:rPr>
              <a:t>ed</a:t>
            </a:r>
            <a:r>
              <a:rPr lang="de-DE" i="1" dirty="0">
                <a:ea typeface="+mn-lt"/>
                <a:cs typeface="+mn-lt"/>
              </a:rPr>
              <a:t>. (1911). </a:t>
            </a:r>
            <a:r>
              <a:rPr lang="de-DE" i="1" dirty="0">
                <a:ea typeface="+mn-lt"/>
                <a:cs typeface="+mn-lt"/>
                <a:hlinkClick r:id="rId3"/>
              </a:rPr>
              <a:t>"Tallis, Thomas" </a:t>
            </a:r>
            <a:r>
              <a:rPr lang="de-DE" i="1" dirty="0">
                <a:ea typeface="+mn-lt"/>
                <a:cs typeface="+mn-lt"/>
              </a:rPr>
              <a:t>. </a:t>
            </a:r>
            <a:r>
              <a:rPr lang="de-DE" i="1" dirty="0">
                <a:ea typeface="+mn-lt"/>
                <a:cs typeface="+mn-lt"/>
                <a:hlinkClick r:id="rId4"/>
              </a:rPr>
              <a:t>Encyclopædia Britannica</a:t>
            </a:r>
            <a:r>
              <a:rPr lang="de-DE" i="1" dirty="0">
                <a:ea typeface="+mn-lt"/>
                <a:cs typeface="+mn-lt"/>
              </a:rPr>
              <a:t>. Vol. 26 (11th </a:t>
            </a:r>
            <a:r>
              <a:rPr lang="de-DE" i="1" dirty="0" err="1">
                <a:ea typeface="+mn-lt"/>
                <a:cs typeface="+mn-lt"/>
              </a:rPr>
              <a:t>ed</a:t>
            </a:r>
            <a:r>
              <a:rPr lang="de-DE" i="1" dirty="0">
                <a:ea typeface="+mn-lt"/>
                <a:cs typeface="+mn-lt"/>
              </a:rPr>
              <a:t>.). Cambridge University Press.</a:t>
            </a:r>
            <a:endParaRPr lang="de-DE" dirty="0">
              <a:ea typeface="+mn-lt"/>
              <a:cs typeface="+mn-lt"/>
            </a:endParaRPr>
          </a:p>
          <a:p>
            <a:r>
              <a:rPr lang="de-DE" i="1" dirty="0">
                <a:ea typeface="+mn-lt"/>
                <a:cs typeface="+mn-lt"/>
              </a:rPr>
              <a:t>Collins, H. B. (1929). </a:t>
            </a:r>
            <a:r>
              <a:rPr lang="de-DE" i="1" dirty="0">
                <a:ea typeface="+mn-lt"/>
                <a:cs typeface="+mn-lt"/>
                <a:hlinkClick r:id="rId5"/>
              </a:rPr>
              <a:t>"Thomas Tallis"</a:t>
            </a:r>
            <a:r>
              <a:rPr lang="de-DE" i="1" dirty="0">
                <a:ea typeface="+mn-lt"/>
                <a:cs typeface="+mn-lt"/>
              </a:rPr>
              <a:t>. </a:t>
            </a:r>
            <a:r>
              <a:rPr lang="de-DE" i="1" dirty="0">
                <a:ea typeface="+mn-lt"/>
                <a:cs typeface="+mn-lt"/>
                <a:hlinkClick r:id="rId6"/>
              </a:rPr>
              <a:t>Music &amp; Letters</a:t>
            </a:r>
            <a:r>
              <a:rPr lang="de-DE" i="1" dirty="0">
                <a:ea typeface="+mn-lt"/>
                <a:cs typeface="+mn-lt"/>
              </a:rPr>
              <a:t>. </a:t>
            </a:r>
            <a:r>
              <a:rPr lang="de-DE" b="1" i="1" dirty="0">
                <a:ea typeface="+mn-lt"/>
                <a:cs typeface="+mn-lt"/>
              </a:rPr>
              <a:t>10</a:t>
            </a:r>
            <a:r>
              <a:rPr lang="de-DE" i="1" dirty="0">
                <a:ea typeface="+mn-lt"/>
                <a:cs typeface="+mn-lt"/>
              </a:rPr>
              <a:t> (2): 152–166. </a:t>
            </a:r>
            <a:r>
              <a:rPr lang="de-DE" i="1" dirty="0">
                <a:ea typeface="+mn-lt"/>
                <a:cs typeface="+mn-lt"/>
                <a:hlinkClick r:id="rId7"/>
              </a:rPr>
              <a:t>doi</a:t>
            </a:r>
            <a:r>
              <a:rPr lang="de-DE" i="1" dirty="0">
                <a:ea typeface="+mn-lt"/>
                <a:cs typeface="+mn-lt"/>
              </a:rPr>
              <a:t>:</a:t>
            </a:r>
            <a:r>
              <a:rPr lang="de-DE" i="1" dirty="0">
                <a:ea typeface="+mn-lt"/>
                <a:cs typeface="+mn-lt"/>
                <a:hlinkClick r:id="rId8"/>
              </a:rPr>
              <a:t>10.1093/ml/X.2.152</a:t>
            </a:r>
            <a:r>
              <a:rPr lang="de-DE" i="1" dirty="0">
                <a:ea typeface="+mn-lt"/>
                <a:cs typeface="+mn-lt"/>
              </a:rPr>
              <a:t>. </a:t>
            </a:r>
            <a:r>
              <a:rPr lang="de-DE" i="1" dirty="0">
                <a:ea typeface="+mn-lt"/>
                <a:cs typeface="+mn-lt"/>
                <a:hlinkClick r:id="rId9"/>
              </a:rPr>
              <a:t>ISSN</a:t>
            </a:r>
            <a:r>
              <a:rPr lang="de-DE" i="1" dirty="0">
                <a:ea typeface="+mn-lt"/>
                <a:cs typeface="+mn-lt"/>
              </a:rPr>
              <a:t> </a:t>
            </a:r>
            <a:r>
              <a:rPr lang="de-DE" i="1" dirty="0">
                <a:ea typeface="+mn-lt"/>
                <a:cs typeface="+mn-lt"/>
                <a:hlinkClick r:id="rId10"/>
              </a:rPr>
              <a:t>0027-4224</a:t>
            </a:r>
            <a:r>
              <a:rPr lang="de-DE" i="1" dirty="0">
                <a:ea typeface="+mn-lt"/>
                <a:cs typeface="+mn-lt"/>
              </a:rPr>
              <a:t>. </a:t>
            </a:r>
            <a:r>
              <a:rPr lang="de-DE" i="1" dirty="0">
                <a:ea typeface="+mn-lt"/>
                <a:cs typeface="+mn-lt"/>
                <a:hlinkClick r:id="rId11"/>
              </a:rPr>
              <a:t>JSTOR</a:t>
            </a:r>
            <a:r>
              <a:rPr lang="de-DE" i="1" dirty="0">
                <a:ea typeface="+mn-lt"/>
                <a:cs typeface="+mn-lt"/>
              </a:rPr>
              <a:t> </a:t>
            </a:r>
            <a:r>
              <a:rPr lang="de-DE" i="1" dirty="0">
                <a:ea typeface="+mn-lt"/>
                <a:cs typeface="+mn-lt"/>
                <a:hlinkClick r:id="rId12"/>
              </a:rPr>
              <a:t>726038</a:t>
            </a:r>
            <a:r>
              <a:rPr lang="de-DE" i="1" dirty="0">
                <a:ea typeface="+mn-lt"/>
                <a:cs typeface="+mn-lt"/>
              </a:rPr>
              <a:t>.</a:t>
            </a:r>
            <a:endParaRPr lang="de-DE" dirty="0">
              <a:ea typeface="+mn-lt"/>
              <a:cs typeface="+mn-lt"/>
            </a:endParaRPr>
          </a:p>
          <a:p>
            <a:r>
              <a:rPr lang="de-DE" i="1" dirty="0">
                <a:ea typeface="+mn-lt"/>
                <a:cs typeface="+mn-lt"/>
              </a:rPr>
              <a:t>Davey, Henry (1898). </a:t>
            </a:r>
            <a:r>
              <a:rPr lang="de-DE" i="1" dirty="0">
                <a:ea typeface="+mn-lt"/>
                <a:cs typeface="+mn-lt"/>
                <a:hlinkClick r:id="rId13"/>
              </a:rPr>
              <a:t>"Tallis, Thomas" </a:t>
            </a:r>
            <a:r>
              <a:rPr lang="de-DE" i="1" dirty="0">
                <a:ea typeface="+mn-lt"/>
                <a:cs typeface="+mn-lt"/>
              </a:rPr>
              <a:t>. In </a:t>
            </a:r>
            <a:r>
              <a:rPr lang="de-DE" i="1" dirty="0">
                <a:ea typeface="+mn-lt"/>
                <a:cs typeface="+mn-lt"/>
                <a:hlinkClick r:id="rId14"/>
              </a:rPr>
              <a:t>Lee, Sidney</a:t>
            </a:r>
            <a:r>
              <a:rPr lang="de-DE" i="1" dirty="0">
                <a:ea typeface="+mn-lt"/>
                <a:cs typeface="+mn-lt"/>
              </a:rPr>
              <a:t> (</a:t>
            </a:r>
            <a:r>
              <a:rPr lang="de-DE" i="1" dirty="0" err="1">
                <a:ea typeface="+mn-lt"/>
                <a:cs typeface="+mn-lt"/>
              </a:rPr>
              <a:t>ed</a:t>
            </a:r>
            <a:r>
              <a:rPr lang="de-DE" i="1" dirty="0">
                <a:ea typeface="+mn-lt"/>
                <a:cs typeface="+mn-lt"/>
              </a:rPr>
              <a:t>.). </a:t>
            </a:r>
            <a:r>
              <a:rPr lang="de-DE" i="1" dirty="0">
                <a:ea typeface="+mn-lt"/>
                <a:cs typeface="+mn-lt"/>
                <a:hlinkClick r:id="rId15"/>
              </a:rPr>
              <a:t>Dictionary of National Biography</a:t>
            </a:r>
            <a:r>
              <a:rPr lang="de-DE" i="1" dirty="0">
                <a:ea typeface="+mn-lt"/>
                <a:cs typeface="+mn-lt"/>
              </a:rPr>
              <a:t>. Vol. 55. London: Smith, Elder &amp; Co.</a:t>
            </a:r>
            <a:endParaRPr lang="de-DE" dirty="0">
              <a:ea typeface="+mn-lt"/>
              <a:cs typeface="+mn-lt"/>
            </a:endParaRPr>
          </a:p>
          <a:p>
            <a:r>
              <a:rPr lang="de-DE" i="1" dirty="0" err="1">
                <a:ea typeface="+mn-lt"/>
                <a:cs typeface="+mn-lt"/>
              </a:rPr>
              <a:t>Milsom</a:t>
            </a:r>
            <a:r>
              <a:rPr lang="de-DE" i="1" dirty="0">
                <a:ea typeface="+mn-lt"/>
                <a:cs typeface="+mn-lt"/>
              </a:rPr>
              <a:t>, John (1983). </a:t>
            </a:r>
            <a:r>
              <a:rPr lang="de-DE" i="1" dirty="0">
                <a:ea typeface="+mn-lt"/>
                <a:cs typeface="+mn-lt"/>
                <a:hlinkClick r:id="rId16"/>
              </a:rPr>
              <a:t>English Polyphonic Style in Transition: a study of the sacred music of Thomas Tallis</a:t>
            </a:r>
            <a:r>
              <a:rPr lang="de-DE" i="1" dirty="0">
                <a:ea typeface="+mn-lt"/>
                <a:cs typeface="+mn-lt"/>
              </a:rPr>
              <a:t> (Thesis). University </a:t>
            </a:r>
            <a:r>
              <a:rPr lang="de-DE" i="1" dirty="0" err="1">
                <a:ea typeface="+mn-lt"/>
                <a:cs typeface="+mn-lt"/>
              </a:rPr>
              <a:t>of</a:t>
            </a:r>
            <a:r>
              <a:rPr lang="de-DE" i="1" dirty="0">
                <a:ea typeface="+mn-lt"/>
                <a:cs typeface="+mn-lt"/>
              </a:rPr>
              <a:t> Oxford. </a:t>
            </a:r>
            <a:r>
              <a:rPr lang="de-DE" i="1" dirty="0">
                <a:ea typeface="+mn-lt"/>
                <a:cs typeface="+mn-lt"/>
                <a:hlinkClick r:id="rId17"/>
              </a:rPr>
              <a:t>OCLC</a:t>
            </a:r>
            <a:r>
              <a:rPr lang="de-DE" i="1" dirty="0">
                <a:ea typeface="+mn-lt"/>
                <a:cs typeface="+mn-lt"/>
              </a:rPr>
              <a:t> </a:t>
            </a:r>
            <a:r>
              <a:rPr lang="de-DE" i="1" dirty="0">
                <a:ea typeface="+mn-lt"/>
                <a:cs typeface="+mn-lt"/>
                <a:hlinkClick r:id="rId18"/>
              </a:rPr>
              <a:t>29743412</a:t>
            </a:r>
            <a:r>
              <a:rPr lang="de-DE" i="1" dirty="0">
                <a:ea typeface="+mn-lt"/>
                <a:cs typeface="+mn-lt"/>
              </a:rPr>
              <a:t>.</a:t>
            </a:r>
            <a:endParaRPr lang="de-DE" dirty="0">
              <a:ea typeface="+mn-lt"/>
              <a:cs typeface="+mn-lt"/>
            </a:endParaRPr>
          </a:p>
          <a:p>
            <a:r>
              <a:rPr lang="de-DE" i="1" dirty="0">
                <a:ea typeface="+mn-lt"/>
                <a:cs typeface="+mn-lt"/>
              </a:rPr>
              <a:t>Pike, Lionel (1984). </a:t>
            </a:r>
            <a:r>
              <a:rPr lang="de-DE" i="1" dirty="0">
                <a:ea typeface="+mn-lt"/>
                <a:cs typeface="+mn-lt"/>
                <a:hlinkClick r:id="rId19"/>
              </a:rPr>
              <a:t>"Tallis: Vaughan Williams: Howells: Reflections on Mode Three"</a:t>
            </a:r>
            <a:r>
              <a:rPr lang="de-DE" i="1" dirty="0">
                <a:ea typeface="+mn-lt"/>
                <a:cs typeface="+mn-lt"/>
              </a:rPr>
              <a:t>. </a:t>
            </a:r>
            <a:r>
              <a:rPr lang="de-DE" i="1" dirty="0">
                <a:ea typeface="+mn-lt"/>
                <a:cs typeface="+mn-lt"/>
                <a:hlinkClick r:id="rId20"/>
              </a:rPr>
              <a:t>Tempo</a:t>
            </a:r>
            <a:r>
              <a:rPr lang="de-DE" i="1" dirty="0">
                <a:ea typeface="+mn-lt"/>
                <a:cs typeface="+mn-lt"/>
              </a:rPr>
              <a:t> (149): 2–13. </a:t>
            </a:r>
            <a:r>
              <a:rPr lang="de-DE" i="1" dirty="0">
                <a:ea typeface="+mn-lt"/>
                <a:cs typeface="+mn-lt"/>
                <a:hlinkClick r:id="rId7"/>
              </a:rPr>
              <a:t>doi</a:t>
            </a:r>
            <a:r>
              <a:rPr lang="de-DE" i="1" dirty="0">
                <a:ea typeface="+mn-lt"/>
                <a:cs typeface="+mn-lt"/>
              </a:rPr>
              <a:t>:</a:t>
            </a:r>
            <a:r>
              <a:rPr lang="de-DE" i="1" dirty="0">
                <a:ea typeface="+mn-lt"/>
                <a:cs typeface="+mn-lt"/>
                <a:hlinkClick r:id="rId21"/>
              </a:rPr>
              <a:t>10.1017/S0040298200058496</a:t>
            </a:r>
            <a:r>
              <a:rPr lang="de-DE" i="1" dirty="0">
                <a:ea typeface="+mn-lt"/>
                <a:cs typeface="+mn-lt"/>
              </a:rPr>
              <a:t>. </a:t>
            </a:r>
            <a:r>
              <a:rPr lang="de-DE" i="1" dirty="0">
                <a:ea typeface="+mn-lt"/>
                <a:cs typeface="+mn-lt"/>
                <a:hlinkClick r:id="rId11"/>
              </a:rPr>
              <a:t>JSTOR</a:t>
            </a:r>
            <a:r>
              <a:rPr lang="de-DE" i="1" dirty="0">
                <a:ea typeface="+mn-lt"/>
                <a:cs typeface="+mn-lt"/>
              </a:rPr>
              <a:t> </a:t>
            </a:r>
            <a:r>
              <a:rPr lang="de-DE" i="1" dirty="0">
                <a:ea typeface="+mn-lt"/>
                <a:cs typeface="+mn-lt"/>
                <a:hlinkClick r:id="rId19"/>
              </a:rPr>
              <a:t>945078</a:t>
            </a:r>
            <a:r>
              <a:rPr lang="de-DE" i="1" dirty="0">
                <a:ea typeface="+mn-lt"/>
                <a:cs typeface="+mn-lt"/>
              </a:rPr>
              <a:t>. </a:t>
            </a:r>
            <a:r>
              <a:rPr lang="de-DE" i="1" dirty="0">
                <a:ea typeface="+mn-lt"/>
                <a:cs typeface="+mn-lt"/>
                <a:hlinkClick r:id="rId22"/>
              </a:rPr>
              <a:t>S2CID</a:t>
            </a:r>
            <a:r>
              <a:rPr lang="de-DE" i="1" dirty="0">
                <a:ea typeface="+mn-lt"/>
                <a:cs typeface="+mn-lt"/>
              </a:rPr>
              <a:t> </a:t>
            </a:r>
            <a:r>
              <a:rPr lang="de-DE" i="1" dirty="0">
                <a:ea typeface="+mn-lt"/>
                <a:cs typeface="+mn-lt"/>
                <a:hlinkClick r:id="rId23"/>
              </a:rPr>
              <a:t>143715625</a:t>
            </a:r>
            <a:r>
              <a:rPr lang="de-DE" i="1" dirty="0">
                <a:ea typeface="+mn-lt"/>
                <a:cs typeface="+mn-lt"/>
              </a:rPr>
              <a:t>.</a:t>
            </a:r>
            <a:endParaRPr lang="de-DE" dirty="0">
              <a:ea typeface="+mn-lt"/>
              <a:cs typeface="+mn-lt"/>
            </a:endParaRPr>
          </a:p>
          <a:p>
            <a:endParaRPr lang="de-DE" dirty="0"/>
          </a:p>
        </p:txBody>
      </p:sp>
    </p:spTree>
    <p:extLst>
      <p:ext uri="{BB962C8B-B14F-4D97-AF65-F5344CB8AC3E}">
        <p14:creationId xmlns:p14="http://schemas.microsoft.com/office/powerpoint/2010/main" val="8648934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E36BD9-85DA-F3E3-9EFD-5DB6301E93F2}"/>
              </a:ext>
            </a:extLst>
          </p:cNvPr>
          <p:cNvSpPr>
            <a:spLocks noGrp="1"/>
          </p:cNvSpPr>
          <p:nvPr>
            <p:ph type="title"/>
          </p:nvPr>
        </p:nvSpPr>
        <p:spPr/>
        <p:txBody>
          <a:bodyPr>
            <a:normAutofit/>
          </a:bodyPr>
          <a:lstStyle/>
          <a:p>
            <a:r>
              <a:rPr lang="de-DE" b="0" dirty="0">
                <a:ea typeface="+mj-lt"/>
                <a:cs typeface="+mj-lt"/>
              </a:rPr>
              <a:t>External links</a:t>
            </a:r>
            <a:endParaRPr lang="de-DE" dirty="0">
              <a:ea typeface="+mj-lt"/>
              <a:cs typeface="+mj-lt"/>
            </a:endParaRPr>
          </a:p>
        </p:txBody>
      </p:sp>
      <p:sp>
        <p:nvSpPr>
          <p:cNvPr id="3" name="Inhaltsplatzhalter 2">
            <a:extLst>
              <a:ext uri="{FF2B5EF4-FFF2-40B4-BE49-F238E27FC236}">
                <a16:creationId xmlns:a16="http://schemas.microsoft.com/office/drawing/2014/main" id="{8E21B075-2BD0-763C-66C5-4ECCEC87EC5E}"/>
              </a:ext>
            </a:extLst>
          </p:cNvPr>
          <p:cNvSpPr>
            <a:spLocks noGrp="1"/>
          </p:cNvSpPr>
          <p:nvPr>
            <p:ph idx="1"/>
          </p:nvPr>
        </p:nvSpPr>
        <p:spPr>
          <a:xfrm>
            <a:off x="1587710" y="2160016"/>
            <a:ext cx="10033029" cy="4242453"/>
          </a:xfrm>
        </p:spPr>
        <p:txBody>
          <a:bodyPr vert="horz" lIns="91440" tIns="45720" rIns="91440" bIns="45720" rtlCol="0" anchor="t">
            <a:normAutofit fontScale="92500" lnSpcReduction="20000"/>
          </a:bodyPr>
          <a:lstStyle/>
          <a:p>
            <a:r>
              <a:rPr lang="de-DE" dirty="0">
                <a:ea typeface="+mn-lt"/>
                <a:cs typeface="+mn-lt"/>
              </a:rPr>
              <a:t>Recordings </a:t>
            </a:r>
            <a:r>
              <a:rPr lang="de-DE" dirty="0" err="1">
                <a:ea typeface="+mn-lt"/>
                <a:cs typeface="+mn-lt"/>
              </a:rPr>
              <a:t>of</a:t>
            </a:r>
            <a:r>
              <a:rPr lang="de-DE" dirty="0">
                <a:ea typeface="+mn-lt"/>
                <a:cs typeface="+mn-lt"/>
              </a:rPr>
              <a:t> </a:t>
            </a:r>
            <a:r>
              <a:rPr lang="de-DE" dirty="0" err="1">
                <a:ea typeface="+mn-lt"/>
                <a:cs typeface="+mn-lt"/>
              </a:rPr>
              <a:t>church</a:t>
            </a:r>
            <a:r>
              <a:rPr lang="de-DE" dirty="0">
                <a:ea typeface="+mn-lt"/>
                <a:cs typeface="+mn-lt"/>
              </a:rPr>
              <a:t> </a:t>
            </a:r>
            <a:r>
              <a:rPr lang="de-DE" dirty="0" err="1">
                <a:ea typeface="+mn-lt"/>
                <a:cs typeface="+mn-lt"/>
              </a:rPr>
              <a:t>music</a:t>
            </a:r>
            <a:r>
              <a:rPr lang="de-DE" dirty="0">
                <a:ea typeface="+mn-lt"/>
                <a:cs typeface="+mn-lt"/>
              </a:rPr>
              <a:t> </a:t>
            </a:r>
            <a:r>
              <a:rPr lang="de-DE" dirty="0" err="1">
                <a:ea typeface="+mn-lt"/>
                <a:cs typeface="+mn-lt"/>
              </a:rPr>
              <a:t>by</a:t>
            </a:r>
            <a:r>
              <a:rPr lang="de-DE" dirty="0">
                <a:ea typeface="+mn-lt"/>
                <a:cs typeface="+mn-lt"/>
              </a:rPr>
              <a:t> Tallis in </a:t>
            </a:r>
            <a:r>
              <a:rPr lang="de-DE" dirty="0">
                <a:ea typeface="+mn-lt"/>
                <a:cs typeface="+mn-lt"/>
                <a:hlinkClick r:id="rId2"/>
              </a:rPr>
              <a:t>Latin</a:t>
            </a:r>
            <a:r>
              <a:rPr lang="de-DE" dirty="0">
                <a:ea typeface="+mn-lt"/>
                <a:cs typeface="+mn-lt"/>
              </a:rPr>
              <a:t> and </a:t>
            </a:r>
            <a:r>
              <a:rPr lang="de-DE" dirty="0">
                <a:ea typeface="+mn-lt"/>
                <a:cs typeface="+mn-lt"/>
                <a:hlinkClick r:id="rId3"/>
              </a:rPr>
              <a:t>English</a:t>
            </a:r>
            <a:r>
              <a:rPr lang="de-DE" dirty="0">
                <a:ea typeface="+mn-lt"/>
                <a:cs typeface="+mn-lt"/>
              </a:rPr>
              <a:t> </a:t>
            </a:r>
            <a:r>
              <a:rPr lang="de-DE" dirty="0" err="1">
                <a:ea typeface="+mn-lt"/>
                <a:cs typeface="+mn-lt"/>
              </a:rPr>
              <a:t>from</a:t>
            </a:r>
            <a:r>
              <a:rPr lang="de-DE" dirty="0">
                <a:ea typeface="+mn-lt"/>
                <a:cs typeface="+mn-lt"/>
              </a:rPr>
              <a:t> </a:t>
            </a:r>
            <a:r>
              <a:rPr lang="de-DE" dirty="0">
                <a:ea typeface="+mn-lt"/>
                <a:cs typeface="+mn-lt"/>
                <a:hlinkClick r:id="rId4"/>
              </a:rPr>
              <a:t>Umeå Akademiska Kör </a:t>
            </a:r>
            <a:r>
              <a:rPr lang="de-DE" dirty="0">
                <a:ea typeface="+mn-lt"/>
                <a:cs typeface="+mn-lt"/>
              </a:rPr>
              <a:t> [</a:t>
            </a:r>
            <a:r>
              <a:rPr lang="de-DE" dirty="0">
                <a:ea typeface="+mn-lt"/>
                <a:cs typeface="+mn-lt"/>
                <a:hlinkClick r:id="rId5"/>
              </a:rPr>
              <a:t>sv</a:t>
            </a:r>
            <a:r>
              <a:rPr lang="de-DE" dirty="0">
                <a:ea typeface="+mn-lt"/>
                <a:cs typeface="+mn-lt"/>
              </a:rPr>
              <a:t>]</a:t>
            </a:r>
            <a:endParaRPr lang="de-DE" dirty="0"/>
          </a:p>
          <a:p>
            <a:r>
              <a:rPr lang="de-DE" dirty="0">
                <a:ea typeface="+mn-lt"/>
                <a:cs typeface="+mn-lt"/>
              </a:rPr>
              <a:t>The </a:t>
            </a:r>
            <a:r>
              <a:rPr lang="de-DE" dirty="0">
                <a:ea typeface="+mn-lt"/>
                <a:cs typeface="+mn-lt"/>
                <a:hlinkClick r:id="rId6"/>
              </a:rPr>
              <a:t>Mutopia Project</a:t>
            </a:r>
            <a:r>
              <a:rPr lang="de-DE" dirty="0">
                <a:ea typeface="+mn-lt"/>
                <a:cs typeface="+mn-lt"/>
              </a:rPr>
              <a:t> </a:t>
            </a:r>
            <a:r>
              <a:rPr lang="de-DE" dirty="0" err="1">
                <a:ea typeface="+mn-lt"/>
                <a:cs typeface="+mn-lt"/>
              </a:rPr>
              <a:t>has</a:t>
            </a:r>
            <a:r>
              <a:rPr lang="de-DE" dirty="0">
                <a:ea typeface="+mn-lt"/>
                <a:cs typeface="+mn-lt"/>
              </a:rPr>
              <a:t> </a:t>
            </a:r>
            <a:r>
              <a:rPr lang="de-DE" dirty="0" err="1">
                <a:ea typeface="+mn-lt"/>
                <a:cs typeface="+mn-lt"/>
              </a:rPr>
              <a:t>compositions</a:t>
            </a:r>
            <a:r>
              <a:rPr lang="de-DE" dirty="0">
                <a:ea typeface="+mn-lt"/>
                <a:cs typeface="+mn-lt"/>
              </a:rPr>
              <a:t> </a:t>
            </a:r>
            <a:r>
              <a:rPr lang="de-DE" dirty="0" err="1">
                <a:ea typeface="+mn-lt"/>
                <a:cs typeface="+mn-lt"/>
              </a:rPr>
              <a:t>by</a:t>
            </a:r>
            <a:r>
              <a:rPr lang="de-DE" dirty="0">
                <a:ea typeface="+mn-lt"/>
                <a:cs typeface="+mn-lt"/>
              </a:rPr>
              <a:t> </a:t>
            </a:r>
            <a:r>
              <a:rPr lang="de-DE" dirty="0">
                <a:ea typeface="+mn-lt"/>
                <a:cs typeface="+mn-lt"/>
                <a:hlinkClick r:id="rId7"/>
              </a:rPr>
              <a:t>Thomas Tallis</a:t>
            </a:r>
            <a:endParaRPr lang="de-DE"/>
          </a:p>
          <a:p>
            <a:r>
              <a:rPr lang="de-DE" dirty="0">
                <a:ea typeface="+mn-lt"/>
                <a:cs typeface="+mn-lt"/>
                <a:hlinkClick r:id="rId8"/>
              </a:rPr>
              <a:t>List of compositions by Thomas Tallis</a:t>
            </a:r>
            <a:r>
              <a:rPr lang="de-DE" dirty="0">
                <a:ea typeface="+mn-lt"/>
                <a:cs typeface="+mn-lt"/>
              </a:rPr>
              <a:t> at </a:t>
            </a:r>
            <a:r>
              <a:rPr lang="de-DE" dirty="0" err="1">
                <a:ea typeface="+mn-lt"/>
                <a:cs typeface="+mn-lt"/>
              </a:rPr>
              <a:t>the</a:t>
            </a:r>
            <a:r>
              <a:rPr lang="de-DE" dirty="0">
                <a:ea typeface="+mn-lt"/>
                <a:cs typeface="+mn-lt"/>
              </a:rPr>
              <a:t> </a:t>
            </a:r>
            <a:r>
              <a:rPr lang="de-DE" dirty="0">
                <a:ea typeface="+mn-lt"/>
                <a:cs typeface="+mn-lt"/>
                <a:hlinkClick r:id="rId9"/>
              </a:rPr>
              <a:t>Digital Image Archive of Medieval Music</a:t>
            </a:r>
            <a:r>
              <a:rPr lang="de-DE" dirty="0">
                <a:ea typeface="+mn-lt"/>
                <a:cs typeface="+mn-lt"/>
              </a:rPr>
              <a:t> </a:t>
            </a:r>
            <a:r>
              <a:rPr lang="de-DE" sz="2000" dirty="0">
                <a:ea typeface="+mn-lt"/>
                <a:cs typeface="+mn-lt"/>
              </a:rPr>
              <a:t>(</a:t>
            </a:r>
            <a:r>
              <a:rPr lang="de-DE" sz="2000" dirty="0">
                <a:ea typeface="+mn-lt"/>
                <a:cs typeface="+mn-lt"/>
                <a:hlinkClick r:id="rId10"/>
              </a:rPr>
              <a:t>registration required to view the digitised images</a:t>
            </a:r>
            <a:r>
              <a:rPr lang="de-DE" sz="2000" dirty="0">
                <a:ea typeface="+mn-lt"/>
                <a:cs typeface="+mn-lt"/>
              </a:rPr>
              <a:t>)</a:t>
            </a:r>
            <a:endParaRPr lang="de-DE" dirty="0"/>
          </a:p>
          <a:p>
            <a:r>
              <a:rPr lang="de-DE" dirty="0">
                <a:ea typeface="+mn-lt"/>
                <a:cs typeface="+mn-lt"/>
                <a:hlinkClick r:id="rId11"/>
              </a:rPr>
              <a:t>Free scores by Thomas Tallis</a:t>
            </a:r>
            <a:r>
              <a:rPr lang="de-DE" dirty="0">
                <a:ea typeface="+mn-lt"/>
                <a:cs typeface="+mn-lt"/>
              </a:rPr>
              <a:t> in </a:t>
            </a:r>
            <a:r>
              <a:rPr lang="de-DE" dirty="0" err="1">
                <a:ea typeface="+mn-lt"/>
                <a:cs typeface="+mn-lt"/>
              </a:rPr>
              <a:t>the</a:t>
            </a:r>
            <a:r>
              <a:rPr lang="de-DE" dirty="0">
                <a:ea typeface="+mn-lt"/>
                <a:cs typeface="+mn-lt"/>
              </a:rPr>
              <a:t> </a:t>
            </a:r>
            <a:r>
              <a:rPr lang="de-DE" dirty="0">
                <a:ea typeface="+mn-lt"/>
                <a:cs typeface="+mn-lt"/>
                <a:hlinkClick r:id="rId12"/>
              </a:rPr>
              <a:t>Choral Public Domain Library</a:t>
            </a:r>
            <a:r>
              <a:rPr lang="de-DE" dirty="0">
                <a:ea typeface="+mn-lt"/>
                <a:cs typeface="+mn-lt"/>
              </a:rPr>
              <a:t> (</a:t>
            </a:r>
            <a:r>
              <a:rPr lang="de-DE" dirty="0" err="1">
                <a:ea typeface="+mn-lt"/>
                <a:cs typeface="+mn-lt"/>
              </a:rPr>
              <a:t>ChoralWiki</a:t>
            </a:r>
            <a:r>
              <a:rPr lang="de-DE" dirty="0">
                <a:ea typeface="+mn-lt"/>
                <a:cs typeface="+mn-lt"/>
              </a:rPr>
              <a:t>)</a:t>
            </a:r>
            <a:endParaRPr lang="de-DE" dirty="0"/>
          </a:p>
          <a:p>
            <a:r>
              <a:rPr lang="de-DE" dirty="0">
                <a:ea typeface="+mn-lt"/>
                <a:cs typeface="+mn-lt"/>
                <a:hlinkClick r:id="rId13"/>
              </a:rPr>
              <a:t>Free scores by Thomas Tallis</a:t>
            </a:r>
            <a:r>
              <a:rPr lang="de-DE" dirty="0">
                <a:ea typeface="+mn-lt"/>
                <a:cs typeface="+mn-lt"/>
              </a:rPr>
              <a:t> at </a:t>
            </a:r>
            <a:r>
              <a:rPr lang="de-DE" dirty="0" err="1">
                <a:ea typeface="+mn-lt"/>
                <a:cs typeface="+mn-lt"/>
              </a:rPr>
              <a:t>the</a:t>
            </a:r>
            <a:r>
              <a:rPr lang="de-DE" dirty="0">
                <a:ea typeface="+mn-lt"/>
                <a:cs typeface="+mn-lt"/>
              </a:rPr>
              <a:t> </a:t>
            </a:r>
            <a:r>
              <a:rPr lang="de-DE" dirty="0">
                <a:ea typeface="+mn-lt"/>
                <a:cs typeface="+mn-lt"/>
                <a:hlinkClick r:id="rId14"/>
              </a:rPr>
              <a:t>International Music Score Library Project</a:t>
            </a:r>
            <a:r>
              <a:rPr lang="de-DE" dirty="0">
                <a:ea typeface="+mn-lt"/>
                <a:cs typeface="+mn-lt"/>
              </a:rPr>
              <a:t> (IMSLP)</a:t>
            </a:r>
            <a:endParaRPr lang="de-DE" dirty="0"/>
          </a:p>
          <a:p>
            <a:r>
              <a:rPr lang="de-DE" dirty="0">
                <a:ea typeface="+mn-lt"/>
                <a:cs typeface="+mn-lt"/>
                <a:hlinkClick r:id="rId15"/>
              </a:rPr>
              <a:t>Image of Tallis's signature</a:t>
            </a:r>
            <a:r>
              <a:rPr lang="de-DE" dirty="0">
                <a:ea typeface="+mn-lt"/>
                <a:cs typeface="+mn-lt"/>
              </a:rPr>
              <a:t> in a </a:t>
            </a:r>
            <a:r>
              <a:rPr lang="de-DE" dirty="0" err="1">
                <a:ea typeface="+mn-lt"/>
                <a:cs typeface="+mn-lt"/>
              </a:rPr>
              <a:t>book</a:t>
            </a:r>
            <a:r>
              <a:rPr lang="de-DE" dirty="0">
                <a:ea typeface="+mn-lt"/>
                <a:cs typeface="+mn-lt"/>
              </a:rPr>
              <a:t> </a:t>
            </a:r>
            <a:r>
              <a:rPr lang="de-DE" dirty="0" err="1">
                <a:ea typeface="+mn-lt"/>
                <a:cs typeface="+mn-lt"/>
              </a:rPr>
              <a:t>from</a:t>
            </a:r>
            <a:r>
              <a:rPr lang="de-DE" dirty="0">
                <a:ea typeface="+mn-lt"/>
                <a:cs typeface="+mn-lt"/>
              </a:rPr>
              <a:t> </a:t>
            </a:r>
            <a:r>
              <a:rPr lang="de-DE" dirty="0" err="1">
                <a:ea typeface="+mn-lt"/>
                <a:cs typeface="+mn-lt"/>
              </a:rPr>
              <a:t>one</a:t>
            </a:r>
            <a:r>
              <a:rPr lang="de-DE" dirty="0">
                <a:ea typeface="+mn-lt"/>
                <a:cs typeface="+mn-lt"/>
              </a:rPr>
              <a:t> </a:t>
            </a:r>
            <a:r>
              <a:rPr lang="de-DE" dirty="0" err="1">
                <a:ea typeface="+mn-lt"/>
                <a:cs typeface="+mn-lt"/>
              </a:rPr>
              <a:t>of</a:t>
            </a:r>
            <a:r>
              <a:rPr lang="de-DE" dirty="0">
                <a:ea typeface="+mn-lt"/>
                <a:cs typeface="+mn-lt"/>
              </a:rPr>
              <a:t> </a:t>
            </a:r>
            <a:r>
              <a:rPr lang="de-DE" dirty="0" err="1">
                <a:ea typeface="+mn-lt"/>
                <a:cs typeface="+mn-lt"/>
              </a:rPr>
              <a:t>his</a:t>
            </a:r>
            <a:r>
              <a:rPr lang="de-DE" dirty="0">
                <a:ea typeface="+mn-lt"/>
                <a:cs typeface="+mn-lt"/>
              </a:rPr>
              <a:t> </a:t>
            </a:r>
            <a:r>
              <a:rPr lang="de-DE" dirty="0" err="1">
                <a:ea typeface="+mn-lt"/>
                <a:cs typeface="+mn-lt"/>
              </a:rPr>
              <a:t>early</a:t>
            </a:r>
            <a:r>
              <a:rPr lang="de-DE" dirty="0">
                <a:ea typeface="+mn-lt"/>
                <a:cs typeface="+mn-lt"/>
              </a:rPr>
              <a:t> </a:t>
            </a:r>
            <a:r>
              <a:rPr lang="de-DE" dirty="0" err="1">
                <a:ea typeface="+mn-lt"/>
                <a:cs typeface="+mn-lt"/>
              </a:rPr>
              <a:t>places</a:t>
            </a:r>
            <a:r>
              <a:rPr lang="de-DE" dirty="0">
                <a:ea typeface="+mn-lt"/>
                <a:cs typeface="+mn-lt"/>
              </a:rPr>
              <a:t> </a:t>
            </a:r>
            <a:r>
              <a:rPr lang="de-DE" dirty="0" err="1">
                <a:ea typeface="+mn-lt"/>
                <a:cs typeface="+mn-lt"/>
              </a:rPr>
              <a:t>of</a:t>
            </a:r>
            <a:r>
              <a:rPr lang="de-DE" dirty="0">
                <a:ea typeface="+mn-lt"/>
                <a:cs typeface="+mn-lt"/>
              </a:rPr>
              <a:t> </a:t>
            </a:r>
            <a:r>
              <a:rPr lang="de-DE" dirty="0" err="1">
                <a:ea typeface="+mn-lt"/>
                <a:cs typeface="+mn-lt"/>
              </a:rPr>
              <a:t>employment</a:t>
            </a:r>
            <a:r>
              <a:rPr lang="de-DE" dirty="0">
                <a:ea typeface="+mn-lt"/>
                <a:cs typeface="+mn-lt"/>
              </a:rPr>
              <a:t>, Waltham Abbey.</a:t>
            </a:r>
            <a:endParaRPr lang="de-DE" dirty="0"/>
          </a:p>
          <a:p>
            <a:r>
              <a:rPr lang="de-DE" dirty="0">
                <a:ea typeface="+mn-lt"/>
                <a:cs typeface="+mn-lt"/>
                <a:hlinkClick r:id="rId16"/>
              </a:rPr>
              <a:t>Works by Tallis</a:t>
            </a:r>
            <a:r>
              <a:rPr lang="de-DE" dirty="0">
                <a:ea typeface="+mn-lt"/>
                <a:cs typeface="+mn-lt"/>
              </a:rPr>
              <a:t> </a:t>
            </a:r>
            <a:r>
              <a:rPr lang="de-DE" dirty="0" err="1">
                <a:ea typeface="+mn-lt"/>
                <a:cs typeface="+mn-lt"/>
              </a:rPr>
              <a:t>listed</a:t>
            </a:r>
            <a:r>
              <a:rPr lang="de-DE" dirty="0">
                <a:ea typeface="+mn-lt"/>
                <a:cs typeface="+mn-lt"/>
              </a:rPr>
              <a:t> at </a:t>
            </a:r>
            <a:r>
              <a:rPr lang="de-DE" dirty="0" err="1">
                <a:ea typeface="+mn-lt"/>
                <a:cs typeface="+mn-lt"/>
              </a:rPr>
              <a:t>the</a:t>
            </a:r>
            <a:r>
              <a:rPr lang="de-DE" dirty="0">
                <a:ea typeface="+mn-lt"/>
                <a:cs typeface="+mn-lt"/>
              </a:rPr>
              <a:t> EECM Primary Source Database</a:t>
            </a:r>
            <a:endParaRPr lang="de-DE" dirty="0"/>
          </a:p>
          <a:p>
            <a:endParaRPr lang="de-DE" dirty="0"/>
          </a:p>
        </p:txBody>
      </p:sp>
    </p:spTree>
    <p:extLst>
      <p:ext uri="{BB962C8B-B14F-4D97-AF65-F5344CB8AC3E}">
        <p14:creationId xmlns:p14="http://schemas.microsoft.com/office/powerpoint/2010/main" val="301786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2980FA-892D-E23B-92AA-26DEAAC253DB}"/>
              </a:ext>
            </a:extLst>
          </p:cNvPr>
          <p:cNvSpPr>
            <a:spLocks noGrp="1"/>
          </p:cNvSpPr>
          <p:nvPr>
            <p:ph type="title"/>
          </p:nvPr>
        </p:nvSpPr>
        <p:spPr/>
        <p:txBody>
          <a:bodyPr/>
          <a:lstStyle/>
          <a:p>
            <a:r>
              <a:rPr lang="de-DE" dirty="0"/>
              <a:t>Thomas Tallis in a </a:t>
            </a:r>
            <a:r>
              <a:rPr lang="de-DE" dirty="0" err="1"/>
              <a:t>Overview</a:t>
            </a:r>
          </a:p>
        </p:txBody>
      </p:sp>
      <p:sp>
        <p:nvSpPr>
          <p:cNvPr id="3" name="Inhaltsplatzhalter 2">
            <a:extLst>
              <a:ext uri="{FF2B5EF4-FFF2-40B4-BE49-F238E27FC236}">
                <a16:creationId xmlns:a16="http://schemas.microsoft.com/office/drawing/2014/main" id="{4FA0C9BD-298E-1C64-4544-58623B3B281A}"/>
              </a:ext>
            </a:extLst>
          </p:cNvPr>
          <p:cNvSpPr>
            <a:spLocks noGrp="1"/>
          </p:cNvSpPr>
          <p:nvPr>
            <p:ph idx="1"/>
          </p:nvPr>
        </p:nvSpPr>
        <p:spPr/>
        <p:txBody>
          <a:bodyPr vert="horz" lIns="91440" tIns="45720" rIns="91440" bIns="45720" rtlCol="0" anchor="t">
            <a:normAutofit/>
          </a:bodyPr>
          <a:lstStyle/>
          <a:p>
            <a:r>
              <a:rPr lang="de-DE" sz="1200" dirty="0">
                <a:solidFill>
                  <a:srgbClr val="EAECF0"/>
                </a:solidFill>
                <a:ea typeface="+mn-lt"/>
                <a:cs typeface="+mn-lt"/>
              </a:rPr>
              <a:t>Recordings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church</a:t>
            </a:r>
            <a:r>
              <a:rPr lang="de-DE" sz="1200" dirty="0">
                <a:solidFill>
                  <a:srgbClr val="EAECF0"/>
                </a:solidFill>
                <a:ea typeface="+mn-lt"/>
                <a:cs typeface="+mn-lt"/>
              </a:rPr>
              <a:t> </a:t>
            </a:r>
            <a:r>
              <a:rPr lang="de-DE" sz="1200" dirty="0" err="1">
                <a:solidFill>
                  <a:srgbClr val="EAECF0"/>
                </a:solidFill>
                <a:ea typeface="+mn-lt"/>
                <a:cs typeface="+mn-lt"/>
              </a:rPr>
              <a:t>music</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Tallis in </a:t>
            </a:r>
            <a:r>
              <a:rPr lang="de-DE" sz="1200" dirty="0">
                <a:solidFill>
                  <a:srgbClr val="88A3E8"/>
                </a:solidFill>
                <a:ea typeface="+mn-lt"/>
                <a:cs typeface="+mn-lt"/>
                <a:hlinkClick r:id="rId2"/>
              </a:rPr>
              <a:t>Latin</a:t>
            </a:r>
            <a:r>
              <a:rPr lang="de-DE" sz="1200" dirty="0">
                <a:solidFill>
                  <a:srgbClr val="EAECF0"/>
                </a:solidFill>
                <a:ea typeface="+mn-lt"/>
                <a:cs typeface="+mn-lt"/>
              </a:rPr>
              <a:t> and </a:t>
            </a:r>
            <a:r>
              <a:rPr lang="de-DE" sz="1200" dirty="0">
                <a:solidFill>
                  <a:srgbClr val="88A3E8"/>
                </a:solidFill>
                <a:ea typeface="+mn-lt"/>
                <a:cs typeface="+mn-lt"/>
                <a:hlinkClick r:id="rId3"/>
              </a:rPr>
              <a:t>English</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a:solidFill>
                  <a:srgbClr val="FD7865"/>
                </a:solidFill>
                <a:ea typeface="+mn-lt"/>
                <a:cs typeface="+mn-lt"/>
                <a:hlinkClick r:id="rId4"/>
              </a:rPr>
              <a:t>Umeå Akademiska Kör </a:t>
            </a:r>
            <a:r>
              <a:rPr lang="de-DE" sz="1000" dirty="0">
                <a:solidFill>
                  <a:srgbClr val="EAECF0"/>
                </a:solidFill>
                <a:ea typeface="+mn-lt"/>
                <a:cs typeface="+mn-lt"/>
              </a:rPr>
              <a:t> [</a:t>
            </a:r>
            <a:r>
              <a:rPr lang="de-DE" sz="1000" dirty="0">
                <a:solidFill>
                  <a:srgbClr val="88A3E8"/>
                </a:solidFill>
                <a:ea typeface="+mn-lt"/>
                <a:cs typeface="+mn-lt"/>
                <a:hlinkClick r:id="rId5"/>
              </a:rPr>
              <a:t>sv</a:t>
            </a:r>
            <a:r>
              <a:rPr lang="de-DE" sz="1000" dirty="0">
                <a:solidFill>
                  <a:srgbClr val="EAECF0"/>
                </a:solidFill>
                <a:ea typeface="+mn-lt"/>
                <a:cs typeface="+mn-lt"/>
              </a:rPr>
              <a:t>]</a:t>
            </a:r>
            <a:endParaRPr lang="de-DE" dirty="0"/>
          </a:p>
          <a:p>
            <a:r>
              <a:rPr lang="de-DE" sz="1200" dirty="0">
                <a:solidFill>
                  <a:srgbClr val="EAECF0"/>
                </a:solidFill>
                <a:ea typeface="+mn-lt"/>
                <a:cs typeface="+mn-lt"/>
              </a:rPr>
              <a:t>The </a:t>
            </a:r>
            <a:r>
              <a:rPr lang="de-DE" sz="1200" dirty="0">
                <a:solidFill>
                  <a:srgbClr val="88A3E8"/>
                </a:solidFill>
                <a:ea typeface="+mn-lt"/>
                <a:cs typeface="+mn-lt"/>
                <a:hlinkClick r:id="rId6"/>
              </a:rPr>
              <a:t>Mutopia Project</a:t>
            </a:r>
            <a:r>
              <a:rPr lang="de-DE" sz="1200" dirty="0">
                <a:solidFill>
                  <a:srgbClr val="EAECF0"/>
                </a:solidFill>
                <a:ea typeface="+mn-lt"/>
                <a:cs typeface="+mn-lt"/>
              </a:rPr>
              <a:t> </a:t>
            </a:r>
            <a:r>
              <a:rPr lang="de-DE" sz="1200" dirty="0" err="1">
                <a:solidFill>
                  <a:srgbClr val="EAECF0"/>
                </a:solidFill>
                <a:ea typeface="+mn-lt"/>
                <a:cs typeface="+mn-lt"/>
              </a:rPr>
              <a:t>has</a:t>
            </a:r>
            <a:r>
              <a:rPr lang="de-DE" sz="1200" dirty="0">
                <a:solidFill>
                  <a:srgbClr val="EAECF0"/>
                </a:solidFill>
                <a:ea typeface="+mn-lt"/>
                <a:cs typeface="+mn-lt"/>
              </a:rPr>
              <a:t> </a:t>
            </a:r>
            <a:r>
              <a:rPr lang="de-DE" sz="1200" dirty="0" err="1">
                <a:solidFill>
                  <a:srgbClr val="EAECF0"/>
                </a:solidFill>
                <a:ea typeface="+mn-lt"/>
                <a:cs typeface="+mn-lt"/>
              </a:rPr>
              <a:t>compositions</a:t>
            </a:r>
            <a:r>
              <a:rPr lang="de-DE" sz="1200" dirty="0">
                <a:solidFill>
                  <a:srgbClr val="EAECF0"/>
                </a:solidFill>
                <a:ea typeface="+mn-lt"/>
                <a:cs typeface="+mn-lt"/>
              </a:rPr>
              <a:t> </a:t>
            </a:r>
            <a:r>
              <a:rPr lang="de-DE" sz="1200" dirty="0" err="1">
                <a:solidFill>
                  <a:srgbClr val="EAECF0"/>
                </a:solidFill>
                <a:ea typeface="+mn-lt"/>
                <a:cs typeface="+mn-lt"/>
              </a:rPr>
              <a:t>by</a:t>
            </a:r>
            <a:r>
              <a:rPr lang="de-DE" sz="1200" dirty="0">
                <a:solidFill>
                  <a:srgbClr val="EAECF0"/>
                </a:solidFill>
                <a:ea typeface="+mn-lt"/>
                <a:cs typeface="+mn-lt"/>
              </a:rPr>
              <a:t> </a:t>
            </a:r>
            <a:r>
              <a:rPr lang="de-DE" sz="1200" dirty="0">
                <a:solidFill>
                  <a:srgbClr val="88A3E8"/>
                </a:solidFill>
                <a:ea typeface="+mn-lt"/>
                <a:cs typeface="+mn-lt"/>
                <a:hlinkClick r:id="rId7"/>
              </a:rPr>
              <a:t>Thomas Tallis</a:t>
            </a:r>
            <a:endParaRPr lang="de-DE"/>
          </a:p>
          <a:p>
            <a:r>
              <a:rPr lang="de-DE" sz="1200" dirty="0">
                <a:solidFill>
                  <a:srgbClr val="88A3E8"/>
                </a:solidFill>
                <a:ea typeface="+mn-lt"/>
                <a:cs typeface="+mn-lt"/>
                <a:hlinkClick r:id="rId8"/>
              </a:rPr>
              <a:t>List of compositions by Thomas Tallis</a:t>
            </a:r>
            <a:r>
              <a:rPr lang="de-DE" sz="1200" dirty="0">
                <a:solidFill>
                  <a:srgbClr val="EAECF0"/>
                </a:solidFill>
                <a:ea typeface="+mn-lt"/>
                <a:cs typeface="+mn-lt"/>
              </a:rPr>
              <a:t>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9"/>
              </a:rPr>
              <a:t>Digital Image Archive of Medieval Music</a:t>
            </a:r>
            <a:r>
              <a:rPr lang="de-DE" sz="1200" dirty="0">
                <a:solidFill>
                  <a:srgbClr val="EAECF0"/>
                </a:solidFill>
                <a:ea typeface="+mn-lt"/>
                <a:cs typeface="+mn-lt"/>
              </a:rPr>
              <a:t> </a:t>
            </a:r>
            <a:r>
              <a:rPr lang="de-DE" sz="1000" dirty="0">
                <a:solidFill>
                  <a:srgbClr val="EAECF0"/>
                </a:solidFill>
                <a:ea typeface="+mn-lt"/>
                <a:cs typeface="+mn-lt"/>
              </a:rPr>
              <a:t>(</a:t>
            </a:r>
            <a:r>
              <a:rPr lang="de-DE" sz="1000" dirty="0">
                <a:solidFill>
                  <a:srgbClr val="88A3E8"/>
                </a:solidFill>
                <a:ea typeface="+mn-lt"/>
                <a:cs typeface="+mn-lt"/>
                <a:hlinkClick r:id="rId10"/>
              </a:rPr>
              <a:t>registration required to view the digitised images</a:t>
            </a:r>
            <a:r>
              <a:rPr lang="de-DE" sz="1000" dirty="0">
                <a:solidFill>
                  <a:srgbClr val="EAECF0"/>
                </a:solidFill>
                <a:ea typeface="+mn-lt"/>
                <a:cs typeface="+mn-lt"/>
              </a:rPr>
              <a:t>)</a:t>
            </a:r>
            <a:endParaRPr lang="de-DE" dirty="0"/>
          </a:p>
          <a:p>
            <a:r>
              <a:rPr lang="de-DE" sz="1200" dirty="0">
                <a:solidFill>
                  <a:srgbClr val="88A3E8"/>
                </a:solidFill>
                <a:ea typeface="+mn-lt"/>
                <a:cs typeface="+mn-lt"/>
                <a:hlinkClick r:id="rId11"/>
              </a:rPr>
              <a:t>Free scores by Thomas Tallis</a:t>
            </a:r>
            <a:r>
              <a:rPr lang="de-DE" sz="1200" dirty="0">
                <a:solidFill>
                  <a:srgbClr val="EAECF0"/>
                </a:solidFill>
                <a:ea typeface="+mn-lt"/>
                <a:cs typeface="+mn-lt"/>
              </a:rPr>
              <a:t> in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12"/>
              </a:rPr>
              <a:t>Choral Public Domain Library</a:t>
            </a:r>
            <a:r>
              <a:rPr lang="de-DE" sz="1200" dirty="0">
                <a:solidFill>
                  <a:srgbClr val="EAECF0"/>
                </a:solidFill>
                <a:ea typeface="+mn-lt"/>
                <a:cs typeface="+mn-lt"/>
              </a:rPr>
              <a:t> (</a:t>
            </a:r>
            <a:r>
              <a:rPr lang="de-DE" sz="1200" dirty="0" err="1">
                <a:solidFill>
                  <a:srgbClr val="EAECF0"/>
                </a:solidFill>
                <a:ea typeface="+mn-lt"/>
                <a:cs typeface="+mn-lt"/>
              </a:rPr>
              <a:t>ChoralWiki</a:t>
            </a:r>
            <a:r>
              <a:rPr lang="de-DE" sz="1200" dirty="0">
                <a:solidFill>
                  <a:srgbClr val="EAECF0"/>
                </a:solidFill>
                <a:ea typeface="+mn-lt"/>
                <a:cs typeface="+mn-lt"/>
              </a:rPr>
              <a:t>)</a:t>
            </a:r>
            <a:endParaRPr lang="de-DE" dirty="0"/>
          </a:p>
          <a:p>
            <a:r>
              <a:rPr lang="de-DE" sz="1200" dirty="0">
                <a:solidFill>
                  <a:srgbClr val="88A3E8"/>
                </a:solidFill>
                <a:ea typeface="+mn-lt"/>
                <a:cs typeface="+mn-lt"/>
                <a:hlinkClick r:id="rId13"/>
              </a:rPr>
              <a:t>Free scores by Thomas Tallis</a:t>
            </a:r>
            <a:r>
              <a:rPr lang="de-DE" sz="1200" dirty="0">
                <a:solidFill>
                  <a:srgbClr val="EAECF0"/>
                </a:solidFill>
                <a:ea typeface="+mn-lt"/>
                <a:cs typeface="+mn-lt"/>
              </a:rPr>
              <a:t> at </a:t>
            </a:r>
            <a:r>
              <a:rPr lang="de-DE" sz="1200" dirty="0" err="1">
                <a:solidFill>
                  <a:srgbClr val="EAECF0"/>
                </a:solidFill>
                <a:ea typeface="+mn-lt"/>
                <a:cs typeface="+mn-lt"/>
              </a:rPr>
              <a:t>the</a:t>
            </a:r>
            <a:r>
              <a:rPr lang="de-DE" sz="1200" dirty="0">
                <a:solidFill>
                  <a:srgbClr val="EAECF0"/>
                </a:solidFill>
                <a:ea typeface="+mn-lt"/>
                <a:cs typeface="+mn-lt"/>
              </a:rPr>
              <a:t> </a:t>
            </a:r>
            <a:r>
              <a:rPr lang="de-DE" sz="1200" dirty="0">
                <a:solidFill>
                  <a:srgbClr val="88A3E8"/>
                </a:solidFill>
                <a:ea typeface="+mn-lt"/>
                <a:cs typeface="+mn-lt"/>
                <a:hlinkClick r:id="rId14"/>
              </a:rPr>
              <a:t>International Music Score Library Project</a:t>
            </a:r>
            <a:r>
              <a:rPr lang="de-DE" sz="1200" dirty="0">
                <a:solidFill>
                  <a:srgbClr val="EAECF0"/>
                </a:solidFill>
                <a:ea typeface="+mn-lt"/>
                <a:cs typeface="+mn-lt"/>
              </a:rPr>
              <a:t> (IMSLP)</a:t>
            </a:r>
            <a:endParaRPr lang="de-DE" dirty="0"/>
          </a:p>
          <a:p>
            <a:r>
              <a:rPr lang="de-DE" sz="1200" dirty="0">
                <a:solidFill>
                  <a:srgbClr val="88A3E8"/>
                </a:solidFill>
                <a:ea typeface="+mn-lt"/>
                <a:cs typeface="+mn-lt"/>
                <a:hlinkClick r:id="rId15"/>
              </a:rPr>
              <a:t>Image of Tallis's signature</a:t>
            </a:r>
            <a:r>
              <a:rPr lang="de-DE" sz="1200" dirty="0">
                <a:solidFill>
                  <a:srgbClr val="EAECF0"/>
                </a:solidFill>
                <a:ea typeface="+mn-lt"/>
                <a:cs typeface="+mn-lt"/>
              </a:rPr>
              <a:t> in a </a:t>
            </a:r>
            <a:r>
              <a:rPr lang="de-DE" sz="1200" dirty="0" err="1">
                <a:solidFill>
                  <a:srgbClr val="EAECF0"/>
                </a:solidFill>
                <a:ea typeface="+mn-lt"/>
                <a:cs typeface="+mn-lt"/>
              </a:rPr>
              <a:t>book</a:t>
            </a:r>
            <a:r>
              <a:rPr lang="de-DE" sz="1200" dirty="0">
                <a:solidFill>
                  <a:srgbClr val="EAECF0"/>
                </a:solidFill>
                <a:ea typeface="+mn-lt"/>
                <a:cs typeface="+mn-lt"/>
              </a:rPr>
              <a:t> </a:t>
            </a:r>
            <a:r>
              <a:rPr lang="de-DE" sz="1200" dirty="0" err="1">
                <a:solidFill>
                  <a:srgbClr val="EAECF0"/>
                </a:solidFill>
                <a:ea typeface="+mn-lt"/>
                <a:cs typeface="+mn-lt"/>
              </a:rPr>
              <a:t>from</a:t>
            </a:r>
            <a:r>
              <a:rPr lang="de-DE" sz="1200" dirty="0">
                <a:solidFill>
                  <a:srgbClr val="EAECF0"/>
                </a:solidFill>
                <a:ea typeface="+mn-lt"/>
                <a:cs typeface="+mn-lt"/>
              </a:rPr>
              <a:t> </a:t>
            </a:r>
            <a:r>
              <a:rPr lang="de-DE" sz="1200" dirty="0" err="1">
                <a:solidFill>
                  <a:srgbClr val="EAECF0"/>
                </a:solidFill>
                <a:ea typeface="+mn-lt"/>
                <a:cs typeface="+mn-lt"/>
              </a:rPr>
              <a:t>one</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his</a:t>
            </a:r>
            <a:r>
              <a:rPr lang="de-DE" sz="1200" dirty="0">
                <a:solidFill>
                  <a:srgbClr val="EAECF0"/>
                </a:solidFill>
                <a:ea typeface="+mn-lt"/>
                <a:cs typeface="+mn-lt"/>
              </a:rPr>
              <a:t> </a:t>
            </a:r>
            <a:r>
              <a:rPr lang="de-DE" sz="1200" dirty="0" err="1">
                <a:solidFill>
                  <a:srgbClr val="EAECF0"/>
                </a:solidFill>
                <a:ea typeface="+mn-lt"/>
                <a:cs typeface="+mn-lt"/>
              </a:rPr>
              <a:t>early</a:t>
            </a:r>
            <a:r>
              <a:rPr lang="de-DE" sz="1200" dirty="0">
                <a:solidFill>
                  <a:srgbClr val="EAECF0"/>
                </a:solidFill>
                <a:ea typeface="+mn-lt"/>
                <a:cs typeface="+mn-lt"/>
              </a:rPr>
              <a:t> </a:t>
            </a:r>
            <a:r>
              <a:rPr lang="de-DE" sz="1200" dirty="0" err="1">
                <a:solidFill>
                  <a:srgbClr val="EAECF0"/>
                </a:solidFill>
                <a:ea typeface="+mn-lt"/>
                <a:cs typeface="+mn-lt"/>
              </a:rPr>
              <a:t>places</a:t>
            </a:r>
            <a:r>
              <a:rPr lang="de-DE" sz="1200" dirty="0">
                <a:solidFill>
                  <a:srgbClr val="EAECF0"/>
                </a:solidFill>
                <a:ea typeface="+mn-lt"/>
                <a:cs typeface="+mn-lt"/>
              </a:rPr>
              <a:t> </a:t>
            </a:r>
            <a:r>
              <a:rPr lang="de-DE" sz="1200" dirty="0" err="1">
                <a:solidFill>
                  <a:srgbClr val="EAECF0"/>
                </a:solidFill>
                <a:ea typeface="+mn-lt"/>
                <a:cs typeface="+mn-lt"/>
              </a:rPr>
              <a:t>of</a:t>
            </a:r>
            <a:r>
              <a:rPr lang="de-DE" sz="1200" dirty="0">
                <a:solidFill>
                  <a:srgbClr val="EAECF0"/>
                </a:solidFill>
                <a:ea typeface="+mn-lt"/>
                <a:cs typeface="+mn-lt"/>
              </a:rPr>
              <a:t> </a:t>
            </a:r>
            <a:r>
              <a:rPr lang="de-DE" sz="1200" dirty="0" err="1">
                <a:solidFill>
                  <a:srgbClr val="EAECF0"/>
                </a:solidFill>
                <a:ea typeface="+mn-lt"/>
                <a:cs typeface="+mn-lt"/>
              </a:rPr>
              <a:t>employment</a:t>
            </a:r>
            <a:r>
              <a:rPr lang="de-DE" sz="1200" dirty="0">
                <a:solidFill>
                  <a:srgbClr val="EAECF0"/>
                </a:solidFill>
                <a:ea typeface="+mn-lt"/>
                <a:cs typeface="+mn-lt"/>
              </a:rPr>
              <a:t>, Waltham Abbey.</a:t>
            </a:r>
            <a:endParaRPr lang="de-DE" dirty="0"/>
          </a:p>
          <a:p>
            <a:r>
              <a:rPr lang="de-DE" sz="1200" dirty="0">
                <a:solidFill>
                  <a:srgbClr val="88A3E8"/>
                </a:solidFill>
                <a:ea typeface="+mn-lt"/>
                <a:cs typeface="+mn-lt"/>
                <a:hlinkClick r:id="rId16"/>
              </a:rPr>
              <a:t>Works by Tallis</a:t>
            </a:r>
            <a:r>
              <a:rPr lang="de-DE" sz="1200" dirty="0">
                <a:solidFill>
                  <a:srgbClr val="EAECF0"/>
                </a:solidFill>
                <a:ea typeface="+mn-lt"/>
                <a:cs typeface="+mn-lt"/>
              </a:rPr>
              <a:t> </a:t>
            </a:r>
            <a:r>
              <a:rPr lang="de-DE" sz="1200" dirty="0" err="1">
                <a:solidFill>
                  <a:srgbClr val="EAECF0"/>
                </a:solidFill>
                <a:ea typeface="+mn-lt"/>
                <a:cs typeface="+mn-lt"/>
              </a:rPr>
              <a:t>listed</a:t>
            </a:r>
            <a:r>
              <a:rPr lang="de-DE" sz="1200" dirty="0">
                <a:solidFill>
                  <a:srgbClr val="EAECF0"/>
                </a:solidFill>
                <a:ea typeface="+mn-lt"/>
                <a:cs typeface="+mn-lt"/>
              </a:rPr>
              <a:t> at </a:t>
            </a:r>
            <a:r>
              <a:rPr lang="de-DE" sz="1200" dirty="0" err="1">
                <a:solidFill>
                  <a:srgbClr val="EAECF0"/>
                </a:solidFill>
                <a:ea typeface="+mn-lt"/>
                <a:cs typeface="+mn-lt"/>
              </a:rPr>
              <a:t>the</a:t>
            </a:r>
            <a:r>
              <a:rPr lang="de-DE" sz="1200" dirty="0">
                <a:solidFill>
                  <a:srgbClr val="EAECF0"/>
                </a:solidFill>
                <a:ea typeface="+mn-lt"/>
                <a:cs typeface="+mn-lt"/>
              </a:rPr>
              <a:t> EECM Primary Source Database</a:t>
            </a:r>
            <a:endParaRPr lang="de-DE" dirty="0"/>
          </a:p>
          <a:p>
            <a:endParaRPr lang="de-DE" dirty="0"/>
          </a:p>
        </p:txBody>
      </p:sp>
    </p:spTree>
    <p:extLst>
      <p:ext uri="{BB962C8B-B14F-4D97-AF65-F5344CB8AC3E}">
        <p14:creationId xmlns:p14="http://schemas.microsoft.com/office/powerpoint/2010/main" val="32353105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4A0D82-ADF8-A73F-CFF4-4F18F20CCEBE}"/>
              </a:ext>
            </a:extLst>
          </p:cNvPr>
          <p:cNvSpPr>
            <a:spLocks noGrp="1"/>
          </p:cNvSpPr>
          <p:nvPr>
            <p:ph type="title"/>
          </p:nvPr>
        </p:nvSpPr>
        <p:spPr/>
        <p:txBody>
          <a:bodyPr/>
          <a:lstStyle/>
          <a:p>
            <a:r>
              <a:rPr lang="de-DE" dirty="0"/>
              <a:t>See Also:</a:t>
            </a:r>
          </a:p>
        </p:txBody>
      </p:sp>
      <p:sp>
        <p:nvSpPr>
          <p:cNvPr id="3" name="Inhaltsplatzhalter 2">
            <a:extLst>
              <a:ext uri="{FF2B5EF4-FFF2-40B4-BE49-F238E27FC236}">
                <a16:creationId xmlns:a16="http://schemas.microsoft.com/office/drawing/2014/main" id="{EAF852F1-890B-52D4-A6AD-BBB84E042678}"/>
              </a:ext>
            </a:extLst>
          </p:cNvPr>
          <p:cNvSpPr>
            <a:spLocks noGrp="1"/>
          </p:cNvSpPr>
          <p:nvPr>
            <p:ph idx="1"/>
          </p:nvPr>
        </p:nvSpPr>
        <p:spPr/>
        <p:txBody>
          <a:bodyPr vert="horz" lIns="91440" tIns="45720" rIns="91440" bIns="45720" rtlCol="0" anchor="t">
            <a:normAutofit/>
          </a:bodyPr>
          <a:lstStyle/>
          <a:p>
            <a:r>
              <a:rPr lang="de-DE" dirty="0">
                <a:ea typeface="+mn-lt"/>
                <a:cs typeface="+mn-lt"/>
              </a:rPr>
              <a:t>https://freemusicarchive.org/music/The_Tudor_Consort/Stabat_Mater_-_Domenico_Scarlatti/</a:t>
            </a:r>
            <a:endParaRPr lang="de-DE"/>
          </a:p>
        </p:txBody>
      </p:sp>
    </p:spTree>
    <p:extLst>
      <p:ext uri="{BB962C8B-B14F-4D97-AF65-F5344CB8AC3E}">
        <p14:creationId xmlns:p14="http://schemas.microsoft.com/office/powerpoint/2010/main" val="7561795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InterweaveVTI">
  <a:themeElements>
    <a:clrScheme name="Interweave-R1">
      <a:dk1>
        <a:srgbClr val="000000"/>
      </a:dk1>
      <a:lt1>
        <a:srgbClr val="FFFFFF"/>
      </a:lt1>
      <a:dk2>
        <a:srgbClr val="292C2D"/>
      </a:dk2>
      <a:lt2>
        <a:srgbClr val="DDDEDD"/>
      </a:lt2>
      <a:accent1>
        <a:srgbClr val="0BA5E8"/>
      </a:accent1>
      <a:accent2>
        <a:srgbClr val="5066E1"/>
      </a:accent2>
      <a:accent3>
        <a:srgbClr val="894EC0"/>
      </a:accent3>
      <a:accent4>
        <a:srgbClr val="E54196"/>
      </a:accent4>
      <a:accent5>
        <a:srgbClr val="BE4449"/>
      </a:accent5>
      <a:accent6>
        <a:srgbClr val="F55822"/>
      </a:accent6>
      <a:hlink>
        <a:srgbClr val="C22DD8"/>
      </a:hlink>
      <a:folHlink>
        <a:srgbClr val="737F82"/>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AB7F7C2-EF28-4527-88D3-E1EAD4654916}">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Breitbild</PresentationFormat>
  <Paragraphs>0</Paragraphs>
  <Slides>36</Slides>
  <Notes>0</Notes>
  <HiddenSlides>0</HiddenSlides>
  <MMClips>0</MMClips>
  <ScaleCrop>false</ScaleCrop>
  <HeadingPairs>
    <vt:vector size="4" baseType="variant">
      <vt:variant>
        <vt:lpstr>Design</vt:lpstr>
      </vt:variant>
      <vt:variant>
        <vt:i4>1</vt:i4>
      </vt:variant>
      <vt:variant>
        <vt:lpstr>Folientitel</vt:lpstr>
      </vt:variant>
      <vt:variant>
        <vt:i4>36</vt:i4>
      </vt:variant>
    </vt:vector>
  </HeadingPairs>
  <TitlesOfParts>
    <vt:vector size="37" baseType="lpstr">
      <vt:lpstr>InterweaveVTI</vt:lpstr>
      <vt:lpstr>Thomas Tallis</vt:lpstr>
      <vt:lpstr>Overview</vt:lpstr>
      <vt:lpstr>HIS  LIFE</vt:lpstr>
      <vt:lpstr>Youth</vt:lpstr>
      <vt:lpstr>Career</vt:lpstr>
      <vt:lpstr>1530s and 1540s</vt:lpstr>
      <vt:lpstr>1530s and 1540s</vt:lpstr>
      <vt:lpstr>Employment at the Chapel Royal  </vt:lpstr>
      <vt:lpstr>Employment at the Chapel Royal</vt:lpstr>
      <vt:lpstr>Final years</vt:lpstr>
      <vt:lpstr>PowerPoint-Präsentation</vt:lpstr>
      <vt:lpstr>PowerPoint-Präsentation</vt:lpstr>
      <vt:lpstr>PowerPoint-Präsentation</vt:lpstr>
      <vt:lpstr>Works</vt:lpstr>
      <vt:lpstr>Early works and Gaude Gloriosa</vt:lpstr>
      <vt:lpstr>Music under Edward VI and Mary I</vt:lpstr>
      <vt:lpstr>Matthew Parker's Psalter and Early Elizabethan Works</vt:lpstr>
      <vt:lpstr>Late Elizabethan Works</vt:lpstr>
      <vt:lpstr>Legacy </vt:lpstr>
      <vt:lpstr>Influence and Reputation</vt:lpstr>
      <vt:lpstr>Revival</vt:lpstr>
      <vt:lpstr>Appearance</vt:lpstr>
      <vt:lpstr>In popular culture</vt:lpstr>
      <vt:lpstr>notes</vt:lpstr>
      <vt:lpstr>Citations</vt:lpstr>
      <vt:lpstr>PowerPoint-Präsentation</vt:lpstr>
      <vt:lpstr>PowerPoint-Präsentation</vt:lpstr>
      <vt:lpstr>PowerPoint-Präsentation</vt:lpstr>
      <vt:lpstr>PowerPoint-Präsentation</vt:lpstr>
      <vt:lpstr>PowerPoint-Präsentation</vt:lpstr>
      <vt:lpstr>Sources</vt:lpstr>
      <vt:lpstr>PowerPoint-Präsentation</vt:lpstr>
      <vt:lpstr>Further reading</vt:lpstr>
      <vt:lpstr>External links</vt:lpstr>
      <vt:lpstr>Thomas Tallis in a Overview</vt:lpstr>
      <vt:lpstr>See Also: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395</cp:revision>
  <dcterms:created xsi:type="dcterms:W3CDTF">2025-12-02T17:25:38Z</dcterms:created>
  <dcterms:modified xsi:type="dcterms:W3CDTF">2025-12-02T19:28:33Z</dcterms:modified>
</cp:coreProperties>
</file>